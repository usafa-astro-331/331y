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9"/>
  </p:notesMasterIdLst>
  <p:sldIdLst>
    <p:sldId id="256" r:id="rId5"/>
    <p:sldId id="260" r:id="rId6"/>
    <p:sldId id="258" r:id="rId7"/>
    <p:sldId id="259" r:id="rId8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80872" autoAdjust="0"/>
  </p:normalViewPr>
  <p:slideViewPr>
    <p:cSldViewPr snapToGrid="0">
      <p:cViewPr varScale="1">
        <p:scale>
          <a:sx n="55" d="100"/>
          <a:sy n="55" d="100"/>
        </p:scale>
        <p:origin x="2227" y="2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E18DAD13-4A53-44B8-9F3F-46E167733190}"/>
    <pc:docChg chg="undo custSel modSld">
      <pc:chgData name="Harris, Wyatt J Lt Col USAF USAFA DF/DFAS" userId="768bfb95-c272-4014-8fa2-010c15306053" providerId="ADAL" clId="{E18DAD13-4A53-44B8-9F3F-46E167733190}" dt="2026-02-27T15:22:13.799" v="108" actId="20577"/>
      <pc:docMkLst>
        <pc:docMk/>
      </pc:docMkLst>
      <pc:sldChg chg="modSp mod">
        <pc:chgData name="Harris, Wyatt J Lt Col USAF USAFA DF/DFAS" userId="768bfb95-c272-4014-8fa2-010c15306053" providerId="ADAL" clId="{E18DAD13-4A53-44B8-9F3F-46E167733190}" dt="2026-02-27T15:21:23.932" v="53" actId="20577"/>
        <pc:sldMkLst>
          <pc:docMk/>
          <pc:sldMk cId="560659066" sldId="259"/>
        </pc:sldMkLst>
        <pc:spChg chg="mod">
          <ac:chgData name="Harris, Wyatt J Lt Col USAF USAFA DF/DFAS" userId="768bfb95-c272-4014-8fa2-010c15306053" providerId="ADAL" clId="{E18DAD13-4A53-44B8-9F3F-46E167733190}" dt="2026-02-27T15:21:23.932" v="53" actId="20577"/>
          <ac:spMkLst>
            <pc:docMk/>
            <pc:sldMk cId="560659066" sldId="259"/>
            <ac:spMk id="3" creationId="{D0D29A6B-8DC0-8661-57D1-27AF7ACDA9BC}"/>
          </ac:spMkLst>
        </pc:spChg>
      </pc:sldChg>
      <pc:sldChg chg="modSp mod">
        <pc:chgData name="Harris, Wyatt J Lt Col USAF USAFA DF/DFAS" userId="768bfb95-c272-4014-8fa2-010c15306053" providerId="ADAL" clId="{E18DAD13-4A53-44B8-9F3F-46E167733190}" dt="2026-02-27T15:22:13.799" v="108" actId="20577"/>
        <pc:sldMkLst>
          <pc:docMk/>
          <pc:sldMk cId="1728057935" sldId="260"/>
        </pc:sldMkLst>
        <pc:spChg chg="mod">
          <ac:chgData name="Harris, Wyatt J Lt Col USAF USAFA DF/DFAS" userId="768bfb95-c272-4014-8fa2-010c15306053" providerId="ADAL" clId="{E18DAD13-4A53-44B8-9F3F-46E167733190}" dt="2026-02-27T15:22:13.799" v="108" actId="20577"/>
          <ac:spMkLst>
            <pc:docMk/>
            <pc:sldMk cId="1728057935" sldId="260"/>
            <ac:spMk id="3" creationId="{BD1A66CF-6F98-8A92-FCD2-0CB93E9367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https://www.youtube.com/watch?v=jVXgWGK9Kr8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0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7505" y="1287560"/>
            <a:ext cx="678899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600" dirty="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2/27/2026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2/27/2026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2/27/2026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2/27/2026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91" y="646510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8115301" y="72097"/>
            <a:ext cx="970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2025 Fall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46364" y="855395"/>
            <a:ext cx="9039409" cy="596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5" y="18574"/>
            <a:ext cx="734686" cy="8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Lab 8 &lt;Topic Name&gt;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429000"/>
            <a:ext cx="6858000" cy="2316891"/>
          </a:xfrm>
        </p:spPr>
        <p:txBody>
          <a:bodyPr>
            <a:normAutofit lnSpcReduction="10000"/>
          </a:bodyPr>
          <a:lstStyle/>
          <a:p>
            <a:r>
              <a:rPr lang="en-US" sz="3600" b="1" dirty="0"/>
              <a:t>&lt;Team Name&gt;</a:t>
            </a:r>
          </a:p>
          <a:p>
            <a:endParaRPr lang="en-US" b="1" dirty="0"/>
          </a:p>
          <a:p>
            <a:r>
              <a:rPr lang="en-US" b="1" dirty="0"/>
              <a:t>&lt;Rank Name&gt;</a:t>
            </a:r>
          </a:p>
          <a:p>
            <a:r>
              <a:rPr lang="en-US" b="1" dirty="0"/>
              <a:t>&lt;Rank Name&gt;</a:t>
            </a:r>
          </a:p>
          <a:p>
            <a:r>
              <a:rPr lang="en-US" b="1" dirty="0"/>
              <a:t>&lt;Rank Name&gt;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8168-F8FA-6465-B372-F7B392A6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&lt;General Guidance&gt;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A66CF-6F98-8A92-FCD2-0CB93E936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final presentation should include at a minimum:</a:t>
            </a:r>
          </a:p>
          <a:p>
            <a:pPr lvl="1"/>
            <a:r>
              <a:rPr lang="en-US" dirty="0"/>
              <a:t>Overview</a:t>
            </a:r>
          </a:p>
          <a:p>
            <a:pPr lvl="1"/>
            <a:r>
              <a:rPr lang="en-US" dirty="0"/>
              <a:t>Objectives</a:t>
            </a:r>
          </a:p>
          <a:p>
            <a:pPr lvl="1"/>
            <a:r>
              <a:rPr lang="en-US" dirty="0"/>
              <a:t>Background</a:t>
            </a:r>
          </a:p>
          <a:p>
            <a:pPr lvl="1"/>
            <a:r>
              <a:rPr lang="en-US" dirty="0"/>
              <a:t>Assumptions</a:t>
            </a:r>
          </a:p>
          <a:p>
            <a:pPr lvl="1"/>
            <a:r>
              <a:rPr lang="en-US" dirty="0"/>
              <a:t>Math Technique/Theoretical Predications </a:t>
            </a:r>
          </a:p>
          <a:p>
            <a:pPr lvl="1"/>
            <a:r>
              <a:rPr lang="en-US" dirty="0"/>
              <a:t>Experimental Setup and Approach</a:t>
            </a:r>
          </a:p>
          <a:p>
            <a:pPr lvl="1"/>
            <a:r>
              <a:rPr lang="en-US"/>
              <a:t>Experimental Results/Data </a:t>
            </a:r>
            <a:endParaRPr lang="en-US" dirty="0"/>
          </a:p>
          <a:p>
            <a:pPr lvl="1"/>
            <a:r>
              <a:rPr lang="en-US" dirty="0"/>
              <a:t>Discussion/analysis</a:t>
            </a:r>
          </a:p>
          <a:p>
            <a:pPr lvl="1"/>
            <a:r>
              <a:rPr lang="en-US" dirty="0"/>
              <a:t>Recommendations</a:t>
            </a:r>
          </a:p>
          <a:p>
            <a:pPr lvl="1"/>
            <a:r>
              <a:rPr lang="en-US" dirty="0"/>
              <a:t>Conclusion</a:t>
            </a:r>
          </a:p>
          <a:p>
            <a:pPr lvl="1"/>
            <a:r>
              <a:rPr lang="en-US" dirty="0"/>
              <a:t>Documentation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Tell a story! </a:t>
            </a:r>
            <a:r>
              <a:rPr lang="en-US" dirty="0">
                <a:sym typeface="Wingdings" panose="05000000000000000000" pitchFamily="2" charset="2"/>
              </a:rPr>
              <a:t> Include copious pictures/videos/plots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3950F-BA8E-3674-90B3-7630FB53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57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E469-9CF3-B4DB-F654-3115B0E8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ED563-B760-EA05-505C-FE13B1FF0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002506"/>
            <a:ext cx="8793015" cy="57223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&lt;Use this slide to provide a broad overview/ description of your project.&gt;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287FC-B6FD-285B-CDA7-6FFEB7EE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6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5417-41A0-040E-8449-97C52935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29A6B-8DC0-8661-57D1-27AF7ACDA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&lt;Provide a list of desired outcomes for the project.&gt;</a:t>
            </a:r>
          </a:p>
          <a:p>
            <a:pPr marL="0" indent="0">
              <a:buNone/>
            </a:pPr>
            <a:r>
              <a:rPr lang="en-US" dirty="0"/>
              <a:t>&lt;Be as specific as possible&gt;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2803F-9417-99CE-1FF1-A5350595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59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aab13084cbfb645f826f7dc6731109d6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2636cc15ff2f3d2629ecec77a65aea39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86B8C-FFD3-47CE-9E8F-4104A49DEB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96DB7C-76B3-472D-8F6F-C8E69FE568F8}">
  <ds:schemaRefs>
    <ds:schemaRef ds:uri="http://schemas.microsoft.com/office/2006/documentManagement/types"/>
    <ds:schemaRef ds:uri="http://purl.org/dc/terms/"/>
    <ds:schemaRef ds:uri="http://www.w3.org/XML/1998/namespace"/>
    <ds:schemaRef ds:uri="c2d23aaa-6876-4856-882c-18271699c7a8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purl.org/dc/elements/1.1/"/>
    <ds:schemaRef ds:uri="http://schemas.microsoft.com/sharepoint/v3"/>
    <ds:schemaRef ds:uri="723aa48c-73f2-40da-86b1-f1ae286477fe"/>
    <ds:schemaRef ds:uri="7584c457-6b5a-4caa-be47-be979cbe6555"/>
  </ds:schemaRefs>
</ds:datastoreItem>
</file>

<file path=customXml/itemProps3.xml><?xml version="1.0" encoding="utf-8"?>
<ds:datastoreItem xmlns:ds="http://schemas.openxmlformats.org/officeDocument/2006/customXml" ds:itemID="{036BEE90-2D47-450E-99C4-ECB415ED4D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30452</TotalTime>
  <Words>122</Words>
  <Application>Microsoft Office PowerPoint</Application>
  <PresentationFormat>Letter Paper (8.5x11 in)</PresentationFormat>
  <Paragraphs>33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Segoe UI</vt:lpstr>
      <vt:lpstr>Wingdings</vt:lpstr>
      <vt:lpstr>Office Theme</vt:lpstr>
      <vt:lpstr>Lab 8 &lt;Topic Name&gt;</vt:lpstr>
      <vt:lpstr>&lt;General Guidance&gt;</vt:lpstr>
      <vt:lpstr>Overview</vt:lpstr>
      <vt:lpstr>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Harris, Wyatt J Lt Col USAF USAFA DF/DFAS</cp:lastModifiedBy>
  <cp:revision>4</cp:revision>
  <cp:lastPrinted>2025-08-01T16:37:26Z</cp:lastPrinted>
  <dcterms:created xsi:type="dcterms:W3CDTF">2025-07-17T17:53:42Z</dcterms:created>
  <dcterms:modified xsi:type="dcterms:W3CDTF">2026-02-27T15:22:21Z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