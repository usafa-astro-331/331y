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61" r:id="rId7"/>
    <p:sldId id="282" r:id="rId8"/>
    <p:sldId id="272" r:id="rId9"/>
    <p:sldId id="288" r:id="rId10"/>
    <p:sldId id="273" r:id="rId11"/>
    <p:sldId id="274" r:id="rId12"/>
    <p:sldId id="278" r:id="rId13"/>
    <p:sldId id="275" r:id="rId14"/>
    <p:sldId id="276" r:id="rId15"/>
    <p:sldId id="277" r:id="rId16"/>
    <p:sldId id="280" r:id="rId17"/>
    <p:sldId id="295" r:id="rId18"/>
    <p:sldId id="279" r:id="rId19"/>
    <p:sldId id="281" r:id="rId20"/>
    <p:sldId id="283" r:id="rId21"/>
    <p:sldId id="284" r:id="rId22"/>
    <p:sldId id="285" r:id="rId23"/>
    <p:sldId id="286" r:id="rId24"/>
    <p:sldId id="287" r:id="rId25"/>
    <p:sldId id="294" r:id="rId26"/>
    <p:sldId id="290" r:id="rId27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737"/>
    <a:srgbClr val="965D1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BDF02-3158-485D-8352-0E51AFC2BC7E}" v="68" dt="2026-02-25T04:53:47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05" autoAdjust="0"/>
  </p:normalViewPr>
  <p:slideViewPr>
    <p:cSldViewPr snapToGrid="0">
      <p:cViewPr varScale="1">
        <p:scale>
          <a:sx n="77" d="100"/>
          <a:sy n="77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undo custSel modSld">
      <pc:chgData name="Harris, Wyatt J Lt Col USAF USAFA DF/DFAS" userId="768bfb95-c272-4014-8fa2-010c15306053" providerId="ADAL" clId="{E18DAD13-4A53-44B8-9F3F-46E167733190}" dt="2026-02-23T15:51:32.253" v="363" actId="20577"/>
      <pc:docMkLst>
        <pc:docMk/>
      </pc:docMkLst>
      <pc:sldChg chg="modSp mod">
        <pc:chgData name="Harris, Wyatt J Lt Col USAF USAFA DF/DFAS" userId="768bfb95-c272-4014-8fa2-010c15306053" providerId="ADAL" clId="{E18DAD13-4A53-44B8-9F3F-46E167733190}" dt="2026-02-23T15:51:32.253" v="363" actId="20577"/>
        <pc:sldMkLst>
          <pc:docMk/>
          <pc:sldMk cId="2721645309" sldId="287"/>
        </pc:sldMkLst>
        <pc:spChg chg="mod">
          <ac:chgData name="Harris, Wyatt J Lt Col USAF USAFA DF/DFAS" userId="768bfb95-c272-4014-8fa2-010c15306053" providerId="ADAL" clId="{E18DAD13-4A53-44B8-9F3F-46E167733190}" dt="2026-02-23T15:51:32.253" v="363" actId="20577"/>
          <ac:spMkLst>
            <pc:docMk/>
            <pc:sldMk cId="2721645309" sldId="287"/>
            <ac:spMk id="3" creationId="{9AD8DC51-930D-0124-E2FD-A58951FD2B5A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2-23T15:41:44.444" v="54" actId="1076"/>
        <pc:sldMkLst>
          <pc:docMk/>
          <pc:sldMk cId="1730045733" sldId="295"/>
        </pc:sldMkLst>
        <pc:spChg chg="mod">
          <ac:chgData name="Harris, Wyatt J Lt Col USAF USAFA DF/DFAS" userId="768bfb95-c272-4014-8fa2-010c15306053" providerId="ADAL" clId="{E18DAD13-4A53-44B8-9F3F-46E167733190}" dt="2026-02-23T15:41:44.444" v="54" actId="1076"/>
          <ac:spMkLst>
            <pc:docMk/>
            <pc:sldMk cId="1730045733" sldId="295"/>
            <ac:spMk id="1032" creationId="{3197FFAB-EBD1-D7C0-0DCD-A8FC1D557AEA}"/>
          </ac:spMkLst>
        </pc:spChg>
      </pc:sldChg>
    </pc:docChg>
  </pc:docChgLst>
  <pc:docChgLst>
    <pc:chgData name="Harris, Wyatt J Lt Col USAF USAFA DF/DFAS" userId="768bfb95-c272-4014-8fa2-010c15306053" providerId="ADAL" clId="{95571437-1CDD-49A9-9F44-9267EE8F1204}"/>
    <pc:docChg chg="undo redo custSel addSld delSld modSld sldOrd modMainMaster">
      <pc:chgData name="Harris, Wyatt J Lt Col USAF USAFA DF/DFAS" userId="768bfb95-c272-4014-8fa2-010c15306053" providerId="ADAL" clId="{95571437-1CDD-49A9-9F44-9267EE8F1204}" dt="2026-02-25T04:55:40.762" v="16731" actId="20577"/>
      <pc:docMkLst>
        <pc:docMk/>
      </pc:docMkLst>
      <pc:sldChg chg="addSp delSp modSp mod">
        <pc:chgData name="Harris, Wyatt J Lt Col USAF USAFA DF/DFAS" userId="768bfb95-c272-4014-8fa2-010c15306053" providerId="ADAL" clId="{95571437-1CDD-49A9-9F44-9267EE8F1204}" dt="2026-02-25T04:54:01.633" v="16729" actId="1076"/>
        <pc:sldMkLst>
          <pc:docMk/>
          <pc:sldMk cId="2953783623" sldId="257"/>
        </pc:sldMkLst>
        <pc:spChg chg="mod">
          <ac:chgData name="Harris, Wyatt J Lt Col USAF USAFA DF/DFAS" userId="768bfb95-c272-4014-8fa2-010c15306053" providerId="ADAL" clId="{95571437-1CDD-49A9-9F44-9267EE8F1204}" dt="2026-02-25T04:53:55.849" v="16728" actId="14100"/>
          <ac:spMkLst>
            <pc:docMk/>
            <pc:sldMk cId="2953783623" sldId="257"/>
            <ac:spMk id="3" creationId="{A72387E7-B2E1-2B8C-98B1-1309384FFED1}"/>
          </ac:spMkLst>
        </pc:spChg>
        <pc:spChg chg="mod">
          <ac:chgData name="Harris, Wyatt J Lt Col USAF USAFA DF/DFAS" userId="768bfb95-c272-4014-8fa2-010c15306053" providerId="ADAL" clId="{95571437-1CDD-49A9-9F44-9267EE8F1204}" dt="2026-02-23T03:59:26.265" v="14929" actId="20577"/>
          <ac:spMkLst>
            <pc:docMk/>
            <pc:sldMk cId="2953783623" sldId="257"/>
            <ac:spMk id="6" creationId="{C0653B1A-2758-6290-C2D9-FE631F895090}"/>
          </ac:spMkLst>
        </pc:spChg>
        <pc:spChg chg="del mod">
          <ac:chgData name="Harris, Wyatt J Lt Col USAF USAFA DF/DFAS" userId="768bfb95-c272-4014-8fa2-010c15306053" providerId="ADAL" clId="{95571437-1CDD-49A9-9F44-9267EE8F1204}" dt="2026-02-25T04:53:47.208" v="16725" actId="478"/>
          <ac:spMkLst>
            <pc:docMk/>
            <pc:sldMk cId="2953783623" sldId="257"/>
            <ac:spMk id="7" creationId="{3033449D-4FED-2CC0-A422-94359CE9F8EF}"/>
          </ac:spMkLst>
        </pc:spChg>
        <pc:spChg chg="add mod">
          <ac:chgData name="Harris, Wyatt J Lt Col USAF USAFA DF/DFAS" userId="768bfb95-c272-4014-8fa2-010c15306053" providerId="ADAL" clId="{95571437-1CDD-49A9-9F44-9267EE8F1204}" dt="2026-02-25T04:54:01.633" v="16729" actId="1076"/>
          <ac:spMkLst>
            <pc:docMk/>
            <pc:sldMk cId="2953783623" sldId="257"/>
            <ac:spMk id="8" creationId="{129C2704-5301-7405-F5F4-0CDD266F8695}"/>
          </ac:spMkLst>
        </pc:spChg>
        <pc:spChg chg="add mod">
          <ac:chgData name="Harris, Wyatt J Lt Col USAF USAFA DF/DFAS" userId="768bfb95-c272-4014-8fa2-010c15306053" providerId="ADAL" clId="{95571437-1CDD-49A9-9F44-9267EE8F1204}" dt="2026-02-25T04:53:53.116" v="16727" actId="1076"/>
          <ac:spMkLst>
            <pc:docMk/>
            <pc:sldMk cId="2953783623" sldId="257"/>
            <ac:spMk id="9" creationId="{3E98A390-3304-D571-BCDC-A871779EAACB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3:59:23.423" v="14928" actId="20577"/>
        <pc:sldMkLst>
          <pc:docMk/>
          <pc:sldMk cId="2592074456" sldId="261"/>
        </pc:sldMkLst>
        <pc:spChg chg="mod">
          <ac:chgData name="Harris, Wyatt J Lt Col USAF USAFA DF/DFAS" userId="768bfb95-c272-4014-8fa2-010c15306053" providerId="ADAL" clId="{95571437-1CDD-49A9-9F44-9267EE8F1204}" dt="2026-02-23T03:59:23.423" v="14928" actId="20577"/>
          <ac:spMkLst>
            <pc:docMk/>
            <pc:sldMk cId="2592074456" sldId="261"/>
            <ac:spMk id="6" creationId="{BC7B1187-942C-BE44-54A3-51CDDD487410}"/>
          </ac:spMkLst>
        </pc:spChg>
      </pc:sldChg>
      <pc:sldChg chg="addSp delSp modSp mod">
        <pc:chgData name="Harris, Wyatt J Lt Col USAF USAFA DF/DFAS" userId="768bfb95-c272-4014-8fa2-010c15306053" providerId="ADAL" clId="{95571437-1CDD-49A9-9F44-9267EE8F1204}" dt="2026-02-23T03:59:56.959" v="14933" actId="20577"/>
        <pc:sldMkLst>
          <pc:docMk/>
          <pc:sldMk cId="2722592206" sldId="272"/>
        </pc:sldMkLst>
        <pc:spChg chg="mod">
          <ac:chgData name="Harris, Wyatt J Lt Col USAF USAFA DF/DFAS" userId="768bfb95-c272-4014-8fa2-010c15306053" providerId="ADAL" clId="{95571437-1CDD-49A9-9F44-9267EE8F1204}" dt="2026-02-23T03:59:49.621" v="14932"/>
          <ac:spMkLst>
            <pc:docMk/>
            <pc:sldMk cId="2722592206" sldId="272"/>
            <ac:spMk id="2" creationId="{5559099A-BF85-A8EA-BDDF-C0BEE1DDF484}"/>
          </ac:spMkLst>
        </pc:spChg>
        <pc:spChg chg="mod">
          <ac:chgData name="Harris, Wyatt J Lt Col USAF USAFA DF/DFAS" userId="768bfb95-c272-4014-8fa2-010c15306053" providerId="ADAL" clId="{95571437-1CDD-49A9-9F44-9267EE8F1204}" dt="2026-02-23T03:59:56.959" v="14933" actId="20577"/>
          <ac:spMkLst>
            <pc:docMk/>
            <pc:sldMk cId="2722592206" sldId="272"/>
            <ac:spMk id="14" creationId="{7EAA4AF2-A593-111D-63D1-B05A1CE9B2A1}"/>
          </ac:spMkLst>
        </pc:spChg>
        <pc:picChg chg="add mod">
          <ac:chgData name="Harris, Wyatt J Lt Col USAF USAFA DF/DFAS" userId="768bfb95-c272-4014-8fa2-010c15306053" providerId="ADAL" clId="{95571437-1CDD-49A9-9F44-9267EE8F1204}" dt="2026-02-23T03:59:42.868" v="14931"/>
          <ac:picMkLst>
            <pc:docMk/>
            <pc:sldMk cId="2722592206" sldId="272"/>
            <ac:picMk id="3" creationId="{4E1F5977-32BD-576D-C7E9-A4DABE36A350}"/>
          </ac:picMkLst>
        </pc:picChg>
      </pc:sldChg>
      <pc:sldChg chg="modSp mod">
        <pc:chgData name="Harris, Wyatt J Lt Col USAF USAFA DF/DFAS" userId="768bfb95-c272-4014-8fa2-010c15306053" providerId="ADAL" clId="{95571437-1CDD-49A9-9F44-9267EE8F1204}" dt="2026-02-23T04:00:01.001" v="14935" actId="20577"/>
        <pc:sldMkLst>
          <pc:docMk/>
          <pc:sldMk cId="1173215806" sldId="273"/>
        </pc:sldMkLst>
        <pc:spChg chg="mod">
          <ac:chgData name="Harris, Wyatt J Lt Col USAF USAFA DF/DFAS" userId="768bfb95-c272-4014-8fa2-010c15306053" providerId="ADAL" clId="{95571437-1CDD-49A9-9F44-9267EE8F1204}" dt="2026-02-23T04:00:01.001" v="14935" actId="20577"/>
          <ac:spMkLst>
            <pc:docMk/>
            <pc:sldMk cId="1173215806" sldId="273"/>
            <ac:spMk id="15" creationId="{0D8B8768-A3E6-D5DD-1510-5E077EF85D13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4:01:42.809" v="14946" actId="20577"/>
        <pc:sldMkLst>
          <pc:docMk/>
          <pc:sldMk cId="3585799066" sldId="274"/>
        </pc:sldMkLst>
        <pc:spChg chg="mod">
          <ac:chgData name="Harris, Wyatt J Lt Col USAF USAFA DF/DFAS" userId="768bfb95-c272-4014-8fa2-010c15306053" providerId="ADAL" clId="{95571437-1CDD-49A9-9F44-9267EE8F1204}" dt="2026-02-23T04:01:42.809" v="14946" actId="20577"/>
          <ac:spMkLst>
            <pc:docMk/>
            <pc:sldMk cId="3585799066" sldId="274"/>
            <ac:spMk id="9" creationId="{30BC83A9-944B-EFAB-4A4D-AAE6A4EBE7F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4:00:03.969" v="14936" actId="20577"/>
        <pc:sldMkLst>
          <pc:docMk/>
          <pc:sldMk cId="3036370360" sldId="275"/>
        </pc:sldMkLst>
        <pc:spChg chg="mod">
          <ac:chgData name="Harris, Wyatt J Lt Col USAF USAFA DF/DFAS" userId="768bfb95-c272-4014-8fa2-010c15306053" providerId="ADAL" clId="{95571437-1CDD-49A9-9F44-9267EE8F1204}" dt="2026-02-23T04:00:03.969" v="14936" actId="20577"/>
          <ac:spMkLst>
            <pc:docMk/>
            <pc:sldMk cId="3036370360" sldId="275"/>
            <ac:spMk id="6" creationId="{3AF6F222-AB55-E97D-3C55-FA3B825FCE9A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4:00:06.617" v="14937" actId="20577"/>
        <pc:sldMkLst>
          <pc:docMk/>
          <pc:sldMk cId="1872191919" sldId="276"/>
        </pc:sldMkLst>
        <pc:spChg chg="mod">
          <ac:chgData name="Harris, Wyatt J Lt Col USAF USAFA DF/DFAS" userId="768bfb95-c272-4014-8fa2-010c15306053" providerId="ADAL" clId="{95571437-1CDD-49A9-9F44-9267EE8F1204}" dt="2026-02-23T04:00:06.617" v="14937" actId="20577"/>
          <ac:spMkLst>
            <pc:docMk/>
            <pc:sldMk cId="1872191919" sldId="276"/>
            <ac:spMk id="10" creationId="{D00943C0-3408-EC88-D6D0-6272977D4EC2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4:00:10.049" v="14938" actId="20577"/>
        <pc:sldMkLst>
          <pc:docMk/>
          <pc:sldMk cId="948012493" sldId="277"/>
        </pc:sldMkLst>
        <pc:spChg chg="mod">
          <ac:chgData name="Harris, Wyatt J Lt Col USAF USAFA DF/DFAS" userId="768bfb95-c272-4014-8fa2-010c15306053" providerId="ADAL" clId="{95571437-1CDD-49A9-9F44-9267EE8F1204}" dt="2026-02-23T04:00:10.049" v="14938" actId="20577"/>
          <ac:spMkLst>
            <pc:docMk/>
            <pc:sldMk cId="948012493" sldId="277"/>
            <ac:spMk id="14" creationId="{F01A325F-12C4-184B-D4B2-6C2D0A44907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4:01:45.264" v="14948" actId="20577"/>
        <pc:sldMkLst>
          <pc:docMk/>
          <pc:sldMk cId="3325340705" sldId="278"/>
        </pc:sldMkLst>
        <pc:spChg chg="mod">
          <ac:chgData name="Harris, Wyatt J Lt Col USAF USAFA DF/DFAS" userId="768bfb95-c272-4014-8fa2-010c15306053" providerId="ADAL" clId="{95571437-1CDD-49A9-9F44-9267EE8F1204}" dt="2026-02-23T04:01:45.264" v="14948" actId="20577"/>
          <ac:spMkLst>
            <pc:docMk/>
            <pc:sldMk cId="3325340705" sldId="278"/>
            <ac:spMk id="10" creationId="{9863DE36-D842-2EF9-9E36-2A192BEBE8CD}"/>
          </ac:spMkLst>
        </pc:spChg>
      </pc:sldChg>
      <pc:sldChg chg="addSp delSp modSp mod">
        <pc:chgData name="Harris, Wyatt J Lt Col USAF USAFA DF/DFAS" userId="768bfb95-c272-4014-8fa2-010c15306053" providerId="ADAL" clId="{95571437-1CDD-49A9-9F44-9267EE8F1204}" dt="2026-02-23T04:37:16.347" v="16423" actId="14100"/>
        <pc:sldMkLst>
          <pc:docMk/>
          <pc:sldMk cId="2389889184" sldId="279"/>
        </pc:sldMkLst>
        <pc:spChg chg="mod">
          <ac:chgData name="Harris, Wyatt J Lt Col USAF USAFA DF/DFAS" userId="768bfb95-c272-4014-8fa2-010c15306053" providerId="ADAL" clId="{95571437-1CDD-49A9-9F44-9267EE8F1204}" dt="2026-02-23T03:21:05.253" v="14789" actId="20577"/>
          <ac:spMkLst>
            <pc:docMk/>
            <pc:sldMk cId="2389889184" sldId="279"/>
            <ac:spMk id="2" creationId="{E25B864A-3EB9-42FE-C49C-8CBB5D4B55BF}"/>
          </ac:spMkLst>
        </pc:spChg>
        <pc:spChg chg="mod">
          <ac:chgData name="Harris, Wyatt J Lt Col USAF USAFA DF/DFAS" userId="768bfb95-c272-4014-8fa2-010c15306053" providerId="ADAL" clId="{95571437-1CDD-49A9-9F44-9267EE8F1204}" dt="2026-02-23T04:36:39.693" v="16416" actId="13926"/>
          <ac:spMkLst>
            <pc:docMk/>
            <pc:sldMk cId="2389889184" sldId="279"/>
            <ac:spMk id="3" creationId="{168DC254-C618-079E-B60C-C65375E9C784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36:35.026" v="16415" actId="1076"/>
          <ac:spMkLst>
            <pc:docMk/>
            <pc:sldMk cId="2389889184" sldId="279"/>
            <ac:spMk id="8" creationId="{12963BFC-1336-5822-3EC1-9770A7D0349D}"/>
          </ac:spMkLst>
        </pc:spChg>
        <pc:spChg chg="mod">
          <ac:chgData name="Harris, Wyatt J Lt Col USAF USAFA DF/DFAS" userId="768bfb95-c272-4014-8fa2-010c15306053" providerId="ADAL" clId="{95571437-1CDD-49A9-9F44-9267EE8F1204}" dt="2026-02-23T04:01:56.196" v="14952" actId="20577"/>
          <ac:spMkLst>
            <pc:docMk/>
            <pc:sldMk cId="2389889184" sldId="279"/>
            <ac:spMk id="18" creationId="{381804F6-2B7C-8B70-DC8B-26B50B3256F9}"/>
          </ac:spMkLst>
        </pc:spChg>
        <pc:picChg chg="add mod">
          <ac:chgData name="Harris, Wyatt J Lt Col USAF USAFA DF/DFAS" userId="768bfb95-c272-4014-8fa2-010c15306053" providerId="ADAL" clId="{95571437-1CDD-49A9-9F44-9267EE8F1204}" dt="2026-02-23T04:36:32.268" v="16414" actId="1076"/>
          <ac:picMkLst>
            <pc:docMk/>
            <pc:sldMk cId="2389889184" sldId="279"/>
            <ac:picMk id="7" creationId="{5B5930C3-99EF-04DD-C98F-ED11516BF21A}"/>
          </ac:picMkLst>
        </pc:picChg>
        <pc:picChg chg="add mod">
          <ac:chgData name="Harris, Wyatt J Lt Col USAF USAFA DF/DFAS" userId="768bfb95-c272-4014-8fa2-010c15306053" providerId="ADAL" clId="{95571437-1CDD-49A9-9F44-9267EE8F1204}" dt="2026-02-23T04:36:54.788" v="16418" actId="1076"/>
          <ac:picMkLst>
            <pc:docMk/>
            <pc:sldMk cId="2389889184" sldId="279"/>
            <ac:picMk id="14" creationId="{9E690CD4-E52D-CE12-AD51-7E496A6715C4}"/>
          </ac:picMkLst>
        </pc:picChg>
        <pc:cxnChg chg="add mod ord">
          <ac:chgData name="Harris, Wyatt J Lt Col USAF USAFA DF/DFAS" userId="768bfb95-c272-4014-8fa2-010c15306053" providerId="ADAL" clId="{95571437-1CDD-49A9-9F44-9267EE8F1204}" dt="2026-02-23T04:37:16.347" v="16423" actId="14100"/>
          <ac:cxnSpMkLst>
            <pc:docMk/>
            <pc:sldMk cId="2389889184" sldId="279"/>
            <ac:cxnSpMk id="11" creationId="{E7295007-80F3-0119-484B-3D7382185D77}"/>
          </ac:cxnSpMkLst>
        </pc:cxnChg>
      </pc:sldChg>
      <pc:sldChg chg="addSp delSp modSp mod">
        <pc:chgData name="Harris, Wyatt J Lt Col USAF USAFA DF/DFAS" userId="768bfb95-c272-4014-8fa2-010c15306053" providerId="ADAL" clId="{95571437-1CDD-49A9-9F44-9267EE8F1204}" dt="2026-02-23T04:17:11.898" v="15292"/>
        <pc:sldMkLst>
          <pc:docMk/>
          <pc:sldMk cId="3326552786" sldId="280"/>
        </pc:sldMkLst>
        <pc:spChg chg="mod">
          <ac:chgData name="Harris, Wyatt J Lt Col USAF USAFA DF/DFAS" userId="768bfb95-c272-4014-8fa2-010c15306053" providerId="ADAL" clId="{95571437-1CDD-49A9-9F44-9267EE8F1204}" dt="2026-02-23T04:04:54.393" v="15066" actId="1076"/>
          <ac:spMkLst>
            <pc:docMk/>
            <pc:sldMk cId="3326552786" sldId="280"/>
            <ac:spMk id="2" creationId="{A785BC46-1D54-D979-E340-BB02E8F3FDFF}"/>
          </ac:spMkLst>
        </pc:spChg>
        <pc:spChg chg="mod">
          <ac:chgData name="Harris, Wyatt J Lt Col USAF USAFA DF/DFAS" userId="768bfb95-c272-4014-8fa2-010c15306053" providerId="ADAL" clId="{95571437-1CDD-49A9-9F44-9267EE8F1204}" dt="2026-02-23T03:19:36.816" v="14760" actId="20577"/>
          <ac:spMkLst>
            <pc:docMk/>
            <pc:sldMk cId="3326552786" sldId="280"/>
            <ac:spMk id="3" creationId="{5D501359-5E04-6AA8-32C1-4FB4E3297DD8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5:12.280" v="15275" actId="1076"/>
          <ac:spMkLst>
            <pc:docMk/>
            <pc:sldMk cId="3326552786" sldId="280"/>
            <ac:spMk id="6" creationId="{BAF1DF57-C047-D73F-97E3-12957D6A8D6A}"/>
          </ac:spMkLst>
        </pc:spChg>
        <pc:spChg chg="mod">
          <ac:chgData name="Harris, Wyatt J Lt Col USAF USAFA DF/DFAS" userId="768bfb95-c272-4014-8fa2-010c15306053" providerId="ADAL" clId="{95571437-1CDD-49A9-9F44-9267EE8F1204}" dt="2026-02-23T03:20:39.550" v="14788" actId="1076"/>
          <ac:spMkLst>
            <pc:docMk/>
            <pc:sldMk cId="3326552786" sldId="280"/>
            <ac:spMk id="8" creationId="{A0509BB9-2571-FE17-A2C7-0CB560E1902E}"/>
          </ac:spMkLst>
        </pc:spChg>
        <pc:spChg chg="mod">
          <ac:chgData name="Harris, Wyatt J Lt Col USAF USAFA DF/DFAS" userId="768bfb95-c272-4014-8fa2-010c15306053" providerId="ADAL" clId="{95571437-1CDD-49A9-9F44-9267EE8F1204}" dt="2026-02-23T03:20:09.382" v="14771" actId="20577"/>
          <ac:spMkLst>
            <pc:docMk/>
            <pc:sldMk cId="3326552786" sldId="280"/>
            <ac:spMk id="9" creationId="{65F25FDF-1946-748F-E74B-5971BAAEAB3D}"/>
          </ac:spMkLst>
        </pc:spChg>
        <pc:spChg chg="mod">
          <ac:chgData name="Harris, Wyatt J Lt Col USAF USAFA DF/DFAS" userId="768bfb95-c272-4014-8fa2-010c15306053" providerId="ADAL" clId="{95571437-1CDD-49A9-9F44-9267EE8F1204}" dt="2026-02-23T03:20:30.246" v="14785" actId="1076"/>
          <ac:spMkLst>
            <pc:docMk/>
            <pc:sldMk cId="3326552786" sldId="280"/>
            <ac:spMk id="10" creationId="{0FEE532A-3656-CFC4-4DCF-38EDFA67CAB8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06:16.218" v="15086" actId="1076"/>
          <ac:spMkLst>
            <pc:docMk/>
            <pc:sldMk cId="3326552786" sldId="280"/>
            <ac:spMk id="20" creationId="{0DC24CF2-5FEC-1394-ED30-C7867B291F17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2:18.091" v="15224" actId="1076"/>
          <ac:spMkLst>
            <pc:docMk/>
            <pc:sldMk cId="3326552786" sldId="280"/>
            <ac:spMk id="24" creationId="{FD53393B-360F-ADF8-3F5C-54256AD52249}"/>
          </ac:spMkLst>
        </pc:spChg>
        <pc:spChg chg="mod">
          <ac:chgData name="Harris, Wyatt J Lt Col USAF USAFA DF/DFAS" userId="768bfb95-c272-4014-8fa2-010c15306053" providerId="ADAL" clId="{95571437-1CDD-49A9-9F44-9267EE8F1204}" dt="2026-02-23T04:01:53.302" v="14950" actId="20577"/>
          <ac:spMkLst>
            <pc:docMk/>
            <pc:sldMk cId="3326552786" sldId="280"/>
            <ac:spMk id="31" creationId="{70988568-97EF-BFE8-787F-D7AFCD66CC4F}"/>
          </ac:spMkLst>
        </pc:spChg>
        <pc:picChg chg="mod">
          <ac:chgData name="Harris, Wyatt J Lt Col USAF USAFA DF/DFAS" userId="768bfb95-c272-4014-8fa2-010c15306053" providerId="ADAL" clId="{95571437-1CDD-49A9-9F44-9267EE8F1204}" dt="2026-02-23T03:20:27.572" v="14784" actId="1076"/>
          <ac:picMkLst>
            <pc:docMk/>
            <pc:sldMk cId="3326552786" sldId="280"/>
            <ac:picMk id="7" creationId="{904B6F35-3B3B-D5F8-BEC0-90AB0F92F32E}"/>
          </ac:picMkLst>
        </pc:picChg>
        <pc:picChg chg="add mod modCrop">
          <ac:chgData name="Harris, Wyatt J Lt Col USAF USAFA DF/DFAS" userId="768bfb95-c272-4014-8fa2-010c15306053" providerId="ADAL" clId="{95571437-1CDD-49A9-9F44-9267EE8F1204}" dt="2026-02-23T04:05:30.002" v="15077" actId="1076"/>
          <ac:picMkLst>
            <pc:docMk/>
            <pc:sldMk cId="3326552786" sldId="280"/>
            <ac:picMk id="17" creationId="{7D333F64-3EE8-ADAE-6A6B-6E0C00E897B6}"/>
          </ac:picMkLst>
        </pc:picChg>
      </pc:sldChg>
      <pc:sldChg chg="modSp mod">
        <pc:chgData name="Harris, Wyatt J Lt Col USAF USAFA DF/DFAS" userId="768bfb95-c272-4014-8fa2-010c15306053" providerId="ADAL" clId="{95571437-1CDD-49A9-9F44-9267EE8F1204}" dt="2026-02-23T04:40:16.582" v="16502" actId="20577"/>
        <pc:sldMkLst>
          <pc:docMk/>
          <pc:sldMk cId="576680211" sldId="281"/>
        </pc:sldMkLst>
        <pc:spChg chg="mod">
          <ac:chgData name="Harris, Wyatt J Lt Col USAF USAFA DF/DFAS" userId="768bfb95-c272-4014-8fa2-010c15306053" providerId="ADAL" clId="{95571437-1CDD-49A9-9F44-9267EE8F1204}" dt="2026-02-23T04:40:16.582" v="16502" actId="20577"/>
          <ac:spMkLst>
            <pc:docMk/>
            <pc:sldMk cId="576680211" sldId="281"/>
            <ac:spMk id="3" creationId="{4A388925-9E1F-33BC-D972-61493833ACB8}"/>
          </ac:spMkLst>
        </pc:spChg>
        <pc:spChg chg="mod">
          <ac:chgData name="Harris, Wyatt J Lt Col USAF USAFA DF/DFAS" userId="768bfb95-c272-4014-8fa2-010c15306053" providerId="ADAL" clId="{95571437-1CDD-49A9-9F44-9267EE8F1204}" dt="2026-02-23T04:02:01.053" v="14954" actId="20577"/>
          <ac:spMkLst>
            <pc:docMk/>
            <pc:sldMk cId="576680211" sldId="281"/>
            <ac:spMk id="6" creationId="{8F468BAF-57D8-7122-A2B4-51EB212634CE}"/>
          </ac:spMkLst>
        </pc:spChg>
      </pc:sldChg>
      <pc:sldChg chg="addSp delSp modSp mod">
        <pc:chgData name="Harris, Wyatt J Lt Col USAF USAFA DF/DFAS" userId="768bfb95-c272-4014-8fa2-010c15306053" providerId="ADAL" clId="{95571437-1CDD-49A9-9F44-9267EE8F1204}" dt="2026-02-23T04:35:43.619" v="16345" actId="14100"/>
        <pc:sldMkLst>
          <pc:docMk/>
          <pc:sldMk cId="1168505971" sldId="282"/>
        </pc:sldMkLst>
        <pc:spChg chg="mod">
          <ac:chgData name="Harris, Wyatt J Lt Col USAF USAFA DF/DFAS" userId="768bfb95-c272-4014-8fa2-010c15306053" providerId="ADAL" clId="{95571437-1CDD-49A9-9F44-9267EE8F1204}" dt="2026-02-23T04:34:38.828" v="16336" actId="693"/>
          <ac:spMkLst>
            <pc:docMk/>
            <pc:sldMk cId="1168505971" sldId="282"/>
            <ac:spMk id="8" creationId="{BCBCA2F6-80C6-AF0F-D009-78CDEE674D5F}"/>
          </ac:spMkLst>
        </pc:spChg>
        <pc:spChg chg="add mod">
          <ac:chgData name="Harris, Wyatt J Lt Col USAF USAFA DF/DFAS" userId="768bfb95-c272-4014-8fa2-010c15306053" providerId="ADAL" clId="{95571437-1CDD-49A9-9F44-9267EE8F1204}" dt="2026-02-23T03:56:37.614" v="14826" actId="164"/>
          <ac:spMkLst>
            <pc:docMk/>
            <pc:sldMk cId="1168505971" sldId="282"/>
            <ac:spMk id="15" creationId="{5F588C08-DB17-4EAC-73BD-44F38F4209BA}"/>
          </ac:spMkLst>
        </pc:spChg>
        <pc:spChg chg="mod">
          <ac:chgData name="Harris, Wyatt J Lt Col USAF USAFA DF/DFAS" userId="768bfb95-c272-4014-8fa2-010c15306053" providerId="ADAL" clId="{95571437-1CDD-49A9-9F44-9267EE8F1204}" dt="2026-02-23T04:01:06.142" v="14944" actId="1076"/>
          <ac:spMkLst>
            <pc:docMk/>
            <pc:sldMk cId="1168505971" sldId="282"/>
            <ac:spMk id="20" creationId="{48FC94E3-56E4-A97E-67D0-02108C50C2B9}"/>
          </ac:spMkLst>
        </pc:spChg>
        <pc:spChg chg="mod">
          <ac:chgData name="Harris, Wyatt J Lt Col USAF USAFA DF/DFAS" userId="768bfb95-c272-4014-8fa2-010c15306053" providerId="ADAL" clId="{95571437-1CDD-49A9-9F44-9267EE8F1204}" dt="2026-02-23T03:56:37.614" v="14826" actId="164"/>
          <ac:spMkLst>
            <pc:docMk/>
            <pc:sldMk cId="1168505971" sldId="282"/>
            <ac:spMk id="21" creationId="{CC2066D0-2333-4041-E6FD-E8B1DC1AFB95}"/>
          </ac:spMkLst>
        </pc:spChg>
        <pc:spChg chg="mod">
          <ac:chgData name="Harris, Wyatt J Lt Col USAF USAFA DF/DFAS" userId="768bfb95-c272-4014-8fa2-010c15306053" providerId="ADAL" clId="{95571437-1CDD-49A9-9F44-9267EE8F1204}" dt="2026-02-23T03:58:14.569" v="14852" actId="1076"/>
          <ac:spMkLst>
            <pc:docMk/>
            <pc:sldMk cId="1168505971" sldId="282"/>
            <ac:spMk id="22" creationId="{EE2D1567-C293-E338-FEAA-494C0B1075E0}"/>
          </ac:spMkLst>
        </pc:spChg>
        <pc:spChg chg="mod">
          <ac:chgData name="Harris, Wyatt J Lt Col USAF USAFA DF/DFAS" userId="768bfb95-c272-4014-8fa2-010c15306053" providerId="ADAL" clId="{95571437-1CDD-49A9-9F44-9267EE8F1204}" dt="2026-02-23T03:57:54.721" v="14847" actId="14100"/>
          <ac:spMkLst>
            <pc:docMk/>
            <pc:sldMk cId="1168505971" sldId="282"/>
            <ac:spMk id="23" creationId="{3EB0BB61-BEE2-4CF2-E6B0-100028732F16}"/>
          </ac:spMkLst>
        </pc:spChg>
        <pc:spChg chg="mod">
          <ac:chgData name="Harris, Wyatt J Lt Col USAF USAFA DF/DFAS" userId="768bfb95-c272-4014-8fa2-010c15306053" providerId="ADAL" clId="{95571437-1CDD-49A9-9F44-9267EE8F1204}" dt="2026-02-23T03:56:37.614" v="14826" actId="164"/>
          <ac:spMkLst>
            <pc:docMk/>
            <pc:sldMk cId="1168505971" sldId="282"/>
            <ac:spMk id="25" creationId="{4FD20E59-6411-3F66-96C1-F44D42810905}"/>
          </ac:spMkLst>
        </pc:spChg>
        <pc:spChg chg="mod">
          <ac:chgData name="Harris, Wyatt J Lt Col USAF USAFA DF/DFAS" userId="768bfb95-c272-4014-8fa2-010c15306053" providerId="ADAL" clId="{95571437-1CDD-49A9-9F44-9267EE8F1204}" dt="2026-02-23T03:56:37.614" v="14826" actId="164"/>
          <ac:spMkLst>
            <pc:docMk/>
            <pc:sldMk cId="1168505971" sldId="282"/>
            <ac:spMk id="26" creationId="{3763AC7C-0724-645A-216B-5B437DAB79AB}"/>
          </ac:spMkLst>
        </pc:spChg>
        <pc:spChg chg="mod">
          <ac:chgData name="Harris, Wyatt J Lt Col USAF USAFA DF/DFAS" userId="768bfb95-c272-4014-8fa2-010c15306053" providerId="ADAL" clId="{95571437-1CDD-49A9-9F44-9267EE8F1204}" dt="2026-02-23T03:57:57.201" v="14848" actId="1076"/>
          <ac:spMkLst>
            <pc:docMk/>
            <pc:sldMk cId="1168505971" sldId="282"/>
            <ac:spMk id="29" creationId="{6865FA3E-100A-8369-69AD-F8D2E2CE6723}"/>
          </ac:spMkLst>
        </pc:spChg>
        <pc:spChg chg="mod">
          <ac:chgData name="Harris, Wyatt J Lt Col USAF USAFA DF/DFAS" userId="768bfb95-c272-4014-8fa2-010c15306053" providerId="ADAL" clId="{95571437-1CDD-49A9-9F44-9267EE8F1204}" dt="2026-02-23T03:56:37.614" v="14826" actId="164"/>
          <ac:spMkLst>
            <pc:docMk/>
            <pc:sldMk cId="1168505971" sldId="282"/>
            <ac:spMk id="30" creationId="{B37E637F-7202-7043-9556-5F27EB3D38CF}"/>
          </ac:spMkLst>
        </pc:spChg>
        <pc:spChg chg="add mod">
          <ac:chgData name="Harris, Wyatt J Lt Col USAF USAFA DF/DFAS" userId="768bfb95-c272-4014-8fa2-010c15306053" providerId="ADAL" clId="{95571437-1CDD-49A9-9F44-9267EE8F1204}" dt="2026-02-23T03:59:12.963" v="14924" actId="20577"/>
          <ac:spMkLst>
            <pc:docMk/>
            <pc:sldMk cId="1168505971" sldId="282"/>
            <ac:spMk id="34" creationId="{EBB00750-A0A7-8EBE-92B2-492F5FBC7D59}"/>
          </ac:spMkLst>
        </pc:spChg>
        <pc:spChg chg="mod">
          <ac:chgData name="Harris, Wyatt J Lt Col USAF USAFA DF/DFAS" userId="768bfb95-c272-4014-8fa2-010c15306053" providerId="ADAL" clId="{95571437-1CDD-49A9-9F44-9267EE8F1204}" dt="2026-02-23T03:59:19.496" v="14926" actId="20577"/>
          <ac:spMkLst>
            <pc:docMk/>
            <pc:sldMk cId="1168505971" sldId="282"/>
            <ac:spMk id="38" creationId="{CEE84D48-F605-E20A-866E-9CBCBA49667C}"/>
          </ac:spMkLst>
        </pc:spChg>
        <pc:grpChg chg="add mod">
          <ac:chgData name="Harris, Wyatt J Lt Col USAF USAFA DF/DFAS" userId="768bfb95-c272-4014-8fa2-010c15306053" providerId="ADAL" clId="{95571437-1CDD-49A9-9F44-9267EE8F1204}" dt="2026-02-23T03:57:29.067" v="14841" actId="1076"/>
          <ac:grpSpMkLst>
            <pc:docMk/>
            <pc:sldMk cId="1168505971" sldId="282"/>
            <ac:grpSpMk id="17" creationId="{18D9F982-3CDB-8EAF-396E-0A841986CCCE}"/>
          </ac:grpSpMkLst>
        </pc:grpChg>
        <pc:picChg chg="add mod ord">
          <ac:chgData name="Harris, Wyatt J Lt Col USAF USAFA DF/DFAS" userId="768bfb95-c272-4014-8fa2-010c15306053" providerId="ADAL" clId="{95571437-1CDD-49A9-9F44-9267EE8F1204}" dt="2026-02-23T04:34:25.664" v="16335" actId="1076"/>
          <ac:picMkLst>
            <pc:docMk/>
            <pc:sldMk cId="1168505971" sldId="282"/>
            <ac:picMk id="6" creationId="{6516167A-1227-83CA-BC49-0AFC50749A66}"/>
          </ac:picMkLst>
        </pc:picChg>
        <pc:picChg chg="add mod">
          <ac:chgData name="Harris, Wyatt J Lt Col USAF USAFA DF/DFAS" userId="768bfb95-c272-4014-8fa2-010c15306053" providerId="ADAL" clId="{95571437-1CDD-49A9-9F44-9267EE8F1204}" dt="2026-02-23T04:35:22.820" v="16341" actId="1076"/>
          <ac:picMkLst>
            <pc:docMk/>
            <pc:sldMk cId="1168505971" sldId="282"/>
            <ac:picMk id="40" creationId="{5216EB2D-F448-025F-3725-646A3A83F08A}"/>
          </ac:picMkLst>
        </pc:picChg>
        <pc:cxnChg chg="mod">
          <ac:chgData name="Harris, Wyatt J Lt Col USAF USAFA DF/DFAS" userId="768bfb95-c272-4014-8fa2-010c15306053" providerId="ADAL" clId="{95571437-1CDD-49A9-9F44-9267EE8F1204}" dt="2026-02-23T04:01:01.646" v="14943" actId="14100"/>
          <ac:cxnSpMkLst>
            <pc:docMk/>
            <pc:sldMk cId="1168505971" sldId="282"/>
            <ac:cxnSpMk id="10" creationId="{A79C3A5B-D78D-5D5D-F95E-43FADD81FB9B}"/>
          </ac:cxnSpMkLst>
        </pc:cxnChg>
        <pc:cxnChg chg="mod">
          <ac:chgData name="Harris, Wyatt J Lt Col USAF USAFA DF/DFAS" userId="768bfb95-c272-4014-8fa2-010c15306053" providerId="ADAL" clId="{95571437-1CDD-49A9-9F44-9267EE8F1204}" dt="2026-02-23T03:56:21.827" v="14822" actId="21"/>
          <ac:cxnSpMkLst>
            <pc:docMk/>
            <pc:sldMk cId="1168505971" sldId="282"/>
            <ac:cxnSpMk id="12" creationId="{CEEDCED8-C883-2627-CD8C-B46D9DED3313}"/>
          </ac:cxnSpMkLst>
        </pc:cxnChg>
        <pc:cxnChg chg="mod">
          <ac:chgData name="Harris, Wyatt J Lt Col USAF USAFA DF/DFAS" userId="768bfb95-c272-4014-8fa2-010c15306053" providerId="ADAL" clId="{95571437-1CDD-49A9-9F44-9267EE8F1204}" dt="2026-02-23T03:58:11.961" v="14850" actId="14100"/>
          <ac:cxnSpMkLst>
            <pc:docMk/>
            <pc:sldMk cId="1168505971" sldId="282"/>
            <ac:cxnSpMk id="16" creationId="{399C0FDB-C8D7-2195-1282-2CC5A1DCD242}"/>
          </ac:cxnSpMkLst>
        </pc:cxnChg>
        <pc:cxnChg chg="mod ord">
          <ac:chgData name="Harris, Wyatt J Lt Col USAF USAFA DF/DFAS" userId="768bfb95-c272-4014-8fa2-010c15306053" providerId="ADAL" clId="{95571437-1CDD-49A9-9F44-9267EE8F1204}" dt="2026-02-23T04:35:43.619" v="16345" actId="14100"/>
          <ac:cxnSpMkLst>
            <pc:docMk/>
            <pc:sldMk cId="1168505971" sldId="282"/>
            <ac:cxnSpMk id="36" creationId="{2DEF5DAD-8964-4D88-397B-289B5C9E14C5}"/>
          </ac:cxnSpMkLst>
        </pc:cxnChg>
      </pc:sldChg>
      <pc:sldChg chg="modSp mod">
        <pc:chgData name="Harris, Wyatt J Lt Col USAF USAFA DF/DFAS" userId="768bfb95-c272-4014-8fa2-010c15306053" providerId="ADAL" clId="{95571437-1CDD-49A9-9F44-9267EE8F1204}" dt="2026-02-23T04:02:03.869" v="14956" actId="20577"/>
        <pc:sldMkLst>
          <pc:docMk/>
          <pc:sldMk cId="1602746399" sldId="283"/>
        </pc:sldMkLst>
        <pc:spChg chg="mod">
          <ac:chgData name="Harris, Wyatt J Lt Col USAF USAFA DF/DFAS" userId="768bfb95-c272-4014-8fa2-010c15306053" providerId="ADAL" clId="{95571437-1CDD-49A9-9F44-9267EE8F1204}" dt="2026-02-23T03:01:01.115" v="14107" actId="20577"/>
          <ac:spMkLst>
            <pc:docMk/>
            <pc:sldMk cId="1602746399" sldId="283"/>
            <ac:spMk id="3" creationId="{6B5F2F82-A42D-3F4D-BABD-8644516DE7D7}"/>
          </ac:spMkLst>
        </pc:spChg>
        <pc:spChg chg="mod">
          <ac:chgData name="Harris, Wyatt J Lt Col USAF USAFA DF/DFAS" userId="768bfb95-c272-4014-8fa2-010c15306053" providerId="ADAL" clId="{95571437-1CDD-49A9-9F44-9267EE8F1204}" dt="2026-02-23T04:02:03.869" v="14956" actId="20577"/>
          <ac:spMkLst>
            <pc:docMk/>
            <pc:sldMk cId="1602746399" sldId="283"/>
            <ac:spMk id="6" creationId="{1CCA90C3-5E82-AED8-7DAA-82B63BAA163A}"/>
          </ac:spMkLst>
        </pc:spChg>
      </pc:sldChg>
      <pc:sldChg chg="addSp delSp modSp mod">
        <pc:chgData name="Harris, Wyatt J Lt Col USAF USAFA DF/DFAS" userId="768bfb95-c272-4014-8fa2-010c15306053" providerId="ADAL" clId="{95571437-1CDD-49A9-9F44-9267EE8F1204}" dt="2026-02-25T03:36:54.689" v="16719" actId="20577"/>
        <pc:sldMkLst>
          <pc:docMk/>
          <pc:sldMk cId="1664060707" sldId="284"/>
        </pc:sldMkLst>
        <pc:spChg chg="mod">
          <ac:chgData name="Harris, Wyatt J Lt Col USAF USAFA DF/DFAS" userId="768bfb95-c272-4014-8fa2-010c15306053" providerId="ADAL" clId="{95571437-1CDD-49A9-9F44-9267EE8F1204}" dt="2026-02-23T04:23:43.683" v="15468" actId="404"/>
          <ac:spMkLst>
            <pc:docMk/>
            <pc:sldMk cId="1664060707" sldId="284"/>
            <ac:spMk id="2" creationId="{9627C8F8-F170-8727-E250-4F15681C4CE6}"/>
          </ac:spMkLst>
        </pc:spChg>
        <pc:spChg chg="add del mod">
          <ac:chgData name="Harris, Wyatt J Lt Col USAF USAFA DF/DFAS" userId="768bfb95-c272-4014-8fa2-010c15306053" providerId="ADAL" clId="{95571437-1CDD-49A9-9F44-9267EE8F1204}" dt="2026-02-25T03:36:54.689" v="16719" actId="20577"/>
          <ac:spMkLst>
            <pc:docMk/>
            <pc:sldMk cId="1664060707" sldId="284"/>
            <ac:spMk id="3" creationId="{9C821B0D-7A51-6E3E-FB2C-9FD787472DA4}"/>
          </ac:spMkLst>
        </pc:spChg>
        <pc:spChg chg="mod">
          <ac:chgData name="Harris, Wyatt J Lt Col USAF USAFA DF/DFAS" userId="768bfb95-c272-4014-8fa2-010c15306053" providerId="ADAL" clId="{95571437-1CDD-49A9-9F44-9267EE8F1204}" dt="2026-02-23T04:02:06.281" v="14958" actId="20577"/>
          <ac:spMkLst>
            <pc:docMk/>
            <pc:sldMk cId="1664060707" sldId="284"/>
            <ac:spMk id="8" creationId="{953D6DA8-A877-A487-2AC2-65301C190B62}"/>
          </ac:spMkLst>
        </pc:spChg>
        <pc:picChg chg="add mod">
          <ac:chgData name="Harris, Wyatt J Lt Col USAF USAFA DF/DFAS" userId="768bfb95-c272-4014-8fa2-010c15306053" providerId="ADAL" clId="{95571437-1CDD-49A9-9F44-9267EE8F1204}" dt="2026-02-23T03:11:08.159" v="14140" actId="1076"/>
          <ac:picMkLst>
            <pc:docMk/>
            <pc:sldMk cId="1664060707" sldId="284"/>
            <ac:picMk id="13" creationId="{0C7243BA-C660-8C2E-5755-DD52CC4C74F1}"/>
          </ac:picMkLst>
        </pc:picChg>
      </pc:sldChg>
      <pc:sldChg chg="modSp mod">
        <pc:chgData name="Harris, Wyatt J Lt Col USAF USAFA DF/DFAS" userId="768bfb95-c272-4014-8fa2-010c15306053" providerId="ADAL" clId="{95571437-1CDD-49A9-9F44-9267EE8F1204}" dt="2026-02-23T04:41:26.300" v="16597" actId="5793"/>
        <pc:sldMkLst>
          <pc:docMk/>
          <pc:sldMk cId="207479710" sldId="285"/>
        </pc:sldMkLst>
        <pc:spChg chg="mod">
          <ac:chgData name="Harris, Wyatt J Lt Col USAF USAFA DF/DFAS" userId="768bfb95-c272-4014-8fa2-010c15306053" providerId="ADAL" clId="{95571437-1CDD-49A9-9F44-9267EE8F1204}" dt="2026-02-23T04:41:26.300" v="16597" actId="5793"/>
          <ac:spMkLst>
            <pc:docMk/>
            <pc:sldMk cId="207479710" sldId="285"/>
            <ac:spMk id="3" creationId="{92392549-519C-9FAB-E67B-62EB48BB80F2}"/>
          </ac:spMkLst>
        </pc:spChg>
        <pc:spChg chg="mod">
          <ac:chgData name="Harris, Wyatt J Lt Col USAF USAFA DF/DFAS" userId="768bfb95-c272-4014-8fa2-010c15306053" providerId="ADAL" clId="{95571437-1CDD-49A9-9F44-9267EE8F1204}" dt="2026-02-23T04:02:08.811" v="14959" actId="20577"/>
          <ac:spMkLst>
            <pc:docMk/>
            <pc:sldMk cId="207479710" sldId="285"/>
            <ac:spMk id="6" creationId="{4BF19430-831B-879C-33F7-81FCF487ECEE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4:41:44.773" v="16599" actId="20577"/>
        <pc:sldMkLst>
          <pc:docMk/>
          <pc:sldMk cId="1131087903" sldId="286"/>
        </pc:sldMkLst>
        <pc:spChg chg="mod">
          <ac:chgData name="Harris, Wyatt J Lt Col USAF USAFA DF/DFAS" userId="768bfb95-c272-4014-8fa2-010c15306053" providerId="ADAL" clId="{95571437-1CDD-49A9-9F44-9267EE8F1204}" dt="2026-02-23T04:41:44.773" v="16599" actId="20577"/>
          <ac:spMkLst>
            <pc:docMk/>
            <pc:sldMk cId="1131087903" sldId="286"/>
            <ac:spMk id="3" creationId="{22431A45-17D6-7769-C0D9-72C970440C47}"/>
          </ac:spMkLst>
        </pc:spChg>
        <pc:spChg chg="mod">
          <ac:chgData name="Harris, Wyatt J Lt Col USAF USAFA DF/DFAS" userId="768bfb95-c272-4014-8fa2-010c15306053" providerId="ADAL" clId="{95571437-1CDD-49A9-9F44-9267EE8F1204}" dt="2026-02-23T04:02:11.411" v="14960" actId="20577"/>
          <ac:spMkLst>
            <pc:docMk/>
            <pc:sldMk cId="1131087903" sldId="286"/>
            <ac:spMk id="6" creationId="{1F438E81-7877-C577-AB7C-70346AAF0680}"/>
          </ac:spMkLst>
        </pc:spChg>
      </pc:sldChg>
      <pc:sldChg chg="addSp delSp modSp mod setBg">
        <pc:chgData name="Harris, Wyatt J Lt Col USAF USAFA DF/DFAS" userId="768bfb95-c272-4014-8fa2-010c15306053" providerId="ADAL" clId="{95571437-1CDD-49A9-9F44-9267EE8F1204}" dt="2026-02-25T04:53:15.891" v="16724" actId="20577"/>
        <pc:sldMkLst>
          <pc:docMk/>
          <pc:sldMk cId="2721645309" sldId="287"/>
        </pc:sldMkLst>
        <pc:spChg chg="mod">
          <ac:chgData name="Harris, Wyatt J Lt Col USAF USAFA DF/DFAS" userId="768bfb95-c272-4014-8fa2-010c15306053" providerId="ADAL" clId="{95571437-1CDD-49A9-9F44-9267EE8F1204}" dt="2026-02-25T03:15:01.851" v="16605" actId="6549"/>
          <ac:spMkLst>
            <pc:docMk/>
            <pc:sldMk cId="2721645309" sldId="287"/>
            <ac:spMk id="2" creationId="{3386E74E-AD7F-9E4A-FE28-9795A69310A9}"/>
          </ac:spMkLst>
        </pc:spChg>
        <pc:spChg chg="mod">
          <ac:chgData name="Harris, Wyatt J Lt Col USAF USAFA DF/DFAS" userId="768bfb95-c272-4014-8fa2-010c15306053" providerId="ADAL" clId="{95571437-1CDD-49A9-9F44-9267EE8F1204}" dt="2026-02-25T04:53:15.891" v="16724" actId="20577"/>
          <ac:spMkLst>
            <pc:docMk/>
            <pc:sldMk cId="2721645309" sldId="287"/>
            <ac:spMk id="3" creationId="{9AD8DC51-930D-0124-E2FD-A58951FD2B5A}"/>
          </ac:spMkLst>
        </pc:spChg>
        <pc:spChg chg="mod">
          <ac:chgData name="Harris, Wyatt J Lt Col USAF USAFA DF/DFAS" userId="768bfb95-c272-4014-8fa2-010c15306053" providerId="ADAL" clId="{95571437-1CDD-49A9-9F44-9267EE8F1204}" dt="2026-02-23T04:02:14.024" v="14961" actId="20577"/>
          <ac:spMkLst>
            <pc:docMk/>
            <pc:sldMk cId="2721645309" sldId="287"/>
            <ac:spMk id="6" creationId="{E72A66D8-380E-5940-1CA5-2BC717867C36}"/>
          </ac:spMkLst>
        </pc:spChg>
        <pc:spChg chg="add mod">
          <ac:chgData name="Harris, Wyatt J Lt Col USAF USAFA DF/DFAS" userId="768bfb95-c272-4014-8fa2-010c15306053" providerId="ADAL" clId="{95571437-1CDD-49A9-9F44-9267EE8F1204}" dt="2026-02-25T03:15:43.141" v="16626" actId="1035"/>
          <ac:spMkLst>
            <pc:docMk/>
            <pc:sldMk cId="2721645309" sldId="287"/>
            <ac:spMk id="10" creationId="{DFF78BD8-F82B-6BA5-085D-3A686E72073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2-23T03:59:58.941" v="14934" actId="20577"/>
        <pc:sldMkLst>
          <pc:docMk/>
          <pc:sldMk cId="3187811823" sldId="288"/>
        </pc:sldMkLst>
        <pc:spChg chg="mod">
          <ac:chgData name="Harris, Wyatt J Lt Col USAF USAFA DF/DFAS" userId="768bfb95-c272-4014-8fa2-010c15306053" providerId="ADAL" clId="{95571437-1CDD-49A9-9F44-9267EE8F1204}" dt="2026-02-23T03:59:58.941" v="14934" actId="20577"/>
          <ac:spMkLst>
            <pc:docMk/>
            <pc:sldMk cId="3187811823" sldId="288"/>
            <ac:spMk id="11" creationId="{22F269E7-944B-90CD-D1B6-326598816452}"/>
          </ac:spMkLst>
        </pc:spChg>
      </pc:sldChg>
      <pc:sldChg chg="add mod modShow">
        <pc:chgData name="Harris, Wyatt J Lt Col USAF USAFA DF/DFAS" userId="768bfb95-c272-4014-8fa2-010c15306053" providerId="ADAL" clId="{95571437-1CDD-49A9-9F44-9267EE8F1204}" dt="2026-02-23T02:49:51.123" v="13636" actId="729"/>
        <pc:sldMkLst>
          <pc:docMk/>
          <pc:sldMk cId="892079146" sldId="290"/>
        </pc:sldMkLst>
      </pc:sldChg>
      <pc:sldChg chg="modSp add mod modNotesTx">
        <pc:chgData name="Harris, Wyatt J Lt Col USAF USAFA DF/DFAS" userId="768bfb95-c272-4014-8fa2-010c15306053" providerId="ADAL" clId="{95571437-1CDD-49A9-9F44-9267EE8F1204}" dt="2026-02-25T04:55:40.762" v="16731" actId="20577"/>
        <pc:sldMkLst>
          <pc:docMk/>
          <pc:sldMk cId="3879203649" sldId="294"/>
        </pc:sldMkLst>
        <pc:spChg chg="mod">
          <ac:chgData name="Harris, Wyatt J Lt Col USAF USAFA DF/DFAS" userId="768bfb95-c272-4014-8fa2-010c15306053" providerId="ADAL" clId="{95571437-1CDD-49A9-9F44-9267EE8F1204}" dt="2026-02-25T04:55:40.762" v="16731" actId="20577"/>
          <ac:spMkLst>
            <pc:docMk/>
            <pc:sldMk cId="3879203649" sldId="294"/>
            <ac:spMk id="4" creationId="{68C3D788-1464-B52F-DABB-83FD56F0ADBA}"/>
          </ac:spMkLst>
        </pc:spChg>
      </pc:sldChg>
      <pc:sldChg chg="addSp delSp modSp new mod">
        <pc:chgData name="Harris, Wyatt J Lt Col USAF USAFA DF/DFAS" userId="768bfb95-c272-4014-8fa2-010c15306053" providerId="ADAL" clId="{95571437-1CDD-49A9-9F44-9267EE8F1204}" dt="2026-02-23T04:21:24.793" v="15447" actId="20577"/>
        <pc:sldMkLst>
          <pc:docMk/>
          <pc:sldMk cId="1730045733" sldId="295"/>
        </pc:sldMkLst>
        <pc:spChg chg="mod">
          <ac:chgData name="Harris, Wyatt J Lt Col USAF USAFA DF/DFAS" userId="768bfb95-c272-4014-8fa2-010c15306053" providerId="ADAL" clId="{95571437-1CDD-49A9-9F44-9267EE8F1204}" dt="2026-02-23T04:07:40.623" v="15160" actId="20577"/>
          <ac:spMkLst>
            <pc:docMk/>
            <pc:sldMk cId="1730045733" sldId="295"/>
            <ac:spMk id="2" creationId="{B71BCF78-133B-7E15-06C6-9CF388A2EF27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07:16.832" v="15104"/>
          <ac:spMkLst>
            <pc:docMk/>
            <pc:sldMk cId="1730045733" sldId="295"/>
            <ac:spMk id="6" creationId="{12AA871C-C3AA-CEE4-3F13-F4AC90D1A0F5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18" creationId="{28870B2D-424A-7E7C-111B-0D8CEA1733AF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19" creationId="{F60C6E00-4926-4FE6-81A9-D87FD09591EC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1:31.110" v="15212" actId="1076"/>
          <ac:spMkLst>
            <pc:docMk/>
            <pc:sldMk cId="1730045733" sldId="295"/>
            <ac:spMk id="20" creationId="{D5CAB287-4415-DFDA-10E7-921B004F96E5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21" creationId="{4DA9E203-06A4-AE4D-0FAF-38466FF9F3E6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22" creationId="{ED2603FE-4D04-29C5-23C9-07625CD23873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1:39.765" v="15214" actId="1076"/>
          <ac:spMkLst>
            <pc:docMk/>
            <pc:sldMk cId="1730045733" sldId="295"/>
            <ac:spMk id="23" creationId="{0CD662BF-8075-43A3-1111-99B705389345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1:51.829" v="15216" actId="1076"/>
          <ac:spMkLst>
            <pc:docMk/>
            <pc:sldMk cId="1730045733" sldId="295"/>
            <ac:spMk id="24" creationId="{5FF98088-2E33-A710-6C23-C031651A5130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1:58.301" v="15218" actId="1076"/>
          <ac:spMkLst>
            <pc:docMk/>
            <pc:sldMk cId="1730045733" sldId="295"/>
            <ac:spMk id="25" creationId="{3283608A-94CE-AE29-CEEE-CD001C900EBD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26" creationId="{0451C201-1263-C4D6-92BA-6AB53B7C4389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28" creationId="{A1D6401B-B07E-6978-8BFD-31B322191811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3:21.179" v="15242" actId="14100"/>
          <ac:spMkLst>
            <pc:docMk/>
            <pc:sldMk cId="1730045733" sldId="295"/>
            <ac:spMk id="29" creationId="{3A88838F-F118-1ADA-A635-021C10A00E4F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31" creationId="{53399874-A18E-E3C9-EE77-0783A8BFE7E9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1024" creationId="{56CF7F07-3FE3-DB53-2B23-93D7241DE82B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9:16.604" v="15329" actId="164"/>
          <ac:spMkLst>
            <pc:docMk/>
            <pc:sldMk cId="1730045733" sldId="295"/>
            <ac:spMk id="1025" creationId="{63A58A64-A395-1778-A9AD-BBE254AF4BA2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14:55.204" v="15274" actId="1076"/>
          <ac:spMkLst>
            <pc:docMk/>
            <pc:sldMk cId="1730045733" sldId="295"/>
            <ac:spMk id="1029" creationId="{0603C861-5B6B-DDD9-53F5-D95D66ECFAEC}"/>
          </ac:spMkLst>
        </pc:spChg>
        <pc:spChg chg="add mod">
          <ac:chgData name="Harris, Wyatt J Lt Col USAF USAFA DF/DFAS" userId="768bfb95-c272-4014-8fa2-010c15306053" providerId="ADAL" clId="{95571437-1CDD-49A9-9F44-9267EE8F1204}" dt="2026-02-23T04:21:24.793" v="15447" actId="20577"/>
          <ac:spMkLst>
            <pc:docMk/>
            <pc:sldMk cId="1730045733" sldId="295"/>
            <ac:spMk id="1032" creationId="{3197FFAB-EBD1-D7C0-0DCD-A8FC1D557AEA}"/>
          </ac:spMkLst>
        </pc:spChg>
        <pc:grpChg chg="mod">
          <ac:chgData name="Harris, Wyatt J Lt Col USAF USAFA DF/DFAS" userId="768bfb95-c272-4014-8fa2-010c15306053" providerId="ADAL" clId="{95571437-1CDD-49A9-9F44-9267EE8F1204}" dt="2026-02-23T04:19:34.286" v="15331" actId="1076"/>
          <ac:grpSpMkLst>
            <pc:docMk/>
            <pc:sldMk cId="1730045733" sldId="295"/>
            <ac:grpSpMk id="1031" creationId="{72D842A4-D26B-7A5F-3C87-91F8AAE9F7DE}"/>
          </ac:grpSpMkLst>
        </pc:grpChg>
        <pc:picChg chg="add del mod ord">
          <ac:chgData name="Harris, Wyatt J Lt Col USAF USAFA DF/DFAS" userId="768bfb95-c272-4014-8fa2-010c15306053" providerId="ADAL" clId="{95571437-1CDD-49A9-9F44-9267EE8F1204}" dt="2026-02-23T04:19:16.604" v="15329" actId="164"/>
          <ac:picMkLst>
            <pc:docMk/>
            <pc:sldMk cId="1730045733" sldId="295"/>
            <ac:picMk id="8" creationId="{C8F4724B-91BF-EDAC-4319-CBC738F49907}"/>
          </ac:picMkLst>
        </pc:picChg>
        <pc:picChg chg="add mod">
          <ac:chgData name="Harris, Wyatt J Lt Col USAF USAFA DF/DFAS" userId="768bfb95-c272-4014-8fa2-010c15306053" providerId="ADAL" clId="{95571437-1CDD-49A9-9F44-9267EE8F1204}" dt="2026-02-23T04:09:26.294" v="15176" actId="1076"/>
          <ac:picMkLst>
            <pc:docMk/>
            <pc:sldMk cId="1730045733" sldId="295"/>
            <ac:picMk id="10" creationId="{DD6FFA07-2206-4E07-E359-419688DD34E2}"/>
          </ac:picMkLst>
        </pc:picChg>
        <pc:picChg chg="add mod">
          <ac:chgData name="Harris, Wyatt J Lt Col USAF USAFA DF/DFAS" userId="768bfb95-c272-4014-8fa2-010c15306053" providerId="ADAL" clId="{95571437-1CDD-49A9-9F44-9267EE8F1204}" dt="2026-02-23T04:13:21.179" v="15242" actId="14100"/>
          <ac:picMkLst>
            <pc:docMk/>
            <pc:sldMk cId="1730045733" sldId="295"/>
            <ac:picMk id="1026" creationId="{AD66A954-348E-B6DF-346D-AD81F80FA61E}"/>
          </ac:picMkLst>
        </pc:picChg>
      </pc:sldChg>
      <pc:sldMasterChg chg="modSp mod">
        <pc:chgData name="Harris, Wyatt J Lt Col USAF USAFA DF/DFAS" userId="768bfb95-c272-4014-8fa2-010c15306053" providerId="ADAL" clId="{95571437-1CDD-49A9-9F44-9267EE8F1204}" dt="2026-02-23T03:08:33.415" v="14119" actId="14100"/>
        <pc:sldMasterMkLst>
          <pc:docMk/>
          <pc:sldMasterMk cId="85601226" sldId="2147483660"/>
        </pc:sldMasterMkLst>
        <pc:spChg chg="mod">
          <ac:chgData name="Harris, Wyatt J Lt Col USAF USAFA DF/DFAS" userId="768bfb95-c272-4014-8fa2-010c15306053" providerId="ADAL" clId="{95571437-1CDD-49A9-9F44-9267EE8F1204}" dt="2026-02-23T03:08:33.415" v="14119" actId="14100"/>
          <ac:spMkLst>
            <pc:docMk/>
            <pc:sldMasterMk cId="85601226" sldId="2147483660"/>
            <ac:spMk id="8" creationId="{1B2918AF-A31D-A49D-520C-D6A347912BF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ornav.com/resources/inertial-navigation-primer/theory-of-operation/theory-mem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read/bnhzqbwdqrdb#d19add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From </a:t>
            </a:r>
            <a:r>
              <a:rPr lang="en-US" sz="1600" dirty="0" err="1">
                <a:hlinkClick r:id="rId3"/>
              </a:rPr>
              <a:t>VectorNav</a:t>
            </a:r>
            <a:r>
              <a:rPr lang="en-US" sz="1600" dirty="0"/>
              <a:t>:</a:t>
            </a:r>
          </a:p>
          <a:p>
            <a:pPr marL="457200" lvl="1" indent="0">
              <a:buNone/>
            </a:pPr>
            <a:r>
              <a:rPr lang="en-US" sz="1200" dirty="0"/>
              <a:t>Up until the emergence of </a:t>
            </a:r>
            <a:r>
              <a:rPr lang="en-US" sz="1200" b="1" dirty="0"/>
              <a:t>microelectromechanical systems (MEMS) </a:t>
            </a:r>
            <a:r>
              <a:rPr lang="en-US" sz="1200" dirty="0"/>
              <a:t>technology, inertial sensors were high-cost, precision instruments, typically reserved for high-end applications. </a:t>
            </a:r>
          </a:p>
          <a:p>
            <a:pPr marL="457200" lvl="1" indent="0">
              <a:buNone/>
            </a:pPr>
            <a:r>
              <a:rPr lang="en-US" sz="1200" dirty="0"/>
              <a:t>As MEMS technology has matured, low-cost solid-state chip level inertial sensors have become available as alternatives to the larger high-end inertial sensors.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41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https://www.vectornav.com/resources/inertial-navigation-primer/theory-of-operation/theory-mems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61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https://www.vectornav.com/resources/inertial-navigation-primer/theory-of-operation/theory-mems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30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https://www.pnisensor.com/importance-of-magnetometers-when-navigating/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24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https://www.digikey.com/en/products/detail/american-bright-optoelectronics-corporation/BPT-NPG3C1/9678552</a:t>
            </a:r>
          </a:p>
          <a:p>
            <a:endParaRPr lang="en-US" dirty="0"/>
          </a:p>
          <a:p>
            <a:r>
              <a:rPr lang="en-US" dirty="0"/>
              <a:t>https://www.digikey.com/en/articles/the-basics-of-photodiodes-and-phototransistors-and-how-to-apply-them</a:t>
            </a:r>
          </a:p>
          <a:p>
            <a:endParaRPr lang="en-US" dirty="0"/>
          </a:p>
          <a:p>
            <a:r>
              <a:rPr lang="en-US" dirty="0"/>
              <a:t>https://www.digikey.com/en/maker/blogs/2022/how-to-use-a-phototransistor-with-an-arduino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03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Prelab Report Guidance: </a:t>
            </a:r>
            <a:r>
              <a:rPr lang="en-US" sz="1200" dirty="0"/>
              <a:t>	 </a:t>
            </a:r>
            <a:r>
              <a:rPr lang="en-US" sz="1200" dirty="0">
                <a:hlinkClick r:id="rId3"/>
              </a:rPr>
              <a:t>https://www.overleaf.com/read/bnhzqbwdqrdb#d19add</a:t>
            </a:r>
            <a:r>
              <a:rPr lang="en-US" sz="1200" dirty="0"/>
              <a:t>  </a:t>
            </a:r>
            <a:r>
              <a:rPr lang="en-US" sz="1200" dirty="0">
                <a:sym typeface="Wingdings" panose="05000000000000000000" pitchFamily="2" charset="2"/>
              </a:rPr>
              <a:t> </a:t>
            </a:r>
            <a:r>
              <a:rPr lang="en-US" dirty="0"/>
              <a:t>DEPRECATED (DO NOT USE, FOR INSTRUCTOR REFERENCE ONLY)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5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350" y="1144002"/>
            <a:ext cx="678899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991" y="136523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40" y="100250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634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Astro 331 Lab #5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8A6C5-C92C-8448-0311-8A5C323071D8}"/>
              </a:ext>
            </a:extLst>
          </p:cNvPr>
          <p:cNvSpPr/>
          <p:nvPr userDrawn="1"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7767961" y="72097"/>
            <a:ext cx="1317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2026 Spring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1106340" y="815389"/>
            <a:ext cx="7991296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4" y="18574"/>
            <a:ext cx="864115" cy="97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rkfun.com/sparkfun-9dof-imu-breakout-icm-20948-qwiic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adafruit.com/product/108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Lab #6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Attitude Determination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0B00-F676-7D41-D135-43A31E9C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387E7-B2E1-2B8C-98B1-1309384FF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990" y="1003300"/>
            <a:ext cx="5281492" cy="4761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In this lab you will build and test KestrelSAT’s attitude determination system including a sun sensor, a magnetometer, and a rate gyroscope. </a:t>
            </a:r>
          </a:p>
          <a:p>
            <a:pPr marL="0" indent="0">
              <a:buNone/>
            </a:pPr>
            <a:r>
              <a:rPr lang="en-US" sz="1600" dirty="0"/>
              <a:t>You’ll examine </a:t>
            </a:r>
            <a:r>
              <a:rPr lang="en-US" sz="1600" dirty="0" err="1"/>
              <a:t>KestrelSAT’s</a:t>
            </a:r>
            <a:r>
              <a:rPr lang="en-US" sz="1600" dirty="0"/>
              <a:t> ability to determine rotation about it’s Z-axis (vertical axis) using these three sensors. You’ll gather data from each sensor and later calibrate and compare the attitude solutions given be each sensor. </a:t>
            </a:r>
          </a:p>
          <a:p>
            <a:pPr marL="0" indent="0">
              <a:buNone/>
            </a:pPr>
            <a:r>
              <a:rPr lang="en-US" sz="1600" dirty="0"/>
              <a:t>During the lab, you’ll connect an Inertial Measurement Unit (IMU) to </a:t>
            </a:r>
            <a:r>
              <a:rPr lang="en-US" sz="1600" dirty="0" err="1"/>
              <a:t>KestrelSAT’s</a:t>
            </a:r>
            <a:r>
              <a:rPr lang="en-US" sz="1600" dirty="0"/>
              <a:t> MCU. Using this IMU, you’ll record angular rate and magnetic data.</a:t>
            </a:r>
          </a:p>
          <a:p>
            <a:pPr marL="0" indent="0">
              <a:buNone/>
            </a:pPr>
            <a:r>
              <a:rPr lang="en-US" sz="1600" dirty="0"/>
              <a:t>You’ll also construct a sun sensor using four phototransistors and write code to determine </a:t>
            </a:r>
            <a:r>
              <a:rPr lang="en-US" sz="1600" dirty="0" err="1"/>
              <a:t>KestrelSAT’s</a:t>
            </a:r>
            <a:r>
              <a:rPr lang="en-US" sz="1600" dirty="0"/>
              <a:t> orientation relative to a light source using this sensor.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4D110-6516-62C2-236F-FFCF3596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F9775-06E9-3893-A4A5-93BC8E47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53B1A-2758-6290-C2D9-FE631F895090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Intro</a:t>
            </a:r>
            <a:endParaRPr lang="en-US" sz="12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6E7FF56-53AE-427A-37D2-A0E2F2CFEDD0}"/>
              </a:ext>
            </a:extLst>
          </p:cNvPr>
          <p:cNvSpPr txBox="1">
            <a:spLocks/>
          </p:cNvSpPr>
          <p:nvPr/>
        </p:nvSpPr>
        <p:spPr>
          <a:xfrm>
            <a:off x="1257932" y="4622786"/>
            <a:ext cx="7348533" cy="1842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b="1" dirty="0"/>
              <a:t>Objectives:</a:t>
            </a:r>
            <a:endParaRPr lang="en-US" sz="1400" dirty="0"/>
          </a:p>
          <a:p>
            <a:pPr marL="514350" indent="-514350">
              <a:spcBef>
                <a:spcPts val="600"/>
              </a:spcBef>
              <a:buAutoNum type="arabicParenBoth"/>
            </a:pPr>
            <a:r>
              <a:rPr lang="en-US" sz="1400" dirty="0"/>
              <a:t>Understand fundamentals of attitude determination via practical experimentation.</a:t>
            </a:r>
          </a:p>
          <a:p>
            <a:pPr marL="514350" indent="-514350">
              <a:spcBef>
                <a:spcPts val="600"/>
              </a:spcBef>
              <a:buAutoNum type="arabicParenBoth"/>
            </a:pPr>
            <a:r>
              <a:rPr lang="en-US" sz="1400" dirty="0"/>
              <a:t>Interpret gyroscope, magnetometer and phototransistor sensor measurements.</a:t>
            </a:r>
          </a:p>
          <a:p>
            <a:pPr marL="514350" indent="-514350">
              <a:spcBef>
                <a:spcPts val="600"/>
              </a:spcBef>
              <a:buFont typeface="Arial" panose="020B0604020202020204" pitchFamily="34" charset="0"/>
              <a:buAutoNum type="arabicParenBoth"/>
            </a:pPr>
            <a:r>
              <a:rPr lang="en-US" sz="1400" dirty="0"/>
              <a:t>Build a functional sun sensor capable of sensing sun direction about 1 axis.</a:t>
            </a:r>
          </a:p>
          <a:p>
            <a:pPr marL="514350" indent="-514350">
              <a:spcBef>
                <a:spcPts val="600"/>
              </a:spcBef>
              <a:buFont typeface="Arial" panose="020B0604020202020204" pitchFamily="34" charset="0"/>
              <a:buAutoNum type="arabicParenBoth"/>
            </a:pPr>
            <a:r>
              <a:rPr lang="en-US" sz="1400" dirty="0"/>
              <a:t>Develop calibration procedure for magnetometer data.</a:t>
            </a:r>
          </a:p>
          <a:p>
            <a:pPr marL="514350" indent="-514350">
              <a:spcBef>
                <a:spcPts val="600"/>
              </a:spcBef>
              <a:buFont typeface="Arial" panose="020B0604020202020204" pitchFamily="34" charset="0"/>
              <a:buAutoNum type="arabicParenBoth"/>
            </a:pPr>
            <a:r>
              <a:rPr lang="en-US" sz="1400" dirty="0"/>
              <a:t>Understand how to integrate single-axis angular rate data to get angular position. </a:t>
            </a:r>
          </a:p>
          <a:p>
            <a:pPr marL="514350" indent="-514350">
              <a:spcBef>
                <a:spcPts val="600"/>
              </a:spcBef>
              <a:buAutoNum type="arabicParenBoth"/>
            </a:pPr>
            <a:endParaRPr lang="en-US" sz="1400" dirty="0"/>
          </a:p>
          <a:p>
            <a:pPr marL="514350" indent="-514350">
              <a:spcBef>
                <a:spcPts val="600"/>
              </a:spcBef>
              <a:buAutoNum type="arabicParenBoth"/>
            </a:pPr>
            <a:endParaRPr lang="en-US" sz="1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C2704-5301-7405-F5F4-0CDD266F8695}"/>
              </a:ext>
            </a:extLst>
          </p:cNvPr>
          <p:cNvSpPr txBox="1">
            <a:spLocks/>
          </p:cNvSpPr>
          <p:nvPr/>
        </p:nvSpPr>
        <p:spPr>
          <a:xfrm>
            <a:off x="6348482" y="2524940"/>
            <a:ext cx="2744803" cy="1967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Authorized Resources – LAB &amp; LAB REPORT</a:t>
            </a:r>
            <a:endParaRPr lang="en-US" sz="12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Lab activities &amp; lab report are team effort</a:t>
            </a:r>
          </a:p>
          <a:p>
            <a:pPr marL="0" indent="-223838"/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Any non-human resource</a:t>
            </a:r>
          </a:p>
          <a:p>
            <a:pPr marL="223838" indent="-223838"/>
            <a:r>
              <a:rPr lang="en-US" sz="1200" b="1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Generative AI Level 3 Allowed</a:t>
            </a:r>
          </a:p>
          <a:p>
            <a:pPr marL="0" indent="-223838"/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Astro 331 course notes/instructor 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E98A390-3304-D571-BCDC-A871779EAACB}"/>
              </a:ext>
            </a:extLst>
          </p:cNvPr>
          <p:cNvSpPr txBox="1">
            <a:spLocks/>
          </p:cNvSpPr>
          <p:nvPr/>
        </p:nvSpPr>
        <p:spPr>
          <a:xfrm>
            <a:off x="6352832" y="904356"/>
            <a:ext cx="2744802" cy="152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u="sng">
                <a:latin typeface="Segoe UI" panose="020B0502040204020203" pitchFamily="34" charset="0"/>
                <a:cs typeface="Segoe UI" panose="020B0502040204020203" pitchFamily="34" charset="0"/>
              </a:rPr>
              <a:t>Authorized Resources - PRELAB</a:t>
            </a:r>
            <a:endParaRPr lang="en-US" sz="1200" b="1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Prelab turn-in is individual effort</a:t>
            </a:r>
          </a:p>
          <a:p>
            <a:pPr marL="223838" indent="-223838"/>
            <a:r>
              <a:rPr lang="en-US" sz="1200" b="1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Generative AI Level 0 Allowed (</a:t>
            </a:r>
            <a:r>
              <a:rPr lang="en-US" sz="1200" b="1">
                <a:solidFill>
                  <a:srgbClr val="FF0000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lang="en-US" sz="1200" b="1" i="1">
                <a:solidFill>
                  <a:srgbClr val="FF0000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enAI not allowed</a:t>
            </a:r>
            <a:r>
              <a:rPr lang="en-US" sz="1200" b="1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0" indent="-223838"/>
            <a:r>
              <a:rPr lang="en-US" sz="1200">
                <a:latin typeface="Segoe UI" panose="020B0502040204020203" pitchFamily="34" charset="0"/>
                <a:cs typeface="Segoe UI" panose="020B0502040204020203" pitchFamily="34" charset="0"/>
              </a:rPr>
              <a:t>Astro 331 course notes/ instructor </a:t>
            </a:r>
          </a:p>
        </p:txBody>
      </p:sp>
    </p:spTree>
    <p:extLst>
      <p:ext uri="{BB962C8B-B14F-4D97-AF65-F5344CB8AC3E}">
        <p14:creationId xmlns:p14="http://schemas.microsoft.com/office/powerpoint/2010/main" val="295378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B1187-942C-BE44-54A3-51CDDD487410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</a:rPr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66CE3A-AB03-86DA-E1D8-A4C099E2E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683" y="665153"/>
            <a:ext cx="3017504" cy="3263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A54F35-7A45-834B-552E-47B4FCB3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KestrelSAT</a:t>
            </a:r>
            <a:r>
              <a:rPr lang="en-US" b="1"/>
              <a:t>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7BBFB-FC84-122A-DAFE-4A3B1255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43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A4141-FE37-5BB7-BB66-8334BFE7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2D4948-C1E5-58C8-CAB9-7D9AE9A9D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19" y="803572"/>
            <a:ext cx="3086100" cy="3188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5E37A0-BB69-550E-9206-199D0D2C2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810" y="3141420"/>
            <a:ext cx="3519560" cy="35952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6FB22C-AD24-EEBB-AB02-47AE28C11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3789243"/>
            <a:ext cx="2960207" cy="29075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F13540-366A-1BB6-CD45-CCE78189C27D}"/>
              </a:ext>
            </a:extLst>
          </p:cNvPr>
          <p:cNvSpPr txBox="1"/>
          <p:nvPr/>
        </p:nvSpPr>
        <p:spPr>
          <a:xfrm>
            <a:off x="670938" y="3618500"/>
            <a:ext cx="817806" cy="46166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Camera Side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571FF5-3B3D-89B8-BD24-D394316D1D06}"/>
              </a:ext>
            </a:extLst>
          </p:cNvPr>
          <p:cNvSpPr txBox="1"/>
          <p:nvPr/>
        </p:nvSpPr>
        <p:spPr>
          <a:xfrm>
            <a:off x="8301986" y="1431495"/>
            <a:ext cx="624112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Solar Power Side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C01838-74F9-37D5-9A3F-B93CEFF660FE}"/>
              </a:ext>
            </a:extLst>
          </p:cNvPr>
          <p:cNvSpPr txBox="1"/>
          <p:nvPr/>
        </p:nvSpPr>
        <p:spPr>
          <a:xfrm>
            <a:off x="515429" y="4571665"/>
            <a:ext cx="1128825" cy="46166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Comm (</a:t>
            </a:r>
            <a:r>
              <a:rPr lang="en-US" sz="1200" b="1" err="1">
                <a:solidFill>
                  <a:srgbClr val="00B0F0"/>
                </a:solidFill>
              </a:rPr>
              <a:t>Xbee</a:t>
            </a:r>
            <a:r>
              <a:rPr lang="en-US" sz="1200" b="1">
                <a:solidFill>
                  <a:srgbClr val="00B0F0"/>
                </a:solidFill>
              </a:rPr>
              <a:t> transceiver)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9B32C9-8A04-B91E-DAA4-B8CFBDF09D7F}"/>
              </a:ext>
            </a:extLst>
          </p:cNvPr>
          <p:cNvSpPr txBox="1"/>
          <p:nvPr/>
        </p:nvSpPr>
        <p:spPr>
          <a:xfrm>
            <a:off x="428942" y="5145092"/>
            <a:ext cx="121531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IMU (BNO055)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E4581C-D5D6-02D0-BE5C-E8EF9D6C6360}"/>
              </a:ext>
            </a:extLst>
          </p:cNvPr>
          <p:cNvSpPr txBox="1"/>
          <p:nvPr/>
        </p:nvSpPr>
        <p:spPr>
          <a:xfrm>
            <a:off x="200483" y="5531964"/>
            <a:ext cx="1443771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MCU (</a:t>
            </a:r>
            <a:r>
              <a:rPr lang="en-US" sz="1200" b="1" err="1">
                <a:solidFill>
                  <a:srgbClr val="00B0F0"/>
                </a:solidFill>
              </a:rPr>
              <a:t>Rpi</a:t>
            </a:r>
            <a:r>
              <a:rPr lang="en-US" sz="1200" b="1">
                <a:solidFill>
                  <a:srgbClr val="00B0F0"/>
                </a:solidFill>
              </a:rPr>
              <a:t> Pico)</a:t>
            </a:r>
          </a:p>
          <a:p>
            <a:pPr algn="ctr"/>
            <a:r>
              <a:rPr lang="en-US" sz="1200" b="1">
                <a:solidFill>
                  <a:srgbClr val="00B0F0"/>
                </a:solidFill>
              </a:rPr>
              <a:t>Memory (SD)</a:t>
            </a:r>
          </a:p>
          <a:p>
            <a:pPr algn="ctr"/>
            <a:r>
              <a:rPr lang="en-US" sz="1200" b="1">
                <a:solidFill>
                  <a:srgbClr val="00B0F0"/>
                </a:solidFill>
              </a:rPr>
              <a:t>Real-Time Clock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8CE2D5-3D0D-D20D-B389-87E4D55F96F5}"/>
              </a:ext>
            </a:extLst>
          </p:cNvPr>
          <p:cNvSpPr txBox="1"/>
          <p:nvPr/>
        </p:nvSpPr>
        <p:spPr>
          <a:xfrm>
            <a:off x="8170502" y="3063991"/>
            <a:ext cx="973498" cy="46166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Reaction Wheel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8D59D5-931B-762E-231B-584522654965}"/>
              </a:ext>
            </a:extLst>
          </p:cNvPr>
          <p:cNvSpPr txBox="1"/>
          <p:nvPr/>
        </p:nvSpPr>
        <p:spPr>
          <a:xfrm>
            <a:off x="5255127" y="5071235"/>
            <a:ext cx="837544" cy="46166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Motor Driver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81C920-E9B7-4172-DFD4-DB91BEB2F75A}"/>
              </a:ext>
            </a:extLst>
          </p:cNvPr>
          <p:cNvSpPr txBox="1"/>
          <p:nvPr/>
        </p:nvSpPr>
        <p:spPr>
          <a:xfrm>
            <a:off x="5255127" y="3641154"/>
            <a:ext cx="837544" cy="83099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Solar Power</a:t>
            </a:r>
          </a:p>
          <a:p>
            <a:pPr algn="ctr"/>
            <a:r>
              <a:rPr lang="en-US" sz="1200" b="1">
                <a:solidFill>
                  <a:srgbClr val="00B0F0"/>
                </a:solidFill>
              </a:rPr>
              <a:t>V &amp; I Sensor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3844A2-D610-A306-6B29-3D6D1318BC3F}"/>
              </a:ext>
            </a:extLst>
          </p:cNvPr>
          <p:cNvSpPr txBox="1"/>
          <p:nvPr/>
        </p:nvSpPr>
        <p:spPr>
          <a:xfrm>
            <a:off x="5210369" y="4529253"/>
            <a:ext cx="927060" cy="46166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00B0F0"/>
                </a:solidFill>
              </a:rPr>
              <a:t>Battery Controller</a:t>
            </a:r>
            <a:endParaRPr lang="en-US" sz="1200">
              <a:solidFill>
                <a:srgbClr val="00B0F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EF44AF-6BA4-E0E2-A832-F72B61514E1A}"/>
              </a:ext>
            </a:extLst>
          </p:cNvPr>
          <p:cNvSpPr txBox="1"/>
          <p:nvPr/>
        </p:nvSpPr>
        <p:spPr>
          <a:xfrm>
            <a:off x="5266317" y="5684485"/>
            <a:ext cx="837544" cy="600164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100" b="1">
                <a:solidFill>
                  <a:srgbClr val="00B0F0"/>
                </a:solidFill>
              </a:rPr>
              <a:t>12V DC to 5V DC Regulator</a:t>
            </a:r>
            <a:endParaRPr lang="en-US" sz="1100">
              <a:solidFill>
                <a:srgbClr val="00B0F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AD982C-F3DB-50E1-D648-9EA64C8C8062}"/>
              </a:ext>
            </a:extLst>
          </p:cNvPr>
          <p:cNvCxnSpPr>
            <a:cxnSpLocks/>
          </p:cNvCxnSpPr>
          <p:nvPr/>
        </p:nvCxnSpPr>
        <p:spPr>
          <a:xfrm flipV="1">
            <a:off x="1209190" y="3063991"/>
            <a:ext cx="332869" cy="57716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DDB93F-E026-D312-22FE-6F1E226B3312}"/>
              </a:ext>
            </a:extLst>
          </p:cNvPr>
          <p:cNvCxnSpPr>
            <a:cxnSpLocks/>
          </p:cNvCxnSpPr>
          <p:nvPr/>
        </p:nvCxnSpPr>
        <p:spPr>
          <a:xfrm flipV="1">
            <a:off x="1617568" y="4050329"/>
            <a:ext cx="1080307" cy="77932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CB7317-6A74-D257-CDAF-DC1202867EDC}"/>
              </a:ext>
            </a:extLst>
          </p:cNvPr>
          <p:cNvCxnSpPr>
            <a:cxnSpLocks/>
          </p:cNvCxnSpPr>
          <p:nvPr/>
        </p:nvCxnSpPr>
        <p:spPr>
          <a:xfrm flipV="1">
            <a:off x="1617568" y="4910817"/>
            <a:ext cx="1511712" cy="39898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2C285E-95DD-CA72-6621-A02402373440}"/>
              </a:ext>
            </a:extLst>
          </p:cNvPr>
          <p:cNvCxnSpPr>
            <a:cxnSpLocks/>
          </p:cNvCxnSpPr>
          <p:nvPr/>
        </p:nvCxnSpPr>
        <p:spPr>
          <a:xfrm flipV="1">
            <a:off x="1546950" y="5800015"/>
            <a:ext cx="1150925" cy="12580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1536598-E67F-0A67-02D5-34AE4E181403}"/>
              </a:ext>
            </a:extLst>
          </p:cNvPr>
          <p:cNvCxnSpPr>
            <a:cxnSpLocks/>
          </p:cNvCxnSpPr>
          <p:nvPr/>
        </p:nvCxnSpPr>
        <p:spPr>
          <a:xfrm flipH="1">
            <a:off x="4079356" y="4035810"/>
            <a:ext cx="1186961" cy="21864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1ACCC54-ACEF-A05A-0E69-FBF7B5EAF82C}"/>
              </a:ext>
            </a:extLst>
          </p:cNvPr>
          <p:cNvCxnSpPr>
            <a:cxnSpLocks/>
          </p:cNvCxnSpPr>
          <p:nvPr/>
        </p:nvCxnSpPr>
        <p:spPr>
          <a:xfrm flipH="1" flipV="1">
            <a:off x="4683863" y="4562305"/>
            <a:ext cx="626886" cy="15525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525982-BB6B-9C41-F5D0-9CE1059DD0DC}"/>
              </a:ext>
            </a:extLst>
          </p:cNvPr>
          <p:cNvCxnSpPr>
            <a:cxnSpLocks/>
          </p:cNvCxnSpPr>
          <p:nvPr/>
        </p:nvCxnSpPr>
        <p:spPr>
          <a:xfrm flipH="1" flipV="1">
            <a:off x="4051545" y="5164086"/>
            <a:ext cx="1269941" cy="10014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F63928-0051-9D1F-04A4-CA00C5371727}"/>
              </a:ext>
            </a:extLst>
          </p:cNvPr>
          <p:cNvCxnSpPr>
            <a:cxnSpLocks/>
          </p:cNvCxnSpPr>
          <p:nvPr/>
        </p:nvCxnSpPr>
        <p:spPr>
          <a:xfrm flipH="1" flipV="1">
            <a:off x="3928114" y="5909453"/>
            <a:ext cx="1395670" cy="6810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4B7D1C-2742-712D-18EB-897451283656}"/>
              </a:ext>
            </a:extLst>
          </p:cNvPr>
          <p:cNvCxnSpPr>
            <a:cxnSpLocks/>
          </p:cNvCxnSpPr>
          <p:nvPr/>
        </p:nvCxnSpPr>
        <p:spPr>
          <a:xfrm flipH="1">
            <a:off x="7810496" y="3544278"/>
            <a:ext cx="866311" cy="163662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85CEFD-7287-88F6-1006-6C16113A087F}"/>
              </a:ext>
            </a:extLst>
          </p:cNvPr>
          <p:cNvCxnSpPr>
            <a:cxnSpLocks/>
          </p:cNvCxnSpPr>
          <p:nvPr/>
        </p:nvCxnSpPr>
        <p:spPr>
          <a:xfrm flipH="1">
            <a:off x="7416800" y="1877143"/>
            <a:ext cx="885186" cy="72381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7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6167A-1227-83CA-BC49-0AFC5074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515" y="871546"/>
            <a:ext cx="5966194" cy="591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86148E-6E36-A081-F1BD-037A3758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Reference – </a:t>
            </a:r>
            <a:r>
              <a:rPr lang="en-US" sz="2000" b="1" dirty="0" err="1"/>
              <a:t>KestrelSAT</a:t>
            </a:r>
            <a:r>
              <a:rPr lang="en-US" sz="2000" b="1" dirty="0"/>
              <a:t> Body Frame Coordinate System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214A10-3F59-92F0-C975-BC7FEBB5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0721B-F73D-7734-6533-A8011228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BCA2F6-80C6-AF0F-D009-78CDEE674D5F}"/>
              </a:ext>
            </a:extLst>
          </p:cNvPr>
          <p:cNvSpPr/>
          <p:nvPr/>
        </p:nvSpPr>
        <p:spPr>
          <a:xfrm>
            <a:off x="5369936" y="3682831"/>
            <a:ext cx="599803" cy="629950"/>
          </a:xfrm>
          <a:prstGeom prst="ellipse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Content Placeholder 5">
            <a:extLst>
              <a:ext uri="{FF2B5EF4-FFF2-40B4-BE49-F238E27FC236}">
                <a16:creationId xmlns:a16="http://schemas.microsoft.com/office/drawing/2014/main" id="{CEE84D48-F605-E20A-866E-9CBCBA49667C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1077914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D9F982-3CDB-8EAF-396E-0A841986CCCE}"/>
              </a:ext>
            </a:extLst>
          </p:cNvPr>
          <p:cNvGrpSpPr/>
          <p:nvPr/>
        </p:nvGrpSpPr>
        <p:grpSpPr>
          <a:xfrm>
            <a:off x="1244608" y="2974261"/>
            <a:ext cx="1473163" cy="1529558"/>
            <a:chOff x="7094112" y="2747269"/>
            <a:chExt cx="1473163" cy="152955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79C3A5B-D78D-5D5D-F95E-43FADD81FB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7195" y="3577885"/>
              <a:ext cx="735572" cy="24757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EEDCED8-C883-2627-CD8C-B46D9DED3313}"/>
                </a:ext>
              </a:extLst>
            </p:cNvPr>
            <p:cNvCxnSpPr>
              <a:cxnSpLocks/>
            </p:cNvCxnSpPr>
            <p:nvPr/>
          </p:nvCxnSpPr>
          <p:spPr>
            <a:xfrm>
              <a:off x="7837714" y="3598223"/>
              <a:ext cx="310980" cy="54875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99C0FDB-C8D7-2195-1282-2CC5A1DCD2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7714" y="3016340"/>
              <a:ext cx="0" cy="57538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FC94E3-56E4-A97E-67D0-02108C50C2B9}"/>
                </a:ext>
              </a:extLst>
            </p:cNvPr>
            <p:cNvSpPr txBox="1"/>
            <p:nvPr/>
          </p:nvSpPr>
          <p:spPr>
            <a:xfrm>
              <a:off x="7094112" y="3766518"/>
              <a:ext cx="447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+X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2066D0-2333-4041-E6FD-E8B1DC1AFB95}"/>
                </a:ext>
              </a:extLst>
            </p:cNvPr>
            <p:cNvSpPr txBox="1"/>
            <p:nvPr/>
          </p:nvSpPr>
          <p:spPr>
            <a:xfrm>
              <a:off x="8073336" y="3907495"/>
              <a:ext cx="493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+Y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E2D1567-C293-E338-FEAA-494C0B1075E0}"/>
                </a:ext>
              </a:extLst>
            </p:cNvPr>
            <p:cNvSpPr txBox="1"/>
            <p:nvPr/>
          </p:nvSpPr>
          <p:spPr>
            <a:xfrm>
              <a:off x="7769366" y="2747269"/>
              <a:ext cx="447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+Z</a:t>
              </a: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3EB0BB61-BEE2-4CF2-E6B0-100028732F16}"/>
                </a:ext>
              </a:extLst>
            </p:cNvPr>
            <p:cNvSpPr/>
            <p:nvPr/>
          </p:nvSpPr>
          <p:spPr>
            <a:xfrm rot="18604224">
              <a:off x="7377765" y="3525326"/>
              <a:ext cx="334832" cy="338658"/>
            </a:xfrm>
            <a:prstGeom prst="arc">
              <a:avLst>
                <a:gd name="adj1" fmla="val 17479511"/>
                <a:gd name="adj2" fmla="val 7115772"/>
              </a:avLst>
            </a:prstGeom>
            <a:ln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D20E59-6411-3F66-96C1-F44D42810905}"/>
                </a:ext>
              </a:extLst>
            </p:cNvPr>
            <p:cNvSpPr/>
            <p:nvPr/>
          </p:nvSpPr>
          <p:spPr>
            <a:xfrm rot="12704713">
              <a:off x="7847704" y="3768196"/>
              <a:ext cx="334832" cy="338658"/>
            </a:xfrm>
            <a:prstGeom prst="arc">
              <a:avLst>
                <a:gd name="adj1" fmla="val 18296257"/>
                <a:gd name="adj2" fmla="val 6534232"/>
              </a:avLst>
            </a:prstGeom>
            <a:ln>
              <a:solidFill>
                <a:schemeClr val="accent6">
                  <a:lumMod val="5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3763AC7C-0724-645A-216B-5B437DAB79AB}"/>
                </a:ext>
              </a:extLst>
            </p:cNvPr>
            <p:cNvSpPr/>
            <p:nvPr/>
          </p:nvSpPr>
          <p:spPr>
            <a:xfrm rot="5009983">
              <a:off x="7651060" y="3032521"/>
              <a:ext cx="334832" cy="338658"/>
            </a:xfrm>
            <a:prstGeom prst="arc">
              <a:avLst>
                <a:gd name="adj1" fmla="val 16200000"/>
                <a:gd name="adj2" fmla="val 4985317"/>
              </a:avLst>
            </a:prstGeom>
            <a:ln>
              <a:solidFill>
                <a:srgbClr val="00206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865FA3E-100A-8369-69AD-F8D2E2CE6723}"/>
                </a:ext>
              </a:extLst>
            </p:cNvPr>
            <p:cNvSpPr txBox="1"/>
            <p:nvPr/>
          </p:nvSpPr>
          <p:spPr>
            <a:xfrm>
              <a:off x="7248269" y="3315830"/>
              <a:ext cx="367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+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37E637F-7202-7043-9556-5F27EB3D38CF}"/>
                </a:ext>
              </a:extLst>
            </p:cNvPr>
            <p:cNvSpPr txBox="1"/>
            <p:nvPr/>
          </p:nvSpPr>
          <p:spPr>
            <a:xfrm>
              <a:off x="7925926" y="3139228"/>
              <a:ext cx="367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+</a:t>
              </a:r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588C08-DB17-4EAC-73BD-44F38F4209BA}"/>
                </a:ext>
              </a:extLst>
            </p:cNvPr>
            <p:cNvSpPr txBox="1"/>
            <p:nvPr/>
          </p:nvSpPr>
          <p:spPr>
            <a:xfrm>
              <a:off x="7644424" y="3864285"/>
              <a:ext cx="367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50000"/>
                    </a:schemeClr>
                  </a:solidFill>
                </a:rPr>
                <a:t>+</a:t>
              </a:r>
              <a:endParaRPr lang="en-US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BB00750-A0A7-8EBE-92B2-492F5FBC7D59}"/>
              </a:ext>
            </a:extLst>
          </p:cNvPr>
          <p:cNvSpPr txBox="1"/>
          <p:nvPr/>
        </p:nvSpPr>
        <p:spPr>
          <a:xfrm>
            <a:off x="1124280" y="2406476"/>
            <a:ext cx="1570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+Z points vertically up out of top of KestrelSAT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216EB2D-F448-025F-3725-646A3A83F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60567">
            <a:off x="1747567" y="4883110"/>
            <a:ext cx="1239939" cy="164375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DEF5DAD-8964-4D88-397B-289B5C9E14C5}"/>
              </a:ext>
            </a:extLst>
          </p:cNvPr>
          <p:cNvCxnSpPr>
            <a:cxnSpLocks/>
          </p:cNvCxnSpPr>
          <p:nvPr/>
        </p:nvCxnSpPr>
        <p:spPr>
          <a:xfrm flipV="1">
            <a:off x="2829346" y="4240121"/>
            <a:ext cx="2407672" cy="1111197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50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099A-BF85-A8EA-BDDF-C0BEE1DD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ESP32 Thing Plus Pinout Diagram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573A2-DF35-4C85-9CC4-81A979BF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</a:t>
            </a:r>
            <a:r>
              <a:rPr lang="en-US" dirty="0"/>
              <a:t>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913B2-80A3-B833-A94F-934634BA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5</a:t>
            </a:fld>
            <a:endParaRPr lang="en-US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EAA4AF2-A593-111D-63D1-B05A1CE9B2A1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1F5977-32BD-576D-C7E9-A4DABE36A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90" y="909248"/>
            <a:ext cx="8077010" cy="584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9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B3D6-BF93-9F6C-2330-D520DE8C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– MEMS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901B-D909-D154-93A8-F6742F678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MEMS = Micro-Electro-Mechanical Systems</a:t>
            </a:r>
            <a:endParaRPr lang="en-US" sz="1600" dirty="0"/>
          </a:p>
          <a:p>
            <a:r>
              <a:rPr lang="en-US" sz="1600" dirty="0"/>
              <a:t>Tiny devices that combine mechanical elements, sensors, and electronics on a micrometer scale.</a:t>
            </a:r>
          </a:p>
          <a:p>
            <a:r>
              <a:rPr lang="en-US" sz="1600" dirty="0"/>
              <a:t>Fabricated using techniques similar to integrated circuits (ICs), often on silicon wafers.</a:t>
            </a:r>
          </a:p>
          <a:p>
            <a:r>
              <a:rPr lang="en-US" sz="1600" b="1" dirty="0"/>
              <a:t>MEMS are the enabling technology for miniaturized spacecraft ADCS and navigation systems.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1FA0F-D145-5816-4648-DE9A2C0C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4CAB8-5A3B-A4C2-68D0-63F201F4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4D6B6-ED28-7159-FD07-C70FDD515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185" y="3718356"/>
            <a:ext cx="2835451" cy="2551906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EA58D65-318D-2801-BAF1-428708B7C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22" y="3387211"/>
            <a:ext cx="2589347" cy="307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yroscope - SparkFun Learn">
            <a:extLst>
              <a:ext uri="{FF2B5EF4-FFF2-40B4-BE49-F238E27FC236}">
                <a16:creationId xmlns:a16="http://schemas.microsoft.com/office/drawing/2014/main" id="{0566FA0C-77BC-0128-AB20-ED4304CE0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340" y="3852051"/>
            <a:ext cx="2284516" cy="228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22F269E7-944B-90CD-D1B6-326598816452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781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3D79-7165-1873-07F6-8AB1B8AB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– Accelerometer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EAD49-100C-4148-1A27-A7A8CE1E6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7"/>
            <a:ext cx="7886700" cy="3517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Inertial sensor that measures </a:t>
            </a:r>
            <a:r>
              <a:rPr lang="en-US" sz="1400" b="1" dirty="0">
                <a:highlight>
                  <a:srgbClr val="FFFF00"/>
                </a:highlight>
              </a:rPr>
              <a:t>specific force</a:t>
            </a:r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en-US" sz="1400" dirty="0"/>
              <a:t>(non-gravitational acceleration) in m/sec</a:t>
            </a:r>
            <a:r>
              <a:rPr lang="en-US" sz="1400" baseline="30000" dirty="0"/>
              <a:t>2</a:t>
            </a:r>
            <a:r>
              <a:rPr lang="en-US" sz="1400" dirty="0"/>
              <a:t> or g.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B0F0"/>
                </a:solidFill>
                <a:sym typeface="Wingdings" panose="05000000000000000000" pitchFamily="2" charset="2"/>
              </a:rPr>
              <a:t>An accelerometer sitting on a table measures 1g, an accelerometer in free-fall measures 0g. </a:t>
            </a:r>
            <a:endParaRPr lang="en-US" sz="12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400" b="1" dirty="0"/>
              <a:t>How it works:</a:t>
            </a:r>
            <a:endParaRPr lang="en-US" sz="1400" dirty="0"/>
          </a:p>
          <a:p>
            <a:r>
              <a:rPr lang="en-US" sz="1400" dirty="0"/>
              <a:t>Uses a proof mass suspended by springs or microstructures (MEMS).</a:t>
            </a:r>
          </a:p>
          <a:p>
            <a:r>
              <a:rPr lang="en-US" sz="1400" dirty="0"/>
              <a:t>When the sensor accelerates, the mass displaces; the displacement is converted into an electrical signal proportional to acceleration.</a:t>
            </a:r>
          </a:p>
          <a:p>
            <a:pPr marL="0" indent="0">
              <a:buNone/>
            </a:pPr>
            <a:r>
              <a:rPr lang="en-US" sz="1400" b="1" dirty="0"/>
              <a:t>Limitations:</a:t>
            </a:r>
            <a:endParaRPr lang="en-US" sz="1400" dirty="0"/>
          </a:p>
          <a:p>
            <a:r>
              <a:rPr lang="en-US" sz="1400" dirty="0"/>
              <a:t>Cannot distinguish between linear acceleration and gravity alone.</a:t>
            </a:r>
          </a:p>
          <a:p>
            <a:pPr marL="457200" lvl="1" indent="0">
              <a:buNone/>
            </a:pP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Since spacecraft are in free-fall, accelerometers have limited utility in space for sensing attitude orientation. We will not use an accelerometer during this lab. </a:t>
            </a: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8BEF0-65A2-BF4B-C053-C9A83807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A0954-4EEF-325D-EADB-3CEBE393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135B16-511C-5CBD-57C8-7621D6932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393" y="4244811"/>
            <a:ext cx="3439683" cy="2532115"/>
          </a:xfrm>
          <a:prstGeom prst="rect">
            <a:avLst/>
          </a:prstGeom>
        </p:spPr>
      </p:pic>
      <p:pic>
        <p:nvPicPr>
          <p:cNvPr id="1032" name="Picture 8" descr="Learn about MEMS accelerometers, gyroscopes, and magnetometers · VectorNav">
            <a:extLst>
              <a:ext uri="{FF2B5EF4-FFF2-40B4-BE49-F238E27FC236}">
                <a16:creationId xmlns:a16="http://schemas.microsoft.com/office/drawing/2014/main" id="{AF8C93C6-AEDC-2AB9-E3E8-C0B239BE1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669" y="4560053"/>
            <a:ext cx="3865497" cy="191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F3B194-BF15-5290-F15D-4F9A79FB02AE}"/>
              </a:ext>
            </a:extLst>
          </p:cNvPr>
          <p:cNvSpPr txBox="1"/>
          <p:nvPr/>
        </p:nvSpPr>
        <p:spPr>
          <a:xfrm>
            <a:off x="5469726" y="3960673"/>
            <a:ext cx="3138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Working principle of three-axis piezoresistive accelerometer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ED3302-EE53-AC51-4671-C335144EFAAD}"/>
              </a:ext>
            </a:extLst>
          </p:cNvPr>
          <p:cNvSpPr txBox="1"/>
          <p:nvPr/>
        </p:nvSpPr>
        <p:spPr>
          <a:xfrm>
            <a:off x="1017724" y="4298489"/>
            <a:ext cx="451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Single-Axis </a:t>
            </a:r>
            <a:r>
              <a:rPr lang="en-US" sz="1200" b="1" i="0" dirty="0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Simple Accelerometer Model</a:t>
            </a:r>
            <a:endParaRPr lang="en-US" sz="1200" b="1" dirty="0">
              <a:solidFill>
                <a:srgbClr val="00B0F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D8B8768-A3E6-D5DD-1510-5E077EF85D13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7321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0B96-4A88-9B6E-42F2-1B7D3A68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AC9B-7942-1DD1-3897-C9FC9E18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– Gyroscope (sensor)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93D58-3CDE-1609-D8F6-A6D6BB5E9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7"/>
            <a:ext cx="7886700" cy="31657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An inertial sensor that measure an object's </a:t>
            </a:r>
            <a:r>
              <a:rPr lang="en-US" sz="1400" b="1" dirty="0">
                <a:highlight>
                  <a:srgbClr val="FFFF00"/>
                </a:highlight>
              </a:rPr>
              <a:t>angular rate</a:t>
            </a:r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en-US" sz="1400" dirty="0"/>
              <a:t>(rad/sec or deg/sec)</a:t>
            </a:r>
            <a:r>
              <a:rPr lang="en-US" sz="1400" b="1" dirty="0"/>
              <a:t> </a:t>
            </a:r>
            <a:r>
              <a:rPr lang="en-US" sz="1400" dirty="0"/>
              <a:t>with respect to an inertial reference frame.</a:t>
            </a:r>
          </a:p>
          <a:p>
            <a:pPr marL="0" indent="0">
              <a:buNone/>
            </a:pPr>
            <a:r>
              <a:rPr lang="en-US" sz="1400" b="1" dirty="0"/>
              <a:t>How it works:</a:t>
            </a:r>
            <a:endParaRPr lang="en-US" sz="1400" dirty="0"/>
          </a:p>
          <a:p>
            <a:r>
              <a:rPr lang="en-US" sz="1400" dirty="0"/>
              <a:t>Traditional spinning-mass gyros: Detect Coriolis forces acting on a moving mass.</a:t>
            </a:r>
          </a:p>
          <a:p>
            <a:r>
              <a:rPr lang="en-US" sz="1400" dirty="0"/>
              <a:t>MEMS gyros: Use vibrating microstructures to sense angular rate.</a:t>
            </a:r>
          </a:p>
          <a:p>
            <a:r>
              <a:rPr lang="en-US" sz="1400" dirty="0"/>
              <a:t>Optical gyros (FOG/RLG): Use interference of light in a fiber or laser ring to measure rotation.</a:t>
            </a:r>
          </a:p>
          <a:p>
            <a:pPr marL="0" indent="0">
              <a:buNone/>
            </a:pPr>
            <a:r>
              <a:rPr lang="en-US" sz="1400" b="1" dirty="0"/>
              <a:t>Limitations:</a:t>
            </a:r>
            <a:endParaRPr lang="en-US" sz="1400" dirty="0"/>
          </a:p>
          <a:p>
            <a:r>
              <a:rPr lang="en-US" sz="1400" dirty="0"/>
              <a:t>Drift/Bias: Over time, errors accumulate (gyro drift).</a:t>
            </a:r>
          </a:p>
          <a:p>
            <a:r>
              <a:rPr lang="en-US" sz="1400" dirty="0"/>
              <a:t>Power &amp; Size Trade-offs: High-precision gyros (FOG/RLG) are bulkier and consume more power.</a:t>
            </a:r>
          </a:p>
          <a:p>
            <a:r>
              <a:rPr lang="en-US" sz="1400" dirty="0"/>
              <a:t>Require calibration and sensor fusion with star trackers or magnetometers for long-term accuracy.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F54F0-D894-02C4-0353-CEED7847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46977-9F31-4726-2955-117CE8EC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678593-164C-6F92-4502-A48C7B64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864" y="4168068"/>
            <a:ext cx="2987528" cy="19741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F3B228-882F-E903-5E9C-57663714E801}"/>
              </a:ext>
            </a:extLst>
          </p:cNvPr>
          <p:cNvSpPr txBox="1"/>
          <p:nvPr/>
        </p:nvSpPr>
        <p:spPr>
          <a:xfrm>
            <a:off x="2708268" y="6224897"/>
            <a:ext cx="451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Single-Axis </a:t>
            </a:r>
            <a:r>
              <a:rPr lang="en-US" sz="1200" b="1" i="0" dirty="0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Simple MEMS Gyroscope Model</a:t>
            </a:r>
            <a:endParaRPr lang="en-US" sz="1200" b="1" dirty="0">
              <a:solidFill>
                <a:srgbClr val="00B0F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0BC83A9-944B-EFAB-4A4D-AAE6A4EBE7F0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85799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0CDEB-B24B-30DC-35F8-76DB33B3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BB50-42A9-7367-5CAD-81720A98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– Magnetometer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3ABB-44B4-3E54-5C85-ABEA6DF48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A sensor that measures the </a:t>
            </a:r>
            <a:r>
              <a:rPr lang="en-US" sz="1400" b="1" dirty="0">
                <a:highlight>
                  <a:srgbClr val="FFFF00"/>
                </a:highlight>
              </a:rPr>
              <a:t>strength and direction of a magnetic field </a:t>
            </a:r>
            <a:r>
              <a:rPr lang="en-US" sz="1400" dirty="0"/>
              <a:t>in Tesla (typically µT).</a:t>
            </a:r>
          </a:p>
          <a:p>
            <a:pPr marL="0" indent="0">
              <a:buNone/>
            </a:pPr>
            <a:r>
              <a:rPr lang="en-US" sz="1400" b="1" dirty="0"/>
              <a:t>How it works:</a:t>
            </a:r>
            <a:endParaRPr lang="en-US" sz="1400" dirty="0"/>
          </a:p>
          <a:p>
            <a:r>
              <a:rPr lang="en-US" sz="1400" dirty="0"/>
              <a:t>Uses the Hall effect or fluxgate principles to sense magnetic field vectors.</a:t>
            </a:r>
          </a:p>
          <a:p>
            <a:r>
              <a:rPr lang="en-US" sz="1400" dirty="0"/>
              <a:t>Outputs a 3-axis vector that can be compared to Earth’s magnetic field model (IGRF) for attitude determination.</a:t>
            </a:r>
          </a:p>
          <a:p>
            <a:pPr marL="0" indent="0">
              <a:buNone/>
            </a:pPr>
            <a:r>
              <a:rPr lang="en-US" sz="1400" b="1" dirty="0"/>
              <a:t>Limitations:</a:t>
            </a:r>
            <a:endParaRPr lang="en-US" sz="1400" dirty="0"/>
          </a:p>
          <a:p>
            <a:r>
              <a:rPr lang="en-US" sz="1400" dirty="0"/>
              <a:t>Accuracy depends on magnetic models (less effective far from Earth).</a:t>
            </a:r>
          </a:p>
          <a:p>
            <a:r>
              <a:rPr lang="en-US" sz="1400" dirty="0"/>
              <a:t>Sensitive to spacecraft magnetic noise (needs careful placement and calibration).</a:t>
            </a:r>
          </a:p>
          <a:p>
            <a:r>
              <a:rPr lang="en-US" sz="1400" dirty="0"/>
              <a:t>Provides only coarse attitude knowledge (not sufficient for fine pointing).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66B1E-F591-E887-1AB6-28D9A784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95EC6-CECF-A36B-1132-71ED8D63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CDE5CC-DFC5-41AD-7089-848D9CCED2A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BF8F4"/>
              </a:clrFrom>
              <a:clrTo>
                <a:srgbClr val="FBF8F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2526" y="3886589"/>
            <a:ext cx="5373961" cy="2834888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863DE36-D842-2EF9-9E36-2A192BEBE8CD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2534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FFD8-C01A-551A-3E26-FAD68C03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F282-6463-EEAA-916E-39557199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Reference – Inertial Measurement Unit (IMU)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A433-40A0-C34E-06E9-448F55A5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 device that combines a 3-axis accelerometer, 3-axis gyroscope, and sometimes 3-axis magnetometer. </a:t>
            </a:r>
          </a:p>
          <a:p>
            <a:pPr marL="457200" lvl="1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Used to determine linear and rotational motion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Limitations:</a:t>
            </a:r>
            <a:endParaRPr lang="en-US" sz="2000" dirty="0"/>
          </a:p>
          <a:p>
            <a:r>
              <a:rPr lang="en-US" sz="2000" b="1" dirty="0"/>
              <a:t>Drift over time</a:t>
            </a:r>
            <a:r>
              <a:rPr lang="en-US" sz="2000" dirty="0"/>
              <a:t> (errors accumulate without external correction).</a:t>
            </a:r>
          </a:p>
          <a:p>
            <a:r>
              <a:rPr lang="en-US" sz="2000" dirty="0"/>
              <a:t>Requires sensor fusion (e.g., Kalman filters) with other sensors.</a:t>
            </a:r>
          </a:p>
          <a:p>
            <a:r>
              <a:rPr lang="en-US" sz="2000" dirty="0"/>
              <a:t>Higher-precision IMUs are large, heavy, and expensive.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CAAA5-9984-D0A6-6AF4-F050EB0C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D608F-D28C-1856-C082-9A6056A1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6F222-AB55-E97D-3C55-FA3B825FCE9A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3637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1BF8-8331-F456-924B-D9A7E69C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679E-65D3-8873-3784-50ABE9EC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– </a:t>
            </a:r>
            <a:r>
              <a:rPr lang="en-US" b="1" dirty="0" err="1"/>
              <a:t>Sparkfun</a:t>
            </a:r>
            <a:r>
              <a:rPr lang="en-US" b="1" dirty="0"/>
              <a:t> 9DOF IMU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699AA-6D07-8B53-2DCC-A960DBFD8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7"/>
            <a:ext cx="5603218" cy="4887654"/>
          </a:xfrm>
        </p:spPr>
        <p:txBody>
          <a:bodyPr>
            <a:normAutofit lnSpcReduction="10000"/>
          </a:bodyPr>
          <a:lstStyle/>
          <a:p>
            <a:r>
              <a:rPr lang="en-US" sz="1800" dirty="0" err="1"/>
              <a:t>SparkFun</a:t>
            </a:r>
            <a:r>
              <a:rPr lang="en-US" sz="1800" dirty="0"/>
              <a:t> 9DoF IMU Breakout incorporates </a:t>
            </a:r>
            <a:r>
              <a:rPr lang="en-US" sz="1800" b="1" dirty="0" err="1"/>
              <a:t>InvenSense's</a:t>
            </a:r>
            <a:r>
              <a:rPr lang="en-US" sz="1800" b="1" dirty="0"/>
              <a:t> ICM-20948</a:t>
            </a:r>
          </a:p>
          <a:p>
            <a:endParaRPr lang="en-US" sz="1800" dirty="0"/>
          </a:p>
          <a:p>
            <a:r>
              <a:rPr lang="en-US" sz="1800" dirty="0"/>
              <a:t>The ICM-20948 is a low-powered, I</a:t>
            </a:r>
            <a:r>
              <a:rPr lang="en-US" sz="1800" baseline="30000" dirty="0"/>
              <a:t>2</a:t>
            </a:r>
            <a:r>
              <a:rPr lang="en-US" sz="1800" dirty="0"/>
              <a:t>C and SPI-enabled 9-axis MEMS device.</a:t>
            </a:r>
          </a:p>
          <a:p>
            <a:pPr lvl="1"/>
            <a:r>
              <a:rPr lang="en-US" sz="1400" dirty="0"/>
              <a:t>9-axis (aka 9DOF): 3-axis accelerometer + 3-axis gyroscope + 3-axis magnetometer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Triple-axis MEMS gyroscope with programmable full-scale range of ±250 </a:t>
            </a:r>
            <a:r>
              <a:rPr lang="en-US" sz="1400" dirty="0" err="1"/>
              <a:t>dps</a:t>
            </a:r>
            <a:r>
              <a:rPr lang="en-US" sz="1400" dirty="0"/>
              <a:t>, ±500 </a:t>
            </a:r>
            <a:r>
              <a:rPr lang="en-US" sz="1400" dirty="0" err="1"/>
              <a:t>dps</a:t>
            </a:r>
            <a:r>
              <a:rPr lang="en-US" sz="1400" dirty="0"/>
              <a:t>, ±1000 </a:t>
            </a:r>
            <a:r>
              <a:rPr lang="en-US" sz="1400" dirty="0" err="1"/>
              <a:t>dps</a:t>
            </a:r>
            <a:r>
              <a:rPr lang="en-US" sz="1400" dirty="0"/>
              <a:t>, and ±2000 </a:t>
            </a:r>
            <a:r>
              <a:rPr lang="en-US" sz="1400" dirty="0" err="1"/>
              <a:t>dps</a:t>
            </a:r>
            <a:endParaRPr lang="en-US" sz="1400" dirty="0"/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Triple-axis MEMS accelerometer with programmable full-scale range of ±2g, ±4g, ±8g, and ±16g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Triple-axis silicon monolithic Hall-effect magnetic sensor with full scale measurement range to ±4900 µT</a:t>
            </a:r>
          </a:p>
          <a:p>
            <a:endParaRPr lang="en-US" sz="1800" dirty="0"/>
          </a:p>
          <a:p>
            <a:r>
              <a:rPr lang="en-US" sz="1800" b="1" dirty="0"/>
              <a:t>This sensor will connect to </a:t>
            </a:r>
            <a:r>
              <a:rPr lang="en-US" sz="1800" b="1" dirty="0" err="1"/>
              <a:t>KestrelSAT’s</a:t>
            </a:r>
            <a:r>
              <a:rPr lang="en-US" sz="1800" b="1" dirty="0"/>
              <a:t> MCU over I2C using a QWIC cable.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37A1-87A6-F3F0-89E6-6F961214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B5C83-A09F-F585-0711-E296FB66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D89906-C4C8-AC83-2D0E-C24E70AC8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526" y="2417325"/>
            <a:ext cx="2253110" cy="23291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AAE0C7-0177-FCB0-A526-47B539B7631A}"/>
              </a:ext>
            </a:extLst>
          </p:cNvPr>
          <p:cNvSpPr txBox="1"/>
          <p:nvPr/>
        </p:nvSpPr>
        <p:spPr>
          <a:xfrm>
            <a:off x="1106340" y="6095774"/>
            <a:ext cx="8271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https://www.sparkfun.com/sparkfun-9dof-imu-breakout-icm-20948-qwiic.html</a:t>
            </a:r>
            <a:r>
              <a:rPr lang="en-US" dirty="0"/>
              <a:t> 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D00943C0-3408-EC88-D6D0-6272977D4EC2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219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3497C-8E16-CDE8-B11C-B016FC4A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1FDD-CAEE-0140-1FD4-62A83A6B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– Phototransistor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43DC7-C7F9-1AED-111F-C5792B6050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6340" y="1002507"/>
                <a:ext cx="5116330" cy="41395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A light-sensitive transistor whose current output depends on the intensity of incoming light (typically visible or near-IR).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Applications in Sun Sensors:</a:t>
                </a:r>
                <a:endParaRPr lang="en-US" sz="1400" dirty="0"/>
              </a:p>
              <a:p>
                <a:r>
                  <a:rPr lang="en-US" sz="1400" dirty="0"/>
                  <a:t>Basic coarse sun sensors use arrays of phototransistors to detect the Sun’s direction.</a:t>
                </a:r>
              </a:p>
              <a:p>
                <a:r>
                  <a:rPr lang="en-US" sz="1400" dirty="0"/>
                  <a:t>The relative illumination across the array gives the incident Sun angle.</a:t>
                </a:r>
              </a:p>
              <a:p>
                <a:r>
                  <a:rPr lang="en-US" sz="1400" dirty="0"/>
                  <a:t>Simple, low-power solution for CubeSats and small spacecraft.</a:t>
                </a:r>
              </a:p>
              <a:p>
                <a:pPr marL="0" indent="0">
                  <a:buNone/>
                </a:pPr>
                <a:r>
                  <a:rPr lang="en-US" sz="1400" dirty="0"/>
                  <a:t>In this lab, we’ll use an array of </a:t>
                </a:r>
                <a:r>
                  <a:rPr lang="en-US" sz="1400" b="1" dirty="0"/>
                  <a:t>BPT-NPG3C1</a:t>
                </a:r>
                <a:r>
                  <a:rPr lang="en-US" sz="1400" dirty="0"/>
                  <a:t> NPN phototransistors to form a basic sun sensor. </a:t>
                </a:r>
              </a:p>
              <a:p>
                <a:r>
                  <a:rPr lang="en-US" sz="1400" dirty="0"/>
                  <a:t>BPT-NPG3C1 has a half view angle of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400" dirty="0"/>
                  <a:t> (measured from the optical axis to the half power point). </a:t>
                </a:r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43DC7-C7F9-1AED-111F-C5792B605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6340" y="1002507"/>
                <a:ext cx="5116330" cy="4139509"/>
              </a:xfrm>
              <a:blipFill>
                <a:blip r:embed="rId3"/>
                <a:stretch>
                  <a:fillRect l="-357" t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53F-E74A-4262-2411-972ABC93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6BB8B-FF3C-136D-1DF3-C09C6B20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12</a:t>
            </a:fld>
            <a:endParaRPr lang="en-US"/>
          </a:p>
        </p:txBody>
      </p:sp>
      <p:pic>
        <p:nvPicPr>
          <p:cNvPr id="5122" name="Picture 2" descr="BPT-NPG3C1">
            <a:extLst>
              <a:ext uri="{FF2B5EF4-FFF2-40B4-BE49-F238E27FC236}">
                <a16:creationId xmlns:a16="http://schemas.microsoft.com/office/drawing/2014/main" id="{EDE9555A-B6D2-3FF6-1BD0-53010DF6B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150" y="4394149"/>
            <a:ext cx="2327328" cy="232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8F791-AA5D-DF75-77A8-C7BAB51B4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479" y="907064"/>
            <a:ext cx="2400212" cy="52734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D6EACE-1F7A-73A2-2205-45E4EE38D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287" y="4999512"/>
            <a:ext cx="2268079" cy="1181011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F01A325F-12C4-184B-D4B2-6C2D0A449070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48012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3ED0-DB97-AEFB-C3FF-E76D6658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BC46-1D54-D979-E340-BB02E8F3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 – Build Sun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01359-5E04-6AA8-32C1-4FB4E329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7"/>
            <a:ext cx="80376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KestrelSAT’s</a:t>
            </a:r>
            <a:r>
              <a:rPr lang="en-US" sz="1600" b="1" dirty="0"/>
              <a:t> sun sensor consists of an array of four phototransistors capable of sensing the sun angle about the body frame Z-axis.</a:t>
            </a:r>
          </a:p>
          <a:p>
            <a:pPr marL="457200" indent="-457200">
              <a:buAutoNum type="arabicParenBoth"/>
            </a:pPr>
            <a:r>
              <a:rPr lang="en-US" sz="1600" dirty="0"/>
              <a:t>Connect four phototransistors to the MCU ADC pins A0-A3. Use a 10K resistor with each phototransistor. </a:t>
            </a:r>
            <a:r>
              <a:rPr lang="en-US" sz="1600" b="1" dirty="0"/>
              <a:t>Align the phototransistors with +X/+Y/-X/-Y axes. </a:t>
            </a:r>
          </a:p>
          <a:p>
            <a:pPr marL="457200" lvl="1" indent="0">
              <a:buNone/>
            </a:pPr>
            <a:r>
              <a:rPr lang="en-US" sz="1200" dirty="0"/>
              <a:t>- The </a:t>
            </a:r>
            <a:r>
              <a:rPr lang="en-US" sz="1200" b="1" dirty="0"/>
              <a:t>+X</a:t>
            </a:r>
            <a:r>
              <a:rPr lang="en-US" sz="1200" dirty="0"/>
              <a:t> phototransistor should connect to </a:t>
            </a:r>
            <a:r>
              <a:rPr lang="en-US" sz="1200" b="1" dirty="0"/>
              <a:t>A0</a:t>
            </a:r>
          </a:p>
          <a:p>
            <a:pPr marL="457200" lvl="1" indent="0">
              <a:buNone/>
            </a:pPr>
            <a:r>
              <a:rPr lang="en-US" sz="1200" dirty="0"/>
              <a:t>- The </a:t>
            </a:r>
            <a:r>
              <a:rPr lang="en-US" sz="1200" b="1" dirty="0"/>
              <a:t>+Y</a:t>
            </a:r>
            <a:r>
              <a:rPr lang="en-US" sz="1200" dirty="0"/>
              <a:t> phototransistor should connect to </a:t>
            </a:r>
            <a:r>
              <a:rPr lang="en-US" sz="1200" b="1" dirty="0"/>
              <a:t>A1</a:t>
            </a:r>
          </a:p>
          <a:p>
            <a:pPr marL="457200" lvl="1" indent="0">
              <a:buNone/>
            </a:pPr>
            <a:r>
              <a:rPr lang="en-US" sz="1200" dirty="0"/>
              <a:t>- The </a:t>
            </a:r>
            <a:r>
              <a:rPr lang="en-US" sz="1200" b="1" dirty="0"/>
              <a:t>-X</a:t>
            </a:r>
            <a:r>
              <a:rPr lang="en-US" sz="1200" dirty="0"/>
              <a:t> phototransistor should connect to </a:t>
            </a:r>
            <a:r>
              <a:rPr lang="en-US" sz="1200" b="1" dirty="0"/>
              <a:t>A2</a:t>
            </a:r>
          </a:p>
          <a:p>
            <a:pPr marL="457200" lvl="1" indent="0">
              <a:buNone/>
            </a:pPr>
            <a:r>
              <a:rPr lang="en-US" sz="1200" dirty="0"/>
              <a:t>- The </a:t>
            </a:r>
            <a:r>
              <a:rPr lang="en-US" sz="1200" b="1" dirty="0"/>
              <a:t>-Y</a:t>
            </a:r>
            <a:r>
              <a:rPr lang="en-US" sz="1200" dirty="0"/>
              <a:t> phototransistor should connect to </a:t>
            </a:r>
            <a:r>
              <a:rPr lang="en-US" sz="1200" b="1" dirty="0"/>
              <a:t>A3</a:t>
            </a:r>
          </a:p>
          <a:p>
            <a:pPr marL="457200" lvl="1" indent="0">
              <a:buNone/>
            </a:pPr>
            <a:r>
              <a:rPr lang="en-US" sz="1200" b="1" dirty="0"/>
              <a:t>- Ensure phototransistors are connected to </a:t>
            </a:r>
            <a:r>
              <a:rPr lang="en-US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3.3V</a:t>
            </a:r>
            <a:r>
              <a:rPr lang="en-US" sz="1200" b="1" dirty="0"/>
              <a:t> of the MCU &amp; GND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9433B-7A11-4004-F692-306EB65A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CD254-0BA4-D2F0-7370-178BBEDD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B6F35-3B3B-D5F8-BEC0-90AB0F92F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15" y="3589387"/>
            <a:ext cx="1952898" cy="2553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509BB9-2571-FE17-A2C7-0CB560E1902E}"/>
              </a:ext>
            </a:extLst>
          </p:cNvPr>
          <p:cNvSpPr txBox="1"/>
          <p:nvPr/>
        </p:nvSpPr>
        <p:spPr>
          <a:xfrm>
            <a:off x="3251762" y="3559001"/>
            <a:ext cx="167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3.3V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F25FDF-1946-748F-E74B-5971BAAEAB3D}"/>
              </a:ext>
            </a:extLst>
          </p:cNvPr>
          <p:cNvSpPr txBox="1"/>
          <p:nvPr/>
        </p:nvSpPr>
        <p:spPr>
          <a:xfrm>
            <a:off x="3282088" y="4887138"/>
            <a:ext cx="13724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A{x} </a:t>
            </a:r>
          </a:p>
          <a:p>
            <a:r>
              <a:rPr lang="en-US" sz="1200" b="1" dirty="0"/>
              <a:t>(x=0/1/2/3)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EE532A-3656-CFC4-4DCF-38EDFA67CAB8}"/>
              </a:ext>
            </a:extLst>
          </p:cNvPr>
          <p:cNvSpPr txBox="1"/>
          <p:nvPr/>
        </p:nvSpPr>
        <p:spPr>
          <a:xfrm>
            <a:off x="1807384" y="6095774"/>
            <a:ext cx="179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E1E234-CA87-1E7C-2DA5-51BCD22A8FD8}"/>
              </a:ext>
            </a:extLst>
          </p:cNvPr>
          <p:cNvCxnSpPr>
            <a:cxnSpLocks/>
          </p:cNvCxnSpPr>
          <p:nvPr/>
        </p:nvCxnSpPr>
        <p:spPr>
          <a:xfrm flipH="1" flipV="1">
            <a:off x="1479550" y="3797300"/>
            <a:ext cx="598518" cy="369332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7101E0-3E6C-DC2B-7A7A-7C4F23E419E3}"/>
              </a:ext>
            </a:extLst>
          </p:cNvPr>
          <p:cNvCxnSpPr>
            <a:cxnSpLocks/>
          </p:cNvCxnSpPr>
          <p:nvPr/>
        </p:nvCxnSpPr>
        <p:spPr>
          <a:xfrm flipH="1">
            <a:off x="1536700" y="4918124"/>
            <a:ext cx="541368" cy="332002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F0B608F-FA60-9AA7-A84F-CD514BB9A2CE}"/>
              </a:ext>
            </a:extLst>
          </p:cNvPr>
          <p:cNvSpPr txBox="1"/>
          <p:nvPr/>
        </p:nvSpPr>
        <p:spPr>
          <a:xfrm>
            <a:off x="845362" y="3486691"/>
            <a:ext cx="1535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Long Lead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A825EA-4237-3119-EC5E-76F8EB6A4F0A}"/>
              </a:ext>
            </a:extLst>
          </p:cNvPr>
          <p:cNvSpPr txBox="1"/>
          <p:nvPr/>
        </p:nvSpPr>
        <p:spPr>
          <a:xfrm>
            <a:off x="480486" y="5201468"/>
            <a:ext cx="1535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Short Lead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70988568-97EF-BFE8-787F-D7AFCD66CC4F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F1DF57-C047-D73F-97E3-12957D6A8D6A}"/>
              </a:ext>
            </a:extLst>
          </p:cNvPr>
          <p:cNvSpPr txBox="1"/>
          <p:nvPr/>
        </p:nvSpPr>
        <p:spPr>
          <a:xfrm>
            <a:off x="6634042" y="2157719"/>
            <a:ext cx="2428146" cy="954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WARNING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Ensure you connect Phototransistors to </a:t>
            </a:r>
            <a:r>
              <a:rPr 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3.3V</a:t>
            </a:r>
            <a:r>
              <a:rPr lang="en-US" sz="1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pin on the MCU, </a:t>
            </a:r>
            <a:r>
              <a:rPr lang="en-US" sz="1400" b="1" i="1" u="sng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</a:t>
            </a:r>
            <a:r>
              <a:rPr lang="en-US" sz="1400" b="1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5V</a:t>
            </a:r>
            <a:endParaRPr lang="en-US" sz="14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333F64-3EE8-ADAE-6A6B-6E0C00E8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9" t="13030" r="5248" b="23381"/>
          <a:stretch>
            <a:fillRect/>
          </a:stretch>
        </p:blipFill>
        <p:spPr>
          <a:xfrm>
            <a:off x="4227238" y="3305566"/>
            <a:ext cx="4692466" cy="3225115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0DC24CF2-5FEC-1394-ED30-C7867B291F17}"/>
              </a:ext>
            </a:extLst>
          </p:cNvPr>
          <p:cNvSpPr/>
          <p:nvPr/>
        </p:nvSpPr>
        <p:spPr>
          <a:xfrm>
            <a:off x="7539033" y="3975321"/>
            <a:ext cx="1324535" cy="1338256"/>
          </a:xfrm>
          <a:prstGeom prst="ellipse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53393B-360F-ADF8-3F5C-54256AD52249}"/>
              </a:ext>
            </a:extLst>
          </p:cNvPr>
          <p:cNvSpPr txBox="1"/>
          <p:nvPr/>
        </p:nvSpPr>
        <p:spPr>
          <a:xfrm>
            <a:off x="7015415" y="4757058"/>
            <a:ext cx="83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rPr>
              <a:t>+3.3V</a:t>
            </a:r>
            <a:endParaRPr lang="en-US" sz="2000" dirty="0">
              <a:ln>
                <a:solidFill>
                  <a:schemeClr val="tx1"/>
                </a:solidFill>
              </a:ln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552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CF78-133B-7E15-06C6-9CF388A2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Task 1 – Additional Reference Photos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3138A-0AE4-4F4F-86B6-CA249AC7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2082E-E799-5FDB-6D19-64155420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AA871C-C3AA-CEE4-3F13-F4AC90D1A0F5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6FFA07-2206-4E07-E359-419688DD3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82" y="1025196"/>
            <a:ext cx="3053405" cy="54399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CAB287-4415-DFDA-10E7-921B004F96E5}"/>
              </a:ext>
            </a:extLst>
          </p:cNvPr>
          <p:cNvSpPr txBox="1"/>
          <p:nvPr/>
        </p:nvSpPr>
        <p:spPr>
          <a:xfrm>
            <a:off x="7483942" y="2479778"/>
            <a:ext cx="541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-Y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D662BF-8075-43A3-1111-99B705389345}"/>
              </a:ext>
            </a:extLst>
          </p:cNvPr>
          <p:cNvSpPr txBox="1"/>
          <p:nvPr/>
        </p:nvSpPr>
        <p:spPr>
          <a:xfrm>
            <a:off x="7529916" y="2941443"/>
            <a:ext cx="541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-X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F98088-2E33-A710-6C23-C031651A5130}"/>
              </a:ext>
            </a:extLst>
          </p:cNvPr>
          <p:cNvSpPr txBox="1"/>
          <p:nvPr/>
        </p:nvSpPr>
        <p:spPr>
          <a:xfrm>
            <a:off x="7370007" y="3261512"/>
            <a:ext cx="541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+Y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83608A-94CE-AE29-CEEE-CD001C900EBD}"/>
              </a:ext>
            </a:extLst>
          </p:cNvPr>
          <p:cNvSpPr txBox="1"/>
          <p:nvPr/>
        </p:nvSpPr>
        <p:spPr>
          <a:xfrm>
            <a:off x="7478984" y="3641492"/>
            <a:ext cx="541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rPr>
              <a:t>+X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3A88838F-F118-1ADA-A635-021C10A00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Roboto" panose="02000000000000000000" pitchFamily="2" charset="0"/>
              </a:rPr>
              <a:t>(</a:t>
            </a:r>
            <a:endParaRPr kumimoji="0" lang="en-US" altLang="en-US" sz="100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Roboto" panose="02000000000000000000" pitchFamily="2" charset="0"/>
              </a:rPr>
              <a:t>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Roboto" panose="02000000000000000000" pitchFamily="2" charset="0"/>
              </a:rPr>
              <a:t> </a:t>
            </a:r>
            <a:endParaRPr kumimoji="0" lang="en-US" altLang="en-US" sz="100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66A954-348E-B6DF-346D-AD81F80FA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-8540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2D842A4-D26B-7A5F-3C87-91F8AAE9F7DE}"/>
              </a:ext>
            </a:extLst>
          </p:cNvPr>
          <p:cNvGrpSpPr/>
          <p:nvPr/>
        </p:nvGrpSpPr>
        <p:grpSpPr>
          <a:xfrm>
            <a:off x="1066991" y="1813915"/>
            <a:ext cx="5127881" cy="4982648"/>
            <a:chOff x="857898" y="1253827"/>
            <a:chExt cx="5127881" cy="49826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F4724B-91BF-EDAC-4319-CBC738F49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898" y="1253827"/>
              <a:ext cx="5127881" cy="498264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870B2D-424A-7E7C-111B-0D8CEA1733AF}"/>
                </a:ext>
              </a:extLst>
            </p:cNvPr>
            <p:cNvSpPr txBox="1"/>
            <p:nvPr/>
          </p:nvSpPr>
          <p:spPr>
            <a:xfrm>
              <a:off x="2367652" y="3780650"/>
              <a:ext cx="5412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+X</a:t>
              </a:r>
              <a:endParaRPr lang="en-US" sz="2400" dirty="0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0C6E00-4926-4FE6-81A9-D87FD09591EC}"/>
                </a:ext>
              </a:extLst>
            </p:cNvPr>
            <p:cNvSpPr txBox="1"/>
            <p:nvPr/>
          </p:nvSpPr>
          <p:spPr>
            <a:xfrm>
              <a:off x="3963894" y="4592031"/>
              <a:ext cx="5412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4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dirty="0"/>
                <a:t>+Y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A9E203-06A4-AE4D-0FAF-38466FF9F3E6}"/>
                </a:ext>
              </a:extLst>
            </p:cNvPr>
            <p:cNvSpPr txBox="1"/>
            <p:nvPr/>
          </p:nvSpPr>
          <p:spPr>
            <a:xfrm>
              <a:off x="4026801" y="2967335"/>
              <a:ext cx="5412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4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dirty="0"/>
                <a:t>-Y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D2603FE-4D04-29C5-23C9-07625CD23873}"/>
                </a:ext>
              </a:extLst>
            </p:cNvPr>
            <p:cNvSpPr txBox="1"/>
            <p:nvPr/>
          </p:nvSpPr>
          <p:spPr>
            <a:xfrm>
              <a:off x="4505147" y="3810077"/>
              <a:ext cx="5412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4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dirty="0"/>
                <a:t>-X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451C201-1263-C4D6-92BA-6AB53B7C4389}"/>
                </a:ext>
              </a:extLst>
            </p:cNvPr>
            <p:cNvSpPr txBox="1"/>
            <p:nvPr/>
          </p:nvSpPr>
          <p:spPr>
            <a:xfrm rot="2955583">
              <a:off x="1317727" y="4010132"/>
              <a:ext cx="141796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+3.3V</a:t>
              </a:r>
              <a:endParaRPr lang="en-US" sz="2800" dirty="0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D6401B-B07E-6978-8BFD-31B322191811}"/>
                </a:ext>
              </a:extLst>
            </p:cNvPr>
            <p:cNvSpPr txBox="1"/>
            <p:nvPr/>
          </p:nvSpPr>
          <p:spPr>
            <a:xfrm>
              <a:off x="3972727" y="2081303"/>
              <a:ext cx="9927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4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sz="1800" dirty="0"/>
                <a:t>10KΩ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3399874-A18E-E3C9-EE77-0783A8BFE7E9}"/>
                </a:ext>
              </a:extLst>
            </p:cNvPr>
            <p:cNvSpPr txBox="1"/>
            <p:nvPr/>
          </p:nvSpPr>
          <p:spPr>
            <a:xfrm>
              <a:off x="2783942" y="2042546"/>
              <a:ext cx="9927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4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sz="1800" dirty="0"/>
                <a:t>10KΩ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56CF7F07-3FE3-DB53-2B23-93D7241DE82B}"/>
                </a:ext>
              </a:extLst>
            </p:cNvPr>
            <p:cNvSpPr txBox="1"/>
            <p:nvPr/>
          </p:nvSpPr>
          <p:spPr>
            <a:xfrm>
              <a:off x="4087200" y="5773251"/>
              <a:ext cx="9927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4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sz="1800" dirty="0"/>
                <a:t>10KΩ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63A58A64-A395-1778-A9AD-BBE254AF4BA2}"/>
                </a:ext>
              </a:extLst>
            </p:cNvPr>
            <p:cNvSpPr txBox="1"/>
            <p:nvPr/>
          </p:nvSpPr>
          <p:spPr>
            <a:xfrm>
              <a:off x="2718479" y="5496141"/>
              <a:ext cx="9927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4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sz="1800" dirty="0"/>
                <a:t>10KΩ</a:t>
              </a:r>
            </a:p>
          </p:txBody>
        </p:sp>
      </p:grpSp>
      <p:sp>
        <p:nvSpPr>
          <p:cNvPr id="1029" name="TextBox 1028">
            <a:extLst>
              <a:ext uri="{FF2B5EF4-FFF2-40B4-BE49-F238E27FC236}">
                <a16:creationId xmlns:a16="http://schemas.microsoft.com/office/drawing/2014/main" id="{0603C861-5B6B-DDD9-53F5-D95D66ECFAEC}"/>
              </a:ext>
            </a:extLst>
          </p:cNvPr>
          <p:cNvSpPr txBox="1"/>
          <p:nvPr/>
        </p:nvSpPr>
        <p:spPr>
          <a:xfrm>
            <a:off x="7517878" y="4210832"/>
            <a:ext cx="1417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</a:rPr>
              <a:t>+3.3V</a:t>
            </a:r>
            <a:endParaRPr lang="en-US" sz="2800" dirty="0">
              <a:ln>
                <a:solidFill>
                  <a:schemeClr val="tx1"/>
                </a:solidFill>
              </a:ln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3197FFAB-EBD1-D7C0-0DCD-A8FC1D557AEA}"/>
              </a:ext>
            </a:extLst>
          </p:cNvPr>
          <p:cNvSpPr txBox="1"/>
          <p:nvPr/>
        </p:nvSpPr>
        <p:spPr>
          <a:xfrm>
            <a:off x="1574882" y="937964"/>
            <a:ext cx="3710156" cy="73866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***Ensure bump on each Phototransistor faces out from the array***</a:t>
            </a:r>
          </a:p>
          <a:p>
            <a:pPr algn="ctr"/>
            <a:r>
              <a:rPr lang="en-US" sz="14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*Trimming resistor leads is recommend*</a:t>
            </a:r>
            <a:endParaRPr lang="en-US" sz="1400" dirty="0">
              <a:solidFill>
                <a:srgbClr val="00B0F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04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864A-3EB9-42FE-C49C-8CBB5D4B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2 – Connect IMU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DC254-C618-079E-B60C-C65375E9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Both"/>
            </a:pPr>
            <a:r>
              <a:rPr lang="en-US" sz="2000" dirty="0"/>
              <a:t>Connect the </a:t>
            </a:r>
            <a:r>
              <a:rPr lang="en-US" sz="2000" dirty="0" err="1"/>
              <a:t>SparkFun</a:t>
            </a:r>
            <a:r>
              <a:rPr lang="en-US" sz="2000" dirty="0"/>
              <a:t> 9DoF IMU Breakout to KestrelSAT MCU (via the INA238 board) using a QWIC cable.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***Ensure you insert the IMU in the orientation shown below***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48B17-C4D5-D87F-EA8C-19221FB4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6A89D-83D1-54C6-2788-71E463F6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15</a:t>
            </a:fld>
            <a:endParaRPr lang="en-US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381804F6-2B7C-8B70-DC8B-26B50B3256F9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5930C3-99EF-04DD-C98F-ED11516BF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576" y="2082333"/>
            <a:ext cx="4500930" cy="425776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963BFC-1336-5822-3EC1-9770A7D0349D}"/>
              </a:ext>
            </a:extLst>
          </p:cNvPr>
          <p:cNvSpPr/>
          <p:nvPr/>
        </p:nvSpPr>
        <p:spPr>
          <a:xfrm>
            <a:off x="4247718" y="3962217"/>
            <a:ext cx="1342591" cy="1284024"/>
          </a:xfrm>
          <a:prstGeom prst="ellipse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690CD4-E52D-CE12-AD51-7E496A67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60567">
            <a:off x="1699005" y="4693568"/>
            <a:ext cx="1239939" cy="16437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295007-80F3-0119-484B-3D7382185D77}"/>
              </a:ext>
            </a:extLst>
          </p:cNvPr>
          <p:cNvCxnSpPr>
            <a:cxnSpLocks/>
          </p:cNvCxnSpPr>
          <p:nvPr/>
        </p:nvCxnSpPr>
        <p:spPr>
          <a:xfrm flipV="1">
            <a:off x="2645576" y="4604229"/>
            <a:ext cx="1740097" cy="840935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889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34DA-B789-D9A9-CD0D-A6F6413D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09EE-1211-1CEA-197E-17B40732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3 – Upload Code to KestrelSAT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88925-9E1F-33BC-D972-61493833A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6"/>
            <a:ext cx="7886700" cy="5499185"/>
          </a:xfrm>
        </p:spPr>
        <p:txBody>
          <a:bodyPr>
            <a:normAutofit/>
          </a:bodyPr>
          <a:lstStyle/>
          <a:p>
            <a:pPr marL="514350" indent="-514350">
              <a:buAutoNum type="arabicParenBoth"/>
            </a:pPr>
            <a:r>
              <a:rPr lang="en-US" sz="1600" dirty="0"/>
              <a:t>Download </a:t>
            </a:r>
            <a:r>
              <a:rPr lang="en-US" sz="1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Astro331_Lab6_Code </a:t>
            </a:r>
            <a:r>
              <a:rPr lang="en-US" sz="1600" dirty="0"/>
              <a:t>folder from Teams or your instructor’s USB drive.</a:t>
            </a:r>
          </a:p>
          <a:p>
            <a:pPr marL="514350" indent="-514350">
              <a:buAutoNum type="arabicParenBoth"/>
            </a:pPr>
            <a:endParaRPr lang="en-US" sz="1600" dirty="0"/>
          </a:p>
          <a:p>
            <a:pPr marL="514350" indent="-514350">
              <a:buAutoNum type="arabicParenBoth"/>
            </a:pPr>
            <a:r>
              <a:rPr lang="en-US" sz="1600" dirty="0"/>
              <a:t>Upload the code using </a:t>
            </a:r>
            <a:r>
              <a:rPr lang="en-US" sz="1600" dirty="0" err="1"/>
              <a:t>PlatformIO</a:t>
            </a:r>
            <a:r>
              <a:rPr lang="en-US" sz="1600" dirty="0">
                <a:sym typeface="Wingdings" panose="05000000000000000000" pitchFamily="2" charset="2"/>
              </a:rPr>
              <a:t>. The RGB LED on the MCU should shine green if the IMU and SD card initialize correctly.</a:t>
            </a:r>
          </a:p>
          <a:p>
            <a:pPr marL="514350" indent="-514350">
              <a:buAutoNum type="arabicParenBoth"/>
            </a:pPr>
            <a:endParaRPr lang="en-US" sz="1600" dirty="0">
              <a:sym typeface="Wingdings" panose="05000000000000000000" pitchFamily="2" charset="2"/>
            </a:endParaRPr>
          </a:p>
          <a:p>
            <a:pPr marL="514350" indent="-514350">
              <a:buAutoNum type="arabicParenBoth"/>
            </a:pPr>
            <a:r>
              <a:rPr lang="en-US" sz="1600" dirty="0">
                <a:sym typeface="Wingdings" panose="05000000000000000000" pitchFamily="2" charset="2"/>
              </a:rPr>
              <a:t>For this lab you can connect to KestrelSAT either over USB or using </a:t>
            </a:r>
            <a:r>
              <a:rPr lang="en-US" sz="1600" dirty="0" err="1">
                <a:sym typeface="Wingdings" panose="05000000000000000000" pitchFamily="2" charset="2"/>
              </a:rPr>
              <a:t>Xbee</a:t>
            </a:r>
            <a:r>
              <a:rPr lang="en-US" sz="1600" dirty="0">
                <a:sym typeface="Wingdings" panose="05000000000000000000" pitchFamily="2" charset="2"/>
              </a:rPr>
              <a:t> wireless connection. For either method, there are five available options:</a:t>
            </a:r>
          </a:p>
          <a:p>
            <a:pPr marL="457200" lvl="1" indent="0">
              <a:buNone/>
            </a:pPr>
            <a:r>
              <a:rPr lang="en-US" sz="1200" dirty="0"/>
              <a:t>1 : Print options menu</a:t>
            </a:r>
          </a:p>
          <a:p>
            <a:pPr marL="457200" lvl="1" indent="0">
              <a:buNone/>
            </a:pPr>
            <a:r>
              <a:rPr lang="en-US" sz="1200" dirty="0"/>
              <a:t>2 : Query and return the satellite radio RSSI via </a:t>
            </a:r>
            <a:r>
              <a:rPr lang="en-US" sz="1200" dirty="0" err="1"/>
              <a:t>get_sat_rssi</a:t>
            </a:r>
            <a:r>
              <a:rPr lang="en-US" sz="1200" dirty="0"/>
              <a:t>()</a:t>
            </a:r>
          </a:p>
          <a:p>
            <a:pPr marL="457200" lvl="1" indent="0">
              <a:buNone/>
            </a:pPr>
            <a:r>
              <a:rPr lang="en-US" sz="1200" dirty="0"/>
              <a:t>3 : Toggle the onboard LED on/off and report the new state</a:t>
            </a:r>
          </a:p>
          <a:p>
            <a:pPr marL="457200" lvl="1" indent="0">
              <a:buNone/>
            </a:pPr>
            <a:r>
              <a:rPr lang="en-US" sz="1200" dirty="0"/>
              <a:t>4 : Get Battery Information</a:t>
            </a:r>
          </a:p>
          <a:p>
            <a:pPr marL="457200" lvl="1" indent="0">
              <a:buNone/>
            </a:pPr>
            <a:r>
              <a:rPr lang="en-US" sz="1200" dirty="0"/>
              <a:t>5 : Execute Lab 6 Test Run (collect sun sensor &amp; IMU data, save to SD, print to Serial)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sz="1600" dirty="0"/>
              <a:t>Note: when a Lab 6 Test Run is executed, sensor data is only streamed over USB (not </a:t>
            </a:r>
            <a:r>
              <a:rPr lang="en-US" sz="1600" dirty="0" err="1"/>
              <a:t>XBee</a:t>
            </a:r>
            <a:r>
              <a:rPr lang="en-US" sz="1600" dirty="0"/>
              <a:t>). You’ll conduct sensor checkouts using USB, then conduct your Run For Record over </a:t>
            </a:r>
            <a:r>
              <a:rPr lang="en-US" sz="1600" dirty="0" err="1"/>
              <a:t>XBee</a:t>
            </a:r>
            <a:r>
              <a:rPr lang="en-US" sz="1600" dirty="0"/>
              <a:t> with the KestrelSAT hanging from the ceiling. </a:t>
            </a:r>
          </a:p>
          <a:p>
            <a:pPr marL="457200" lvl="1" indent="0">
              <a:buNone/>
            </a:pPr>
            <a:r>
              <a:rPr lang="en-US" sz="1600" b="1" dirty="0"/>
              <a:t>Each time a test run is executed, a new .csv file containing the test data is saved to the SD card connected to the MCU.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AFF38-00E3-5F49-DEA1-2A082B93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18195-0C2C-F386-AACE-55E90FBD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468BAF-57D8-7122-A2B4-51EB212634CE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76680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96FF-EE50-136B-A49F-02E2DE4A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4 – Sensor Checkouts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F2F82-A42D-3F4D-BABD-8644516DE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991" y="1002507"/>
            <a:ext cx="7886700" cy="5303290"/>
          </a:xfrm>
        </p:spPr>
        <p:txBody>
          <a:bodyPr>
            <a:normAutofit/>
          </a:bodyPr>
          <a:lstStyle/>
          <a:p>
            <a:pPr marL="514350" indent="-514350">
              <a:buAutoNum type="arabicParenBoth"/>
            </a:pPr>
            <a:r>
              <a:rPr lang="en-US" sz="2000" dirty="0"/>
              <a:t>With KestrelSAT connected via USB, open a serial terminal and start a test run. Observe sensor data using the Serial Plotter (toggle on/off data values as required). </a:t>
            </a:r>
          </a:p>
          <a:p>
            <a:pPr marL="514350" indent="-514350">
              <a:buAutoNum type="arabicParenBoth"/>
            </a:pPr>
            <a:endParaRPr lang="en-US" sz="2000" dirty="0"/>
          </a:p>
          <a:p>
            <a:pPr marL="514350" indent="-514350">
              <a:buAutoNum type="arabicParenBoth"/>
            </a:pPr>
            <a:r>
              <a:rPr lang="en-US" sz="2000" dirty="0"/>
              <a:t>Verify that each sensor is operating properly:</a:t>
            </a:r>
          </a:p>
          <a:p>
            <a:pPr lvl="1">
              <a:buFontTx/>
              <a:buChar char="-"/>
            </a:pPr>
            <a:r>
              <a:rPr lang="en-US" sz="1800" dirty="0"/>
              <a:t>The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gyro_Z</a:t>
            </a:r>
            <a:r>
              <a:rPr lang="en-US" sz="1800" dirty="0"/>
              <a:t> value (angular rate about body Z axis) should be ~0 when KestrelSAT is still and should spike when KestrelSAT is rotated about it’s Z (vertical) axis. </a:t>
            </a:r>
          </a:p>
          <a:p>
            <a:pPr lvl="1">
              <a:buFontTx/>
              <a:buChar char="-"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mag_X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/>
              <a:t>and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mag_Y</a:t>
            </a:r>
            <a:r>
              <a:rPr lang="en-US" sz="1800" dirty="0"/>
              <a:t> values should change as you rotate KestrelSAT but remain steady when KestrelSAT is still. </a:t>
            </a:r>
          </a:p>
          <a:p>
            <a:pPr lvl="1">
              <a:buFontTx/>
              <a:buChar char="-"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sun_direction </a:t>
            </a:r>
            <a:r>
              <a:rPr lang="en-US" sz="1800" dirty="0"/>
              <a:t>should remain 0 (you will write code for this value in the next task).</a:t>
            </a:r>
          </a:p>
          <a:p>
            <a:pPr lvl="1">
              <a:buFontTx/>
              <a:buChar char="-"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sun_plusX</a:t>
            </a:r>
            <a:r>
              <a:rPr lang="en-US" sz="1800" dirty="0"/>
              <a:t>/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sun_plusY</a:t>
            </a:r>
            <a:r>
              <a:rPr lang="en-US" sz="1800" dirty="0"/>
              <a:t>/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sun_minusX</a:t>
            </a:r>
            <a:r>
              <a:rPr lang="en-US" sz="1800" dirty="0"/>
              <a:t>/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sun_minusY </a:t>
            </a:r>
            <a:r>
              <a:rPr lang="en-US" sz="1800" dirty="0"/>
              <a:t>should all be close to 0 when no light is shined on KestrelSAT and should output a higher value when light is shined on each phototransistor.</a:t>
            </a:r>
          </a:p>
          <a:p>
            <a:pPr lvl="1">
              <a:buFontTx/>
              <a:buChar char="-"/>
            </a:pPr>
            <a:r>
              <a:rPr lang="en-US" sz="1800" b="1" dirty="0">
                <a:solidFill>
                  <a:srgbClr val="FF0000"/>
                </a:solidFill>
              </a:rPr>
              <a:t>Confirm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sun_{}</a:t>
            </a:r>
            <a:r>
              <a:rPr lang="en-US" sz="1800" b="1" dirty="0">
                <a:solidFill>
                  <a:srgbClr val="FF0000"/>
                </a:solidFill>
              </a:rPr>
              <a:t> values output correctly according to body axes as detailed in Task 1.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1363B-0E1E-34FF-0D26-12F7ED5C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6FC1E-F260-105D-5B8B-B8912A6B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A90C3-5E82-AED8-7DAA-82B63BAA163A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02746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C8F8-F170-8727-E250-4F15681C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Task 5 – Code Sun Sensor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21B0D-7A51-6E3E-FB2C-9FD78747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arenBoth"/>
            </a:pPr>
            <a:r>
              <a:rPr lang="en-US" sz="1600" dirty="0"/>
              <a:t>Uncomment code lines for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sun_x</a:t>
            </a:r>
            <a:r>
              <a:rPr lang="en-US" sz="1600" dirty="0"/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sun_y</a:t>
            </a:r>
            <a:r>
              <a:rPr lang="en-US" sz="1600" dirty="0"/>
              <a:t>, and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sun_direction</a:t>
            </a:r>
            <a:r>
              <a:rPr lang="en-US" sz="1600" dirty="0"/>
              <a:t> located in the </a:t>
            </a:r>
            <a:r>
              <a:rPr lang="en-US" sz="1600" b="1" dirty="0"/>
              <a:t>lab6_run_test() </a:t>
            </a:r>
            <a:r>
              <a:rPr lang="en-US" sz="1600" dirty="0"/>
              <a:t>function.</a:t>
            </a:r>
          </a:p>
          <a:p>
            <a:pPr marL="457200" indent="-457200">
              <a:buAutoNum type="arabicParenBoth"/>
            </a:pPr>
            <a:endParaRPr lang="en-US" sz="1600" dirty="0"/>
          </a:p>
          <a:p>
            <a:pPr marL="457200" indent="-457200">
              <a:buAutoNum type="arabicParenBoth"/>
            </a:pPr>
            <a:r>
              <a:rPr lang="en-US" sz="1600" dirty="0"/>
              <a:t>Replace the ‘…’ in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sun_x</a:t>
            </a:r>
            <a:r>
              <a:rPr lang="en-US" sz="1600" dirty="0"/>
              <a:t> and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sun_y </a:t>
            </a:r>
            <a:r>
              <a:rPr lang="en-US" sz="1600" dirty="0"/>
              <a:t>with an appropriate expression: code an equation to find the sun’s brightness in the X direction and the Y direction.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indent="-457200">
              <a:buAutoNum type="arabicParenBoth"/>
            </a:pPr>
            <a:r>
              <a:rPr lang="en-US" sz="1600" dirty="0"/>
              <a:t>Reupload the code and conduct another test run, this time analyzing the value for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sun_direction </a:t>
            </a:r>
            <a:r>
              <a:rPr lang="en-US" sz="1600" dirty="0"/>
              <a:t>by shining a light on each phototransistor:</a:t>
            </a:r>
          </a:p>
          <a:p>
            <a:pPr marL="457200" lvl="1" indent="0">
              <a:buNone/>
            </a:pPr>
            <a:r>
              <a:rPr lang="en-US" sz="1400" dirty="0"/>
              <a:t>- If +X is illuminated, sun_direction should be ~0/360 deg, +Y should be ~90 deg, -X should be ~180 deg, and –Y should be ~270 deg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25802-F432-F08A-0096-33D4894D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AA66C-33D2-CADE-B10A-AEDA905B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18</a:t>
            </a:fld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53D6DA8-A877-A487-2AC2-65301C190B62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7243BA-C660-8C2E-5755-DD52CC4C7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001" y="4310712"/>
            <a:ext cx="6649378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60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E80A-EDF8-370C-2E0A-7E5E13D4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6 – Run for Record: Slow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92549-519C-9FAB-E67B-62EB48B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6"/>
            <a:ext cx="7886700" cy="5718971"/>
          </a:xfrm>
        </p:spPr>
        <p:txBody>
          <a:bodyPr>
            <a:normAutofit/>
          </a:bodyPr>
          <a:lstStyle/>
          <a:p>
            <a:pPr marL="514350" indent="-514350">
              <a:buAutoNum type="arabicParenBoth"/>
            </a:pPr>
            <a:r>
              <a:rPr lang="en-US" sz="2000" dirty="0"/>
              <a:t>Disconnect KestrelSAT from USB.</a:t>
            </a:r>
          </a:p>
          <a:p>
            <a:pPr marL="514350" indent="-514350">
              <a:buAutoNum type="arabicParenBoth"/>
            </a:pPr>
            <a:r>
              <a:rPr lang="en-US" sz="2000" dirty="0"/>
              <a:t>Hang KestrelSAT above your workstation using the 4-point hanging mount.</a:t>
            </a:r>
          </a:p>
          <a:p>
            <a:pPr marL="514350" indent="-514350">
              <a:buAutoNum type="arabicParenBoth"/>
            </a:pPr>
            <a:r>
              <a:rPr lang="en-US" sz="2000" dirty="0"/>
              <a:t>Connect your ground station </a:t>
            </a:r>
            <a:r>
              <a:rPr lang="en-US" sz="2000" dirty="0" err="1"/>
              <a:t>Xbee</a:t>
            </a:r>
            <a:r>
              <a:rPr lang="en-US" sz="2000" dirty="0"/>
              <a:t> transceiver that you used in Lab 4 (comm) to your computer. </a:t>
            </a:r>
          </a:p>
          <a:p>
            <a:pPr marL="514350" indent="-514350">
              <a:buAutoNum type="arabicParenBoth"/>
            </a:pPr>
            <a:r>
              <a:rPr lang="en-US" sz="2000" dirty="0"/>
              <a:t>Open KestrelSAT GUI and connect to the ground station </a:t>
            </a:r>
            <a:r>
              <a:rPr lang="en-US" sz="2000" dirty="0" err="1"/>
              <a:t>Xbee</a:t>
            </a:r>
            <a:r>
              <a:rPr lang="en-US" sz="2000" dirty="0"/>
              <a:t>.</a:t>
            </a:r>
          </a:p>
          <a:p>
            <a:pPr marL="514350" indent="-514350">
              <a:buAutoNum type="arabicParenBoth"/>
            </a:pPr>
            <a:r>
              <a:rPr lang="en-US" sz="2000" dirty="0"/>
              <a:t>Set up a fixed light source and orient KestrelSAT so it’s +X axis faces the light. </a:t>
            </a: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sz="2000" dirty="0"/>
              <a:t>Turn on KestrelSAT using the onboard battery. </a:t>
            </a:r>
          </a:p>
          <a:p>
            <a:pPr marL="514350" indent="-514350">
              <a:buAutoNum type="arabicParenBoth"/>
            </a:pPr>
            <a:r>
              <a:rPr lang="en-US" sz="2000" dirty="0"/>
              <a:t>Confirm KestrelSAT is connected to the ground station and start a test run.</a:t>
            </a:r>
            <a:r>
              <a:rPr lang="en-US" sz="2000" b="1" dirty="0"/>
              <a:t> Note the .csv file name so you know which file to retrieve from the SD card later.</a:t>
            </a:r>
          </a:p>
          <a:p>
            <a:pPr marL="514350" indent="-514350">
              <a:buAutoNum type="arabicParenBoth"/>
            </a:pPr>
            <a:r>
              <a:rPr lang="en-US" sz="2000" dirty="0"/>
              <a:t>Induce a slow spin (</a:t>
            </a:r>
            <a:r>
              <a:rPr lang="en-US" sz="2000" b="1" dirty="0"/>
              <a:t>~less than one revolution per 3 seconds</a:t>
            </a:r>
            <a:r>
              <a:rPr lang="en-US" sz="2000" dirty="0"/>
              <a:t>). </a:t>
            </a:r>
          </a:p>
          <a:p>
            <a:pPr marL="514350" indent="-514350">
              <a:buAutoNum type="arabicParenBoth"/>
            </a:pPr>
            <a:r>
              <a:rPr lang="en-US" sz="2000" dirty="0"/>
              <a:t>Let KestrelSAT spin for </a:t>
            </a:r>
            <a:r>
              <a:rPr lang="en-US" sz="2000" b="1" dirty="0"/>
              <a:t>at least three revolutions </a:t>
            </a:r>
            <a:r>
              <a:rPr lang="en-US" sz="2000" dirty="0"/>
              <a:t>and then stop </a:t>
            </a:r>
            <a:r>
              <a:rPr lang="en-US" sz="2000" dirty="0" err="1"/>
              <a:t>KestrelSAT’s</a:t>
            </a:r>
            <a:r>
              <a:rPr lang="en-US" sz="2000" dirty="0"/>
              <a:t> rotation. </a:t>
            </a:r>
          </a:p>
          <a:p>
            <a:pPr marL="514350" indent="-514350">
              <a:buAutoNum type="arabicParenBoth"/>
            </a:pPr>
            <a:r>
              <a:rPr lang="en-US" sz="2000" dirty="0"/>
              <a:t>Send ‘X’ over the telemetry connection to stop the test.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6DAC7-55B6-D716-B139-294E7184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CFC8F-EA52-B3C9-7822-7071A43D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19430-831B-879C-33F7-81FCF487ECEE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479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180E-00A5-60A2-A4A7-3409935F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1856-F824-9D2D-6533-A8D78BF5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7 – Run for Record: Fast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31A45-17D6-7769-C0D9-72C970440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Both"/>
            </a:pPr>
            <a:endParaRPr lang="en-US" sz="2400" dirty="0"/>
          </a:p>
          <a:p>
            <a:pPr marL="514350" indent="-514350">
              <a:buAutoNum type="arabicParenBoth"/>
            </a:pPr>
            <a:r>
              <a:rPr lang="en-US" sz="2400" dirty="0"/>
              <a:t>Repeat Task 6, with only change being to induce a faster spin (</a:t>
            </a:r>
            <a:r>
              <a:rPr lang="en-US" sz="2400" b="1" dirty="0"/>
              <a:t>~1 revolution/sec</a:t>
            </a:r>
            <a:r>
              <a:rPr lang="en-US" sz="2400" dirty="0"/>
              <a:t>).</a:t>
            </a:r>
          </a:p>
          <a:p>
            <a:pPr marL="514350" indent="-514350">
              <a:buAutoNum type="arabicParenBoth"/>
            </a:pPr>
            <a:endParaRPr lang="en-US" sz="2400" dirty="0"/>
          </a:p>
          <a:p>
            <a:pPr marL="514350" indent="-514350">
              <a:buAutoNum type="arabicParenBoth"/>
            </a:pPr>
            <a:r>
              <a:rPr lang="en-US" sz="2400" dirty="0"/>
              <a:t>Power down KestrelSAT and retrieve slow and fast spin test data from the SD card. </a:t>
            </a:r>
          </a:p>
          <a:p>
            <a:pPr marL="514350" indent="-514350">
              <a:buAutoNum type="arabicParenBoth"/>
            </a:pPr>
            <a:endParaRPr lang="en-US" sz="2400" b="1" dirty="0"/>
          </a:p>
          <a:p>
            <a:pPr marL="514350" indent="-514350">
              <a:buAutoNum type="arabicParenBoth"/>
            </a:pPr>
            <a:r>
              <a:rPr lang="en-US" sz="2400" b="1" dirty="0"/>
              <a:t>Confirm test data looks good before concluding lab efforts.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C8A2D-17FC-05FB-8184-1065B10B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A3DD9-E810-070E-8DF0-ED158AE4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38E81-7877-C577-AB7C-70346AAF0680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31087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E74E-AD7F-9E4A-FE28-9795A693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 Report 2 Guidance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DC51-930D-0124-E2FD-A58951FD2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991" y="1273910"/>
            <a:ext cx="7886700" cy="54991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/>
              <a:t>In your Lab Report 2, analyze, compare and discuss orientation solutions provided by the gyroscope, magnetometer, and sun sensor. At a minimum, address the following:</a:t>
            </a:r>
          </a:p>
          <a:p>
            <a:pPr marL="514350" indent="-514350">
              <a:buAutoNum type="arabicParenBoth"/>
            </a:pPr>
            <a:r>
              <a:rPr lang="en-US" sz="1800" dirty="0"/>
              <a:t>The magnetometer data you collected for each test run is uncalibrated. </a:t>
            </a:r>
          </a:p>
          <a:p>
            <a:pPr lvl="1">
              <a:buFontTx/>
              <a:buChar char="-"/>
            </a:pPr>
            <a:r>
              <a:rPr lang="en-US" sz="1600" dirty="0"/>
              <a:t>Develop a method to determine the gain and bias of your magnetometer measurements:</a:t>
            </a:r>
          </a:p>
          <a:p>
            <a:pPr lvl="2">
              <a:buFontTx/>
              <a:buChar char="-"/>
            </a:pPr>
            <a:r>
              <a:rPr lang="en-US" sz="1400" dirty="0"/>
              <a:t>Remove the bias of your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mag_X</a:t>
            </a:r>
            <a:r>
              <a:rPr lang="en-US" sz="1400" dirty="0"/>
              <a:t> &amp;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mag_Y</a:t>
            </a:r>
            <a:r>
              <a:rPr lang="en-US" sz="1400" dirty="0"/>
              <a:t> data so its centered around 0. </a:t>
            </a:r>
          </a:p>
          <a:p>
            <a:pPr lvl="2">
              <a:buFontTx/>
              <a:buChar char="-"/>
            </a:pPr>
            <a:r>
              <a:rPr lang="en-US" sz="1400" dirty="0"/>
              <a:t>Adjust the full-scale range of your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mag_X</a:t>
            </a:r>
            <a:r>
              <a:rPr lang="en-US" sz="1400" dirty="0"/>
              <a:t> &amp;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mag_Y</a:t>
            </a:r>
            <a:r>
              <a:rPr lang="en-US" sz="1400" dirty="0"/>
              <a:t> data to range from -1 to 1.</a:t>
            </a:r>
            <a:endParaRPr lang="en-US" sz="1600" dirty="0"/>
          </a:p>
          <a:p>
            <a:pPr marL="514350" indent="-514350">
              <a:buAutoNum type="arabicParenBoth"/>
            </a:pPr>
            <a:r>
              <a:rPr lang="en-US" sz="1800" dirty="0"/>
              <a:t>Using the calibrated magnetometer data, determine the magnetic heading using a method similar to that used for the sun sensor. </a:t>
            </a:r>
          </a:p>
          <a:p>
            <a:pPr marL="514350" indent="-514350">
              <a:buAutoNum type="arabicParenBoth"/>
            </a:pPr>
            <a:r>
              <a:rPr lang="en-US" sz="1800" dirty="0"/>
              <a:t>Integrate the </a:t>
            </a:r>
            <a:r>
              <a:rPr lang="en-US" sz="1800" dirty="0" err="1"/>
              <a:t>gyro_Z</a:t>
            </a:r>
            <a:r>
              <a:rPr lang="en-US" sz="1800" dirty="0"/>
              <a:t> data to determine the angular position of KestrelSAT. </a:t>
            </a:r>
          </a:p>
          <a:p>
            <a:pPr marL="457200" lvl="1" indent="0">
              <a:buNone/>
            </a:pPr>
            <a:r>
              <a:rPr lang="en-US" sz="1400" dirty="0"/>
              <a:t>- Using the initial magnetic heading you determined in Step (2) as your initial gyro heading.</a:t>
            </a:r>
          </a:p>
          <a:p>
            <a:pPr marL="457200" lvl="1" indent="0">
              <a:buNone/>
            </a:pPr>
            <a:r>
              <a:rPr lang="en-US" sz="1400" dirty="0"/>
              <a:t>- The MCU time is provided in msec in the first column of the .csv file to determine the time step between gyro measurements. </a:t>
            </a:r>
            <a:endParaRPr lang="en-US" sz="1800" dirty="0"/>
          </a:p>
          <a:p>
            <a:pPr marL="514350" indent="-514350">
              <a:buAutoNum type="arabicParenBoth"/>
            </a:pPr>
            <a:r>
              <a:rPr lang="en-US" sz="1800" dirty="0"/>
              <a:t>Compare magnetometer and gyroscope heading solutions (explain differences). Bonus points for discussing a method to fuse these measurements in order to improve the heading estimate. </a:t>
            </a:r>
          </a:p>
          <a:p>
            <a:pPr marL="514350" indent="-514350">
              <a:buAutoNum type="arabicParenBoth"/>
            </a:pPr>
            <a:r>
              <a:rPr lang="en-US" sz="1800" dirty="0"/>
              <a:t>Discuss methods for improving the sun sensor, such as changes to hardware configuration, embedded code algorithm, or post-processing of data (i.e. calibration of readings a la magnetometer data). Bonus points will be given if you implement/demonstrate any of these methods. </a:t>
            </a:r>
          </a:p>
          <a:p>
            <a:pPr lvl="1">
              <a:buFontTx/>
              <a:buChar char="-"/>
            </a:pPr>
            <a:endParaRPr lang="en-US" sz="1400" b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97601-DF05-DF73-AD30-AB5BB3AC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D2736-656A-02D4-8EE8-A0DEF08F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A66D8-380E-5940-1CA5-2BC717867C36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Turn-in </a:t>
            </a:r>
            <a:r>
              <a:rPr lang="en-US" sz="1200" b="1" dirty="0" err="1">
                <a:solidFill>
                  <a:srgbClr val="00B0F0"/>
                </a:solidFill>
              </a:rPr>
              <a:t>Reqt’s</a:t>
            </a:r>
            <a:endParaRPr lang="en-US" sz="1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78BD8-F82B-6BA5-085D-3A686E720730}"/>
              </a:ext>
            </a:extLst>
          </p:cNvPr>
          <p:cNvSpPr txBox="1"/>
          <p:nvPr/>
        </p:nvSpPr>
        <p:spPr>
          <a:xfrm>
            <a:off x="964003" y="934864"/>
            <a:ext cx="8179998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***Note your Lab Report 2 will cover Lab #6 and Lab #7***</a:t>
            </a:r>
          </a:p>
        </p:txBody>
      </p:sp>
    </p:spTree>
    <p:extLst>
      <p:ext uri="{BB962C8B-B14F-4D97-AF65-F5344CB8AC3E}">
        <p14:creationId xmlns:p14="http://schemas.microsoft.com/office/powerpoint/2010/main" val="2721645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FCD32B-F40F-D669-E6FA-99C67FB6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592" y="1530706"/>
            <a:ext cx="7352996" cy="2852737"/>
          </a:xfrm>
        </p:spPr>
        <p:txBody>
          <a:bodyPr/>
          <a:lstStyle/>
          <a:p>
            <a:r>
              <a:rPr lang="en-US" b="1"/>
              <a:t>Deprecated Slides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9C9206-B79B-6705-1136-85BFAF67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7590" y="4589464"/>
            <a:ext cx="7352997" cy="1500187"/>
          </a:xfrm>
        </p:spPr>
        <p:txBody>
          <a:bodyPr/>
          <a:lstStyle/>
          <a:p>
            <a:r>
              <a:rPr lang="en-US"/>
              <a:t>(For reference only)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3D788-1464-B52F-DABB-83FD56F0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13149-A162-6147-E666-AB5183AB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03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324A-8581-B295-0283-07761362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– ADS1015 ADC Breakout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795AF-B624-B4F9-9E8A-31172861E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KestrelSAT’s</a:t>
            </a:r>
            <a:r>
              <a:rPr lang="en-US" sz="2000" dirty="0"/>
              <a:t> MCU (</a:t>
            </a:r>
            <a:r>
              <a:rPr lang="en-US" sz="2000" dirty="0" err="1"/>
              <a:t>Rpi</a:t>
            </a:r>
            <a:r>
              <a:rPr lang="en-US" sz="2000" dirty="0"/>
              <a:t> Pico) does not have enough ADC channels to connect four phototransistors.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1800" dirty="0"/>
              <a:t>We will use an ADC expander breakout board (ADS1015) that provides four ADC channels for each phototransistor. </a:t>
            </a:r>
          </a:p>
          <a:p>
            <a:pPr lvl="2"/>
            <a:r>
              <a:rPr lang="en-US" sz="1600" dirty="0"/>
              <a:t>The 12-bit ADC channels are labeled A0, A1, A2, A3</a:t>
            </a:r>
          </a:p>
          <a:p>
            <a:pPr lvl="2"/>
            <a:r>
              <a:rPr lang="en-US" sz="1600" dirty="0"/>
              <a:t>Power/ground for the phototransistors will come from the A+ and A- pins of the breakout board. </a:t>
            </a:r>
          </a:p>
          <a:p>
            <a:pPr lvl="2"/>
            <a:r>
              <a:rPr lang="en-US" sz="1600" dirty="0"/>
              <a:t>This board will connect to </a:t>
            </a:r>
            <a:r>
              <a:rPr lang="en-US" sz="1600" dirty="0" err="1"/>
              <a:t>KestrelSAT’s</a:t>
            </a:r>
            <a:r>
              <a:rPr lang="en-US" sz="1600" dirty="0"/>
              <a:t> MCU over I2C using a QWIC cable. </a:t>
            </a:r>
          </a:p>
          <a:p>
            <a:pPr marL="914400" lvl="2" indent="0">
              <a:buNone/>
            </a:pP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5535E-7BCF-C568-15C3-2B37D6FF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0D5FC-07A9-EDD6-CE2B-7AFAAD3D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74C94-6D07-29D6-BA1C-899BAA63F7E3}"/>
              </a:ext>
            </a:extLst>
          </p:cNvPr>
          <p:cNvSpPr txBox="1"/>
          <p:nvPr/>
        </p:nvSpPr>
        <p:spPr>
          <a:xfrm>
            <a:off x="628650" y="6095774"/>
            <a:ext cx="788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https://www.adafruit.com/product/1083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E13E3E-20A2-AA4A-C260-6743AC67E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176" y="3610099"/>
            <a:ext cx="3210020" cy="2449089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AA9982C-A7E2-C144-45D6-C6DA9740950C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KestrelSAT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Prelab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Task 3</a:t>
            </a:r>
          </a:p>
          <a:p>
            <a:pPr marL="0" indent="0">
              <a:buNone/>
            </a:pPr>
            <a:r>
              <a:rPr lang="en-US" sz="1200" dirty="0"/>
              <a:t>Task 4</a:t>
            </a:r>
          </a:p>
          <a:p>
            <a:pPr marL="0" indent="0">
              <a:buNone/>
            </a:pPr>
            <a:r>
              <a:rPr lang="en-US" sz="1200" dirty="0"/>
              <a:t>Task 5</a:t>
            </a:r>
          </a:p>
          <a:p>
            <a:pPr marL="0" indent="0">
              <a:buNone/>
            </a:pPr>
            <a:r>
              <a:rPr lang="en-US" sz="1200" dirty="0"/>
              <a:t>Task 6</a:t>
            </a:r>
          </a:p>
          <a:p>
            <a:pPr marL="0" indent="0">
              <a:buNone/>
            </a:pPr>
            <a:r>
              <a:rPr lang="en-US" sz="1200" dirty="0"/>
              <a:t>Task 7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D3D38-298A-8624-34FF-70419F221D73}"/>
              </a:ext>
            </a:extLst>
          </p:cNvPr>
          <p:cNvSpPr/>
          <p:nvPr/>
        </p:nvSpPr>
        <p:spPr>
          <a:xfrm>
            <a:off x="3847605" y="3728852"/>
            <a:ext cx="1769424" cy="5818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79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A9E7C5-A47B-4E9F-9EB5-2E7C799EA4AE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7584c457-6b5a-4caa-be47-be979cbe6555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723aa48c-73f2-40da-86b1-f1ae286477f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459AB43-F315-4A50-AD79-3827F7674E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4B97D0-10A0-4AB5-8227-6C6A17D1A3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5401</TotalTime>
  <Words>3060</Words>
  <Application>Microsoft Office PowerPoint</Application>
  <PresentationFormat>Letter Paper (8.5x11 in)</PresentationFormat>
  <Paragraphs>537</Paragraphs>
  <Slides>23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Cambria Math</vt:lpstr>
      <vt:lpstr>Courier New</vt:lpstr>
      <vt:lpstr>Roboto</vt:lpstr>
      <vt:lpstr>Segoe UI</vt:lpstr>
      <vt:lpstr>Wingdings</vt:lpstr>
      <vt:lpstr>Office Theme</vt:lpstr>
      <vt:lpstr>Lab #6</vt:lpstr>
      <vt:lpstr>Intro</vt:lpstr>
      <vt:lpstr>KestrelSAT Overview</vt:lpstr>
      <vt:lpstr>Reference – KestrelSAT Body Frame Coordinate System</vt:lpstr>
      <vt:lpstr>ESP32 Thing Plus Pinout Diagram</vt:lpstr>
      <vt:lpstr>Reference – MEMS </vt:lpstr>
      <vt:lpstr>Reference – Accelerometer </vt:lpstr>
      <vt:lpstr>Reference – Gyroscope (sensor)  </vt:lpstr>
      <vt:lpstr>Reference – Magnetometer</vt:lpstr>
      <vt:lpstr>Reference – Inertial Measurement Unit (IMU) </vt:lpstr>
      <vt:lpstr>Reference – Sparkfun 9DOF IMU </vt:lpstr>
      <vt:lpstr>Reference – Phototransistor </vt:lpstr>
      <vt:lpstr>Task 1 – Build Sun Sensor</vt:lpstr>
      <vt:lpstr>Task 1 – Additional Reference Photos</vt:lpstr>
      <vt:lpstr>Task 2 – Connect IMU</vt:lpstr>
      <vt:lpstr>Task 3 – Upload Code to KestrelSAT</vt:lpstr>
      <vt:lpstr>Task 4 – Sensor Checkouts</vt:lpstr>
      <vt:lpstr>Task 5 – Code Sun Sensor Algorithm</vt:lpstr>
      <vt:lpstr>Task 6 – Run for Record: Slow Spin</vt:lpstr>
      <vt:lpstr>Task 7 – Run for Record: Fast Spin</vt:lpstr>
      <vt:lpstr>Lab Report 2 Guidance</vt:lpstr>
      <vt:lpstr>Deprecated Slides</vt:lpstr>
      <vt:lpstr>Reference – ADS1015 ADC Breakout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Wyatt Harris</cp:lastModifiedBy>
  <cp:revision>1</cp:revision>
  <cp:lastPrinted>2025-08-01T16:37:26Z</cp:lastPrinted>
  <dcterms:created xsi:type="dcterms:W3CDTF">2025-07-17T17:53:42Z</dcterms:created>
  <dcterms:modified xsi:type="dcterms:W3CDTF">2026-02-25T04:55:49Z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