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0"/>
  </p:notesMasterIdLst>
  <p:sldIdLst>
    <p:sldId id="256" r:id="rId5"/>
    <p:sldId id="257" r:id="rId6"/>
    <p:sldId id="261" r:id="rId7"/>
    <p:sldId id="277" r:id="rId8"/>
    <p:sldId id="262" r:id="rId9"/>
    <p:sldId id="299" r:id="rId10"/>
    <p:sldId id="279" r:id="rId11"/>
    <p:sldId id="280" r:id="rId12"/>
    <p:sldId id="265" r:id="rId13"/>
    <p:sldId id="293" r:id="rId14"/>
    <p:sldId id="296" r:id="rId15"/>
    <p:sldId id="295" r:id="rId16"/>
    <p:sldId id="284" r:id="rId17"/>
    <p:sldId id="283" r:id="rId18"/>
    <p:sldId id="288" r:id="rId19"/>
    <p:sldId id="291" r:id="rId20"/>
    <p:sldId id="297" r:id="rId21"/>
    <p:sldId id="260" r:id="rId22"/>
    <p:sldId id="294" r:id="rId23"/>
    <p:sldId id="281" r:id="rId24"/>
    <p:sldId id="264" r:id="rId25"/>
    <p:sldId id="282" r:id="rId26"/>
    <p:sldId id="285" r:id="rId27"/>
    <p:sldId id="263" r:id="rId28"/>
    <p:sldId id="286" r:id="rId29"/>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F3714D-9C00-4C89-B21A-6E38D6679933}" v="435" dt="2026-02-05T20:49:05.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31" autoAdjust="0"/>
  </p:normalViewPr>
  <p:slideViewPr>
    <p:cSldViewPr snapToGrid="0">
      <p:cViewPr varScale="1">
        <p:scale>
          <a:sx n="140" d="100"/>
          <a:sy n="140" d="100"/>
        </p:scale>
        <p:origin x="2400"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delSld modSld sldOrd modMainMaster">
      <pc:chgData name="Harris, Wyatt J Lt Col USAF USAFA DF/DFAS" userId="768bfb95-c272-4014-8fa2-010c15306053" providerId="ADAL" clId="{E18DAD13-4A53-44B8-9F3F-46E167733190}" dt="2026-02-05T20:56:43.893" v="6229" actId="20577"/>
      <pc:docMkLst>
        <pc:docMk/>
      </pc:docMkLst>
      <pc:sldChg chg="modSp mod">
        <pc:chgData name="Harris, Wyatt J Lt Col USAF USAFA DF/DFAS" userId="768bfb95-c272-4014-8fa2-010c15306053" providerId="ADAL" clId="{E18DAD13-4A53-44B8-9F3F-46E167733190}" dt="2026-02-05T20:56:43.893" v="6229" actId="20577"/>
        <pc:sldMkLst>
          <pc:docMk/>
          <pc:sldMk cId="3188062351" sldId="256"/>
        </pc:sldMkLst>
        <pc:spChg chg="mod">
          <ac:chgData name="Harris, Wyatt J Lt Col USAF USAFA DF/DFAS" userId="768bfb95-c272-4014-8fa2-010c15306053" providerId="ADAL" clId="{E18DAD13-4A53-44B8-9F3F-46E167733190}" dt="2026-02-05T20:56:43.893" v="6229" actId="20577"/>
          <ac:spMkLst>
            <pc:docMk/>
            <pc:sldMk cId="3188062351" sldId="256"/>
            <ac:spMk id="2" creationId="{1560E2C4-BC94-2EEF-55E0-A1575A57F58F}"/>
          </ac:spMkLst>
        </pc:spChg>
      </pc:sldChg>
      <pc:sldChg chg="addSp delSp modSp mod setBg">
        <pc:chgData name="Harris, Wyatt J Lt Col USAF USAFA DF/DFAS" userId="768bfb95-c272-4014-8fa2-010c15306053" providerId="ADAL" clId="{E18DAD13-4A53-44B8-9F3F-46E167733190}" dt="2026-02-05T16:34:07.139" v="5950" actId="20577"/>
        <pc:sldMkLst>
          <pc:docMk/>
          <pc:sldMk cId="2953783623" sldId="257"/>
        </pc:sldMkLst>
        <pc:spChg chg="mod">
          <ac:chgData name="Harris, Wyatt J Lt Col USAF USAFA DF/DFAS" userId="768bfb95-c272-4014-8fa2-010c15306053" providerId="ADAL" clId="{E18DAD13-4A53-44B8-9F3F-46E167733190}" dt="2026-02-04T03:27:14.622" v="5396" actId="20577"/>
          <ac:spMkLst>
            <pc:docMk/>
            <pc:sldMk cId="2953783623" sldId="257"/>
            <ac:spMk id="3" creationId="{A72387E7-B2E1-2B8C-98B1-1309384FFED1}"/>
          </ac:spMkLst>
        </pc:spChg>
        <pc:spChg chg="add mod">
          <ac:chgData name="Harris, Wyatt J Lt Col USAF USAFA DF/DFAS" userId="768bfb95-c272-4014-8fa2-010c15306053" providerId="ADAL" clId="{E18DAD13-4A53-44B8-9F3F-46E167733190}" dt="2026-02-03T19:55:43.972" v="2228" actId="1076"/>
          <ac:spMkLst>
            <pc:docMk/>
            <pc:sldMk cId="2953783623" sldId="257"/>
            <ac:spMk id="8" creationId="{F55F9830-42CB-4A4F-263E-5649201BF9DD}"/>
          </ac:spMkLst>
        </pc:spChg>
        <pc:spChg chg="add mod">
          <ac:chgData name="Harris, Wyatt J Lt Col USAF USAFA DF/DFAS" userId="768bfb95-c272-4014-8fa2-010c15306053" providerId="ADAL" clId="{E18DAD13-4A53-44B8-9F3F-46E167733190}" dt="2026-02-05T16:34:07.139" v="5950" actId="20577"/>
          <ac:spMkLst>
            <pc:docMk/>
            <pc:sldMk cId="2953783623" sldId="257"/>
            <ac:spMk id="9" creationId="{C8A4FCEE-50DB-6078-16A8-8FF583839A46}"/>
          </ac:spMkLst>
        </pc:spChg>
      </pc:sldChg>
      <pc:sldChg chg="addSp modSp mod setBg">
        <pc:chgData name="Harris, Wyatt J Lt Col USAF USAFA DF/DFAS" userId="768bfb95-c272-4014-8fa2-010c15306053" providerId="ADAL" clId="{E18DAD13-4A53-44B8-9F3F-46E167733190}" dt="2026-02-05T16:34:17.194" v="5957" actId="20577"/>
        <pc:sldMkLst>
          <pc:docMk/>
          <pc:sldMk cId="2741946930" sldId="260"/>
        </pc:sldMkLst>
        <pc:spChg chg="mod">
          <ac:chgData name="Harris, Wyatt J Lt Col USAF USAFA DF/DFAS" userId="768bfb95-c272-4014-8fa2-010c15306053" providerId="ADAL" clId="{E18DAD13-4A53-44B8-9F3F-46E167733190}" dt="2026-02-03T22:56:23.817" v="5384" actId="20577"/>
          <ac:spMkLst>
            <pc:docMk/>
            <pc:sldMk cId="2741946930" sldId="260"/>
            <ac:spMk id="3" creationId="{D89B9D66-E144-AAC5-D572-975EA3A728F9}"/>
          </ac:spMkLst>
        </pc:spChg>
        <pc:spChg chg="mod">
          <ac:chgData name="Harris, Wyatt J Lt Col USAF USAFA DF/DFAS" userId="768bfb95-c272-4014-8fa2-010c15306053" providerId="ADAL" clId="{E18DAD13-4A53-44B8-9F3F-46E167733190}" dt="2026-02-03T22:45:22.444" v="5305" actId="20577"/>
          <ac:spMkLst>
            <pc:docMk/>
            <pc:sldMk cId="2741946930" sldId="260"/>
            <ac:spMk id="6" creationId="{201E26E0-4320-0742-EE77-B113F8AC9F53}"/>
          </ac:spMkLst>
        </pc:spChg>
        <pc:spChg chg="add mod">
          <ac:chgData name="Harris, Wyatt J Lt Col USAF USAFA DF/DFAS" userId="768bfb95-c272-4014-8fa2-010c15306053" providerId="ADAL" clId="{E18DAD13-4A53-44B8-9F3F-46E167733190}" dt="2026-02-05T16:34:17.194" v="5957" actId="20577"/>
          <ac:spMkLst>
            <pc:docMk/>
            <pc:sldMk cId="2741946930" sldId="260"/>
            <ac:spMk id="7" creationId="{4FD410B3-4EBF-D28E-8CEC-213072BED269}"/>
          </ac:spMkLst>
        </pc:spChg>
        <pc:spChg chg="add mod">
          <ac:chgData name="Harris, Wyatt J Lt Col USAF USAFA DF/DFAS" userId="768bfb95-c272-4014-8fa2-010c15306053" providerId="ADAL" clId="{E18DAD13-4A53-44B8-9F3F-46E167733190}" dt="2026-02-03T22:42:59.665" v="5278" actId="1076"/>
          <ac:spMkLst>
            <pc:docMk/>
            <pc:sldMk cId="2741946930" sldId="260"/>
            <ac:spMk id="8" creationId="{67F2E9BB-2621-0F60-08F1-109857E02437}"/>
          </ac:spMkLst>
        </pc:spChg>
      </pc:sldChg>
      <pc:sldChg chg="modSp mod">
        <pc:chgData name="Harris, Wyatt J Lt Col USAF USAFA DF/DFAS" userId="768bfb95-c272-4014-8fa2-010c15306053" providerId="ADAL" clId="{E18DAD13-4A53-44B8-9F3F-46E167733190}" dt="2026-02-03T22:48:38.795" v="5313" actId="20577"/>
        <pc:sldMkLst>
          <pc:docMk/>
          <pc:sldMk cId="2592074456" sldId="261"/>
        </pc:sldMkLst>
        <pc:spChg chg="mod">
          <ac:chgData name="Harris, Wyatt J Lt Col USAF USAFA DF/DFAS" userId="768bfb95-c272-4014-8fa2-010c15306053" providerId="ADAL" clId="{E18DAD13-4A53-44B8-9F3F-46E167733190}" dt="2026-02-03T22:48:38.795" v="5313" actId="20577"/>
          <ac:spMkLst>
            <pc:docMk/>
            <pc:sldMk cId="2592074456" sldId="261"/>
            <ac:spMk id="3" creationId="{E716DFC0-E2C0-0611-77CF-3829B706C332}"/>
          </ac:spMkLst>
        </pc:spChg>
      </pc:sldChg>
      <pc:sldChg chg="addSp delSp modSp mod">
        <pc:chgData name="Harris, Wyatt J Lt Col USAF USAFA DF/DFAS" userId="768bfb95-c272-4014-8fa2-010c15306053" providerId="ADAL" clId="{E18DAD13-4A53-44B8-9F3F-46E167733190}" dt="2026-02-03T22:49:06.913" v="5324"/>
        <pc:sldMkLst>
          <pc:docMk/>
          <pc:sldMk cId="2678493967" sldId="262"/>
        </pc:sldMkLst>
        <pc:spChg chg="mod">
          <ac:chgData name="Harris, Wyatt J Lt Col USAF USAFA DF/DFAS" userId="768bfb95-c272-4014-8fa2-010c15306053" providerId="ADAL" clId="{E18DAD13-4A53-44B8-9F3F-46E167733190}" dt="2026-02-03T22:22:05.968" v="4143" actId="20577"/>
          <ac:spMkLst>
            <pc:docMk/>
            <pc:sldMk cId="2678493967" sldId="262"/>
            <ac:spMk id="2" creationId="{96A915E6-EF91-A8C3-2393-79810D7767FC}"/>
          </ac:spMkLst>
        </pc:spChg>
        <pc:spChg chg="mod">
          <ac:chgData name="Harris, Wyatt J Lt Col USAF USAFA DF/DFAS" userId="768bfb95-c272-4014-8fa2-010c15306053" providerId="ADAL" clId="{E18DAD13-4A53-44B8-9F3F-46E167733190}" dt="2026-02-03T19:18:53.864" v="559" actId="5793"/>
          <ac:spMkLst>
            <pc:docMk/>
            <pc:sldMk cId="2678493967" sldId="262"/>
            <ac:spMk id="3" creationId="{DCDA5746-9F3A-24CD-9F4F-C3F66F876313}"/>
          </ac:spMkLst>
        </pc:spChg>
        <pc:spChg chg="add mod">
          <ac:chgData name="Harris, Wyatt J Lt Col USAF USAFA DF/DFAS" userId="768bfb95-c272-4014-8fa2-010c15306053" providerId="ADAL" clId="{E18DAD13-4A53-44B8-9F3F-46E167733190}" dt="2026-02-03T19:18:59.917" v="562" actId="1076"/>
          <ac:spMkLst>
            <pc:docMk/>
            <pc:sldMk cId="2678493967" sldId="262"/>
            <ac:spMk id="6" creationId="{8E851B7C-BCFE-7C99-C6DC-16363B08DFDB}"/>
          </ac:spMkLst>
        </pc:spChg>
        <pc:spChg chg="mod">
          <ac:chgData name="Harris, Wyatt J Lt Col USAF USAFA DF/DFAS" userId="768bfb95-c272-4014-8fa2-010c15306053" providerId="ADAL" clId="{E18DAD13-4A53-44B8-9F3F-46E167733190}" dt="2026-02-03T19:18:33.834" v="550" actId="1076"/>
          <ac:spMkLst>
            <pc:docMk/>
            <pc:sldMk cId="2678493967" sldId="262"/>
            <ac:spMk id="11" creationId="{BC4B21D6-7DC0-3CA4-568C-520C74F2B008}"/>
          </ac:spMkLst>
        </pc:spChg>
        <pc:spChg chg="add mod">
          <ac:chgData name="Harris, Wyatt J Lt Col USAF USAFA DF/DFAS" userId="768bfb95-c272-4014-8fa2-010c15306053" providerId="ADAL" clId="{E18DAD13-4A53-44B8-9F3F-46E167733190}" dt="2026-02-03T22:49:06.913" v="5324"/>
          <ac:spMkLst>
            <pc:docMk/>
            <pc:sldMk cId="2678493967" sldId="262"/>
            <ac:spMk id="12" creationId="{149C94B3-309C-CCC5-04A7-B582074302AE}"/>
          </ac:spMkLst>
        </pc:spChg>
        <pc:picChg chg="mod">
          <ac:chgData name="Harris, Wyatt J Lt Col USAF USAFA DF/DFAS" userId="768bfb95-c272-4014-8fa2-010c15306053" providerId="ADAL" clId="{E18DAD13-4A53-44B8-9F3F-46E167733190}" dt="2026-02-03T19:18:33.834" v="550" actId="1076"/>
          <ac:picMkLst>
            <pc:docMk/>
            <pc:sldMk cId="2678493967" sldId="262"/>
            <ac:picMk id="7" creationId="{623CFA23-4F7C-591E-25CA-C3EE917A6132}"/>
          </ac:picMkLst>
        </pc:picChg>
        <pc:picChg chg="mod">
          <ac:chgData name="Harris, Wyatt J Lt Col USAF USAFA DF/DFAS" userId="768bfb95-c272-4014-8fa2-010c15306053" providerId="ADAL" clId="{E18DAD13-4A53-44B8-9F3F-46E167733190}" dt="2026-02-03T19:18:30.567" v="548" actId="1076"/>
          <ac:picMkLst>
            <pc:docMk/>
            <pc:sldMk cId="2678493967" sldId="262"/>
            <ac:picMk id="9" creationId="{AA65F05A-A087-D11A-3176-81428DC7BDCC}"/>
          </ac:picMkLst>
        </pc:picChg>
        <pc:picChg chg="add mod">
          <ac:chgData name="Harris, Wyatt J Lt Col USAF USAFA DF/DFAS" userId="768bfb95-c272-4014-8fa2-010c15306053" providerId="ADAL" clId="{E18DAD13-4A53-44B8-9F3F-46E167733190}" dt="2026-02-03T19:18:28.471" v="547" actId="1076"/>
          <ac:picMkLst>
            <pc:docMk/>
            <pc:sldMk cId="2678493967" sldId="262"/>
            <ac:picMk id="2050" creationId="{BBBC8B1C-7301-DCA2-43B4-6D6A52A5E027}"/>
          </ac:picMkLst>
        </pc:picChg>
      </pc:sldChg>
      <pc:sldChg chg="add mod modShow">
        <pc:chgData name="Harris, Wyatt J Lt Col USAF USAFA DF/DFAS" userId="768bfb95-c272-4014-8fa2-010c15306053" providerId="ADAL" clId="{E18DAD13-4A53-44B8-9F3F-46E167733190}" dt="2026-02-03T19:38:40.052" v="1774" actId="729"/>
        <pc:sldMkLst>
          <pc:docMk/>
          <pc:sldMk cId="3485954514" sldId="263"/>
        </pc:sldMkLst>
      </pc:sldChg>
      <pc:sldChg chg="add mod modShow">
        <pc:chgData name="Harris, Wyatt J Lt Col USAF USAFA DF/DFAS" userId="768bfb95-c272-4014-8fa2-010c15306053" providerId="ADAL" clId="{E18DAD13-4A53-44B8-9F3F-46E167733190}" dt="2026-02-03T17:01:42.160" v="52" actId="729"/>
        <pc:sldMkLst>
          <pc:docMk/>
          <pc:sldMk cId="743608473" sldId="264"/>
        </pc:sldMkLst>
      </pc:sldChg>
      <pc:sldChg chg="addSp delSp modSp mod">
        <pc:chgData name="Harris, Wyatt J Lt Col USAF USAFA DF/DFAS" userId="768bfb95-c272-4014-8fa2-010c15306053" providerId="ADAL" clId="{E18DAD13-4A53-44B8-9F3F-46E167733190}" dt="2026-02-04T03:32:11.919" v="5455" actId="20577"/>
        <pc:sldMkLst>
          <pc:docMk/>
          <pc:sldMk cId="700999841" sldId="265"/>
        </pc:sldMkLst>
        <pc:spChg chg="mod">
          <ac:chgData name="Harris, Wyatt J Lt Col USAF USAFA DF/DFAS" userId="768bfb95-c272-4014-8fa2-010c15306053" providerId="ADAL" clId="{E18DAD13-4A53-44B8-9F3F-46E167733190}" dt="2026-02-03T19:16:17.025" v="491" actId="20577"/>
          <ac:spMkLst>
            <pc:docMk/>
            <pc:sldMk cId="700999841" sldId="265"/>
            <ac:spMk id="8" creationId="{DA9C5202-B00E-263D-B144-3B699505B21D}"/>
          </ac:spMkLst>
        </pc:spChg>
        <pc:spChg chg="add mod">
          <ac:chgData name="Harris, Wyatt J Lt Col USAF USAFA DF/DFAS" userId="768bfb95-c272-4014-8fa2-010c15306053" providerId="ADAL" clId="{E18DAD13-4A53-44B8-9F3F-46E167733190}" dt="2026-02-03T22:49:31.281" v="5332"/>
          <ac:spMkLst>
            <pc:docMk/>
            <pc:sldMk cId="700999841" sldId="265"/>
            <ac:spMk id="13" creationId="{3BE920F2-2E6C-BB22-B4A4-C15BACC35B09}"/>
          </ac:spMkLst>
        </pc:spChg>
        <pc:spChg chg="mod">
          <ac:chgData name="Harris, Wyatt J Lt Col USAF USAFA DF/DFAS" userId="768bfb95-c272-4014-8fa2-010c15306053" providerId="ADAL" clId="{E18DAD13-4A53-44B8-9F3F-46E167733190}" dt="2026-02-04T03:32:01.318" v="5450" actId="20577"/>
          <ac:spMkLst>
            <pc:docMk/>
            <pc:sldMk cId="700999841" sldId="265"/>
            <ac:spMk id="24" creationId="{D190EC43-2E16-D9CF-0AC2-2666055FA388}"/>
          </ac:spMkLst>
        </pc:spChg>
        <pc:spChg chg="mod">
          <ac:chgData name="Harris, Wyatt J Lt Col USAF USAFA DF/DFAS" userId="768bfb95-c272-4014-8fa2-010c15306053" providerId="ADAL" clId="{E18DAD13-4A53-44B8-9F3F-46E167733190}" dt="2026-02-04T03:32:11.919" v="5455" actId="20577"/>
          <ac:spMkLst>
            <pc:docMk/>
            <pc:sldMk cId="700999841" sldId="265"/>
            <ac:spMk id="29" creationId="{F1F15168-335B-1A20-BC22-C870D85CCA31}"/>
          </ac:spMkLst>
        </pc:spChg>
      </pc:sldChg>
      <pc:sldChg chg="modSp add mod">
        <pc:chgData name="Harris, Wyatt J Lt Col USAF USAFA DF/DFAS" userId="768bfb95-c272-4014-8fa2-010c15306053" providerId="ADAL" clId="{E18DAD13-4A53-44B8-9F3F-46E167733190}" dt="2026-02-03T22:48:51.528" v="5322" actId="20577"/>
        <pc:sldMkLst>
          <pc:docMk/>
          <pc:sldMk cId="1727072757" sldId="277"/>
        </pc:sldMkLst>
        <pc:spChg chg="mod">
          <ac:chgData name="Harris, Wyatt J Lt Col USAF USAFA DF/DFAS" userId="768bfb95-c272-4014-8fa2-010c15306053" providerId="ADAL" clId="{E18DAD13-4A53-44B8-9F3F-46E167733190}" dt="2026-02-03T22:48:51.528" v="5322" actId="20577"/>
          <ac:spMkLst>
            <pc:docMk/>
            <pc:sldMk cId="1727072757" sldId="277"/>
            <ac:spMk id="3" creationId="{F39E0281-BD4D-B595-A8F6-54F44780853A}"/>
          </ac:spMkLst>
        </pc:spChg>
      </pc:sldChg>
      <pc:sldChg chg="addSp delSp modSp mod">
        <pc:chgData name="Harris, Wyatt J Lt Col USAF USAFA DF/DFAS" userId="768bfb95-c272-4014-8fa2-010c15306053" providerId="ADAL" clId="{E18DAD13-4A53-44B8-9F3F-46E167733190}" dt="2026-02-04T18:57:29.573" v="5589" actId="20577"/>
        <pc:sldMkLst>
          <pc:docMk/>
          <pc:sldMk cId="3202748659" sldId="279"/>
        </pc:sldMkLst>
        <pc:spChg chg="mod">
          <ac:chgData name="Harris, Wyatt J Lt Col USAF USAFA DF/DFAS" userId="768bfb95-c272-4014-8fa2-010c15306053" providerId="ADAL" clId="{E18DAD13-4A53-44B8-9F3F-46E167733190}" dt="2026-02-04T18:57:29.573" v="5589" actId="20577"/>
          <ac:spMkLst>
            <pc:docMk/>
            <pc:sldMk cId="3202748659" sldId="279"/>
            <ac:spMk id="3" creationId="{9129F4C4-5D40-C5DC-B57B-002EC94E40E0}"/>
          </ac:spMkLst>
        </pc:spChg>
        <pc:spChg chg="add mod">
          <ac:chgData name="Harris, Wyatt J Lt Col USAF USAFA DF/DFAS" userId="768bfb95-c272-4014-8fa2-010c15306053" providerId="ADAL" clId="{E18DAD13-4A53-44B8-9F3F-46E167733190}" dt="2026-02-03T22:10:11.885" v="3552" actId="1038"/>
          <ac:spMkLst>
            <pc:docMk/>
            <pc:sldMk cId="3202748659" sldId="279"/>
            <ac:spMk id="6" creationId="{FCD47BF5-77B4-4E64-4C5C-58C4507D82D6}"/>
          </ac:spMkLst>
        </pc:spChg>
        <pc:spChg chg="add mod">
          <ac:chgData name="Harris, Wyatt J Lt Col USAF USAFA DF/DFAS" userId="768bfb95-c272-4014-8fa2-010c15306053" providerId="ADAL" clId="{E18DAD13-4A53-44B8-9F3F-46E167733190}" dt="2026-02-03T22:49:20.984" v="5328"/>
          <ac:spMkLst>
            <pc:docMk/>
            <pc:sldMk cId="3202748659" sldId="279"/>
            <ac:spMk id="7" creationId="{C90D388D-34AF-D638-2C7C-48B5F797E623}"/>
          </ac:spMkLst>
        </pc:spChg>
      </pc:sldChg>
      <pc:sldChg chg="addSp delSp modSp mod">
        <pc:chgData name="Harris, Wyatt J Lt Col USAF USAFA DF/DFAS" userId="768bfb95-c272-4014-8fa2-010c15306053" providerId="ADAL" clId="{E18DAD13-4A53-44B8-9F3F-46E167733190}" dt="2026-02-04T03:31:06.699" v="5449" actId="1076"/>
        <pc:sldMkLst>
          <pc:docMk/>
          <pc:sldMk cId="2173365422" sldId="280"/>
        </pc:sldMkLst>
        <pc:spChg chg="add mod">
          <ac:chgData name="Harris, Wyatt J Lt Col USAF USAFA DF/DFAS" userId="768bfb95-c272-4014-8fa2-010c15306053" providerId="ADAL" clId="{E18DAD13-4A53-44B8-9F3F-46E167733190}" dt="2026-02-03T22:49:25.362" v="5330"/>
          <ac:spMkLst>
            <pc:docMk/>
            <pc:sldMk cId="2173365422" sldId="280"/>
            <ac:spMk id="6" creationId="{FBD6E276-B36B-1480-4CCA-530B67908BEB}"/>
          </ac:spMkLst>
        </pc:spChg>
        <pc:spChg chg="mod">
          <ac:chgData name="Harris, Wyatt J Lt Col USAF USAFA DF/DFAS" userId="768bfb95-c272-4014-8fa2-010c15306053" providerId="ADAL" clId="{E18DAD13-4A53-44B8-9F3F-46E167733190}" dt="2026-02-04T03:31:06.699" v="5449" actId="1076"/>
          <ac:spMkLst>
            <pc:docMk/>
            <pc:sldMk cId="2173365422" sldId="280"/>
            <ac:spMk id="8" creationId="{F732BBEB-3C6D-11D1-E173-23021F9A81B0}"/>
          </ac:spMkLst>
        </pc:spChg>
        <pc:spChg chg="add mod">
          <ac:chgData name="Harris, Wyatt J Lt Col USAF USAFA DF/DFAS" userId="768bfb95-c272-4014-8fa2-010c15306053" providerId="ADAL" clId="{E18DAD13-4A53-44B8-9F3F-46E167733190}" dt="2026-02-02T20:22:07.337" v="15" actId="1076"/>
          <ac:spMkLst>
            <pc:docMk/>
            <pc:sldMk cId="2173365422" sldId="280"/>
            <ac:spMk id="9" creationId="{3680DE70-5BDE-22F0-7304-79CC5D41A36E}"/>
          </ac:spMkLst>
        </pc:spChg>
        <pc:spChg chg="add mod">
          <ac:chgData name="Harris, Wyatt J Lt Col USAF USAFA DF/DFAS" userId="768bfb95-c272-4014-8fa2-010c15306053" providerId="ADAL" clId="{E18DAD13-4A53-44B8-9F3F-46E167733190}" dt="2026-02-02T20:21:58.334" v="14" actId="20577"/>
          <ac:spMkLst>
            <pc:docMk/>
            <pc:sldMk cId="2173365422" sldId="280"/>
            <ac:spMk id="12" creationId="{FB56CE58-C4EB-5F9D-6730-16BEDD044C75}"/>
          </ac:spMkLst>
        </pc:spChg>
      </pc:sldChg>
      <pc:sldChg chg="add mod modShow">
        <pc:chgData name="Harris, Wyatt J Lt Col USAF USAFA DF/DFAS" userId="768bfb95-c272-4014-8fa2-010c15306053" providerId="ADAL" clId="{E18DAD13-4A53-44B8-9F3F-46E167733190}" dt="2026-02-03T16:56:39.503" v="38" actId="729"/>
        <pc:sldMkLst>
          <pc:docMk/>
          <pc:sldMk cId="1107211414" sldId="281"/>
        </pc:sldMkLst>
      </pc:sldChg>
      <pc:sldChg chg="add mod modShow">
        <pc:chgData name="Harris, Wyatt J Lt Col USAF USAFA DF/DFAS" userId="768bfb95-c272-4014-8fa2-010c15306053" providerId="ADAL" clId="{E18DAD13-4A53-44B8-9F3F-46E167733190}" dt="2026-02-03T19:39:23.066" v="1777" actId="729"/>
        <pc:sldMkLst>
          <pc:docMk/>
          <pc:sldMk cId="789405368" sldId="282"/>
        </pc:sldMkLst>
      </pc:sldChg>
      <pc:sldChg chg="addSp delSp modSp mod">
        <pc:chgData name="Harris, Wyatt J Lt Col USAF USAFA DF/DFAS" userId="768bfb95-c272-4014-8fa2-010c15306053" providerId="ADAL" clId="{E18DAD13-4A53-44B8-9F3F-46E167733190}" dt="2026-02-05T20:50:29.211" v="6209" actId="1076"/>
        <pc:sldMkLst>
          <pc:docMk/>
          <pc:sldMk cId="1230592679" sldId="283"/>
        </pc:sldMkLst>
        <pc:spChg chg="mod">
          <ac:chgData name="Harris, Wyatt J Lt Col USAF USAFA DF/DFAS" userId="768bfb95-c272-4014-8fa2-010c15306053" providerId="ADAL" clId="{E18DAD13-4A53-44B8-9F3F-46E167733190}" dt="2026-02-03T19:49:29.809" v="2054" actId="20577"/>
          <ac:spMkLst>
            <pc:docMk/>
            <pc:sldMk cId="1230592679" sldId="283"/>
            <ac:spMk id="2" creationId="{6DF4445B-4D50-BD43-F373-A99D54468EDD}"/>
          </ac:spMkLst>
        </pc:spChg>
        <pc:spChg chg="mod">
          <ac:chgData name="Harris, Wyatt J Lt Col USAF USAFA DF/DFAS" userId="768bfb95-c272-4014-8fa2-010c15306053" providerId="ADAL" clId="{E18DAD13-4A53-44B8-9F3F-46E167733190}" dt="2026-02-05T20:49:59.227" v="6200" actId="1076"/>
          <ac:spMkLst>
            <pc:docMk/>
            <pc:sldMk cId="1230592679" sldId="283"/>
            <ac:spMk id="3" creationId="{CDF75901-CA76-C7E9-784C-DB787D3C734C}"/>
          </ac:spMkLst>
        </pc:spChg>
        <pc:spChg chg="add mod">
          <ac:chgData name="Harris, Wyatt J Lt Col USAF USAFA DF/DFAS" userId="768bfb95-c272-4014-8fa2-010c15306053" providerId="ADAL" clId="{E18DAD13-4A53-44B8-9F3F-46E167733190}" dt="2026-02-05T20:50:29.211" v="6209" actId="1076"/>
          <ac:spMkLst>
            <pc:docMk/>
            <pc:sldMk cId="1230592679" sldId="283"/>
            <ac:spMk id="6" creationId="{ABE3CE71-CF6F-036E-3466-954D56B41D56}"/>
          </ac:spMkLst>
        </pc:spChg>
        <pc:spChg chg="add mod">
          <ac:chgData name="Harris, Wyatt J Lt Col USAF USAFA DF/DFAS" userId="768bfb95-c272-4014-8fa2-010c15306053" providerId="ADAL" clId="{E18DAD13-4A53-44B8-9F3F-46E167733190}" dt="2026-02-03T19:47:18.882" v="1865" actId="164"/>
          <ac:spMkLst>
            <pc:docMk/>
            <pc:sldMk cId="1230592679" sldId="283"/>
            <ac:spMk id="8" creationId="{FE34697E-2280-9CB3-8A8E-27EE6411C80C}"/>
          </ac:spMkLst>
        </pc:spChg>
        <pc:spChg chg="add mod">
          <ac:chgData name="Harris, Wyatt J Lt Col USAF USAFA DF/DFAS" userId="768bfb95-c272-4014-8fa2-010c15306053" providerId="ADAL" clId="{E18DAD13-4A53-44B8-9F3F-46E167733190}" dt="2026-02-03T19:47:18.882" v="1865" actId="164"/>
          <ac:spMkLst>
            <pc:docMk/>
            <pc:sldMk cId="1230592679" sldId="283"/>
            <ac:spMk id="9" creationId="{4A5E19FF-16F9-3134-A584-DE4D15BB2732}"/>
          </ac:spMkLst>
        </pc:spChg>
        <pc:spChg chg="add mod">
          <ac:chgData name="Harris, Wyatt J Lt Col USAF USAFA DF/DFAS" userId="768bfb95-c272-4014-8fa2-010c15306053" providerId="ADAL" clId="{E18DAD13-4A53-44B8-9F3F-46E167733190}" dt="2026-02-05T20:50:27.095" v="6208" actId="1076"/>
          <ac:spMkLst>
            <pc:docMk/>
            <pc:sldMk cId="1230592679" sldId="283"/>
            <ac:spMk id="11" creationId="{D7DC3722-0BE1-1918-8243-B05EDD273286}"/>
          </ac:spMkLst>
        </pc:spChg>
        <pc:spChg chg="add mod">
          <ac:chgData name="Harris, Wyatt J Lt Col USAF USAFA DF/DFAS" userId="768bfb95-c272-4014-8fa2-010c15306053" providerId="ADAL" clId="{E18DAD13-4A53-44B8-9F3F-46E167733190}" dt="2026-02-03T22:50:45.173" v="5355" actId="113"/>
          <ac:spMkLst>
            <pc:docMk/>
            <pc:sldMk cId="1230592679" sldId="283"/>
            <ac:spMk id="13" creationId="{E6939C93-3583-DEF7-CB94-D2ED8E5E5F0E}"/>
          </ac:spMkLst>
        </pc:spChg>
        <pc:grpChg chg="add mod">
          <ac:chgData name="Harris, Wyatt J Lt Col USAF USAFA DF/DFAS" userId="768bfb95-c272-4014-8fa2-010c15306053" providerId="ADAL" clId="{E18DAD13-4A53-44B8-9F3F-46E167733190}" dt="2026-02-05T20:46:47.468" v="5961" actId="1076"/>
          <ac:grpSpMkLst>
            <pc:docMk/>
            <pc:sldMk cId="1230592679" sldId="283"/>
            <ac:grpSpMk id="12" creationId="{AD7C983D-172D-FD71-CF04-1F074A9D7124}"/>
          </ac:grpSpMkLst>
        </pc:grpChg>
        <pc:picChg chg="add mod modCrop">
          <ac:chgData name="Harris, Wyatt J Lt Col USAF USAFA DF/DFAS" userId="768bfb95-c272-4014-8fa2-010c15306053" providerId="ADAL" clId="{E18DAD13-4A53-44B8-9F3F-46E167733190}" dt="2026-02-03T19:47:18.882" v="1865" actId="164"/>
          <ac:picMkLst>
            <pc:docMk/>
            <pc:sldMk cId="1230592679" sldId="283"/>
            <ac:picMk id="7" creationId="{BAFB0746-B7A2-7286-352E-8B9184C2AAD6}"/>
          </ac:picMkLst>
        </pc:picChg>
        <pc:cxnChg chg="add mod">
          <ac:chgData name="Harris, Wyatt J Lt Col USAF USAFA DF/DFAS" userId="768bfb95-c272-4014-8fa2-010c15306053" providerId="ADAL" clId="{E18DAD13-4A53-44B8-9F3F-46E167733190}" dt="2026-02-03T19:47:18.882" v="1865" actId="164"/>
          <ac:cxnSpMkLst>
            <pc:docMk/>
            <pc:sldMk cId="1230592679" sldId="283"/>
            <ac:cxnSpMk id="10" creationId="{70298041-6507-D49D-E739-5FE14A71006F}"/>
          </ac:cxnSpMkLst>
        </pc:cxnChg>
      </pc:sldChg>
      <pc:sldChg chg="addSp delSp modSp mod">
        <pc:chgData name="Harris, Wyatt J Lt Col USAF USAFA DF/DFAS" userId="768bfb95-c272-4014-8fa2-010c15306053" providerId="ADAL" clId="{E18DAD13-4A53-44B8-9F3F-46E167733190}" dt="2026-02-05T16:03:57.325" v="5941" actId="113"/>
        <pc:sldMkLst>
          <pc:docMk/>
          <pc:sldMk cId="3984370277" sldId="284"/>
        </pc:sldMkLst>
        <pc:spChg chg="mod">
          <ac:chgData name="Harris, Wyatt J Lt Col USAF USAFA DF/DFAS" userId="768bfb95-c272-4014-8fa2-010c15306053" providerId="ADAL" clId="{E18DAD13-4A53-44B8-9F3F-46E167733190}" dt="2026-02-03T19:40:28.427" v="1783" actId="6549"/>
          <ac:spMkLst>
            <pc:docMk/>
            <pc:sldMk cId="3984370277" sldId="284"/>
            <ac:spMk id="2" creationId="{3AE6AA70-5B71-1B5E-1E76-FC1175A88AC8}"/>
          </ac:spMkLst>
        </pc:spChg>
        <pc:spChg chg="mod">
          <ac:chgData name="Harris, Wyatt J Lt Col USAF USAFA DF/DFAS" userId="768bfb95-c272-4014-8fa2-010c15306053" providerId="ADAL" clId="{E18DAD13-4A53-44B8-9F3F-46E167733190}" dt="2026-02-05T16:03:57.325" v="5941" actId="113"/>
          <ac:spMkLst>
            <pc:docMk/>
            <pc:sldMk cId="3984370277" sldId="284"/>
            <ac:spMk id="3" creationId="{CF76B1C7-605B-A427-6453-8CD2DF3E24E3}"/>
          </ac:spMkLst>
        </pc:spChg>
        <pc:spChg chg="add mod">
          <ac:chgData name="Harris, Wyatt J Lt Col USAF USAFA DF/DFAS" userId="768bfb95-c272-4014-8fa2-010c15306053" providerId="ADAL" clId="{E18DAD13-4A53-44B8-9F3F-46E167733190}" dt="2026-02-03T19:44:22.557" v="1822" actId="207"/>
          <ac:spMkLst>
            <pc:docMk/>
            <pc:sldMk cId="3984370277" sldId="284"/>
            <ac:spMk id="10" creationId="{C874D79C-5C2F-9D0C-C900-556E1CE1EA25}"/>
          </ac:spMkLst>
        </pc:spChg>
        <pc:spChg chg="add mod">
          <ac:chgData name="Harris, Wyatt J Lt Col USAF USAFA DF/DFAS" userId="768bfb95-c272-4014-8fa2-010c15306053" providerId="ADAL" clId="{E18DAD13-4A53-44B8-9F3F-46E167733190}" dt="2026-02-03T22:50:22.794" v="5349" actId="113"/>
          <ac:spMkLst>
            <pc:docMk/>
            <pc:sldMk cId="3984370277" sldId="284"/>
            <ac:spMk id="18" creationId="{04002BEF-E260-2DBD-B746-558A7A1FB745}"/>
          </ac:spMkLst>
        </pc:spChg>
        <pc:spChg chg="mod">
          <ac:chgData name="Harris, Wyatt J Lt Col USAF USAFA DF/DFAS" userId="768bfb95-c272-4014-8fa2-010c15306053" providerId="ADAL" clId="{E18DAD13-4A53-44B8-9F3F-46E167733190}" dt="2026-02-03T19:43:54.921" v="1819" actId="1076"/>
          <ac:spMkLst>
            <pc:docMk/>
            <pc:sldMk cId="3984370277" sldId="284"/>
            <ac:spMk id="42" creationId="{BA5348DA-CCB4-F7D0-6056-DFD17911EF8D}"/>
          </ac:spMkLst>
        </pc:spChg>
        <pc:spChg chg="mod">
          <ac:chgData name="Harris, Wyatt J Lt Col USAF USAFA DF/DFAS" userId="768bfb95-c272-4014-8fa2-010c15306053" providerId="ADAL" clId="{E18DAD13-4A53-44B8-9F3F-46E167733190}" dt="2026-02-03T19:43:47.871" v="1816" actId="20577"/>
          <ac:spMkLst>
            <pc:docMk/>
            <pc:sldMk cId="3984370277" sldId="284"/>
            <ac:spMk id="43" creationId="{9DC1591E-B056-E397-9461-D54EFAD51260}"/>
          </ac:spMkLst>
        </pc:spChg>
        <pc:spChg chg="mod">
          <ac:chgData name="Harris, Wyatt J Lt Col USAF USAFA DF/DFAS" userId="768bfb95-c272-4014-8fa2-010c15306053" providerId="ADAL" clId="{E18DAD13-4A53-44B8-9F3F-46E167733190}" dt="2026-02-03T19:41:22.636" v="1789" actId="207"/>
          <ac:spMkLst>
            <pc:docMk/>
            <pc:sldMk cId="3984370277" sldId="284"/>
            <ac:spMk id="51" creationId="{359AF9CD-975E-B228-F17B-1A097648A42A}"/>
          </ac:spMkLst>
        </pc:spChg>
        <pc:spChg chg="mod">
          <ac:chgData name="Harris, Wyatt J Lt Col USAF USAFA DF/DFAS" userId="768bfb95-c272-4014-8fa2-010c15306053" providerId="ADAL" clId="{E18DAD13-4A53-44B8-9F3F-46E167733190}" dt="2026-02-03T19:41:42.566" v="1794" actId="14100"/>
          <ac:spMkLst>
            <pc:docMk/>
            <pc:sldMk cId="3984370277" sldId="284"/>
            <ac:spMk id="52" creationId="{80192D22-4AC4-94CD-8A57-1C5A9144AD2B}"/>
          </ac:spMkLst>
        </pc:spChg>
        <pc:spChg chg="mod">
          <ac:chgData name="Harris, Wyatt J Lt Col USAF USAFA DF/DFAS" userId="768bfb95-c272-4014-8fa2-010c15306053" providerId="ADAL" clId="{E18DAD13-4A53-44B8-9F3F-46E167733190}" dt="2026-02-03T19:41:44.875" v="1795" actId="14100"/>
          <ac:spMkLst>
            <pc:docMk/>
            <pc:sldMk cId="3984370277" sldId="284"/>
            <ac:spMk id="53" creationId="{5D2631C7-13B7-6BE8-9ACD-D66FB5C48C20}"/>
          </ac:spMkLst>
        </pc:spChg>
        <pc:spChg chg="mod">
          <ac:chgData name="Harris, Wyatt J Lt Col USAF USAFA DF/DFAS" userId="768bfb95-c272-4014-8fa2-010c15306053" providerId="ADAL" clId="{E18DAD13-4A53-44B8-9F3F-46E167733190}" dt="2026-02-03T19:41:27.574" v="1790" actId="207"/>
          <ac:spMkLst>
            <pc:docMk/>
            <pc:sldMk cId="3984370277" sldId="284"/>
            <ac:spMk id="54" creationId="{25C1F449-2313-F0B6-387A-9B522AB88BEA}"/>
          </ac:spMkLst>
        </pc:spChg>
        <pc:spChg chg="mod">
          <ac:chgData name="Harris, Wyatt J Lt Col USAF USAFA DF/DFAS" userId="768bfb95-c272-4014-8fa2-010c15306053" providerId="ADAL" clId="{E18DAD13-4A53-44B8-9F3F-46E167733190}" dt="2026-02-03T19:43:08.780" v="1812" actId="14100"/>
          <ac:spMkLst>
            <pc:docMk/>
            <pc:sldMk cId="3984370277" sldId="284"/>
            <ac:spMk id="68" creationId="{E1D0C519-7AA1-5FE1-9C12-92E69D76BACE}"/>
          </ac:spMkLst>
        </pc:spChg>
        <pc:spChg chg="mod">
          <ac:chgData name="Harris, Wyatt J Lt Col USAF USAFA DF/DFAS" userId="768bfb95-c272-4014-8fa2-010c15306053" providerId="ADAL" clId="{E18DAD13-4A53-44B8-9F3F-46E167733190}" dt="2026-02-03T19:43:23.201" v="1814" actId="14100"/>
          <ac:spMkLst>
            <pc:docMk/>
            <pc:sldMk cId="3984370277" sldId="284"/>
            <ac:spMk id="69" creationId="{A749C811-48EE-605E-0476-E26921842466}"/>
          </ac:spMkLst>
        </pc:spChg>
        <pc:picChg chg="add mod ord">
          <ac:chgData name="Harris, Wyatt J Lt Col USAF USAFA DF/DFAS" userId="768bfb95-c272-4014-8fa2-010c15306053" providerId="ADAL" clId="{E18DAD13-4A53-44B8-9F3F-46E167733190}" dt="2026-02-05T16:02:38.176" v="5884" actId="1076"/>
          <ac:picMkLst>
            <pc:docMk/>
            <pc:sldMk cId="3984370277" sldId="284"/>
            <ac:picMk id="9" creationId="{5F3BB449-CE74-95B0-B8FE-6F7A64C9A9AA}"/>
          </ac:picMkLst>
        </pc:picChg>
        <pc:cxnChg chg="mod">
          <ac:chgData name="Harris, Wyatt J Lt Col USAF USAFA DF/DFAS" userId="768bfb95-c272-4014-8fa2-010c15306053" providerId="ADAL" clId="{E18DAD13-4A53-44B8-9F3F-46E167733190}" dt="2026-02-03T19:41:09.827" v="1787" actId="1076"/>
          <ac:cxnSpMkLst>
            <pc:docMk/>
            <pc:sldMk cId="3984370277" sldId="284"/>
            <ac:cxnSpMk id="22" creationId="{9DC9F3F9-766C-10DD-112A-A5C568F319F9}"/>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4" creationId="{BFB02E13-08A4-A31B-8BEA-6465F522CA7B}"/>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5" creationId="{04B9419A-2365-29FF-B0D2-276E88A43D31}"/>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6" creationId="{59082CC2-01B7-1BA0-7A7E-92F6D9BB4705}"/>
          </ac:cxnSpMkLst>
        </pc:cxnChg>
        <pc:cxnChg chg="mod">
          <ac:chgData name="Harris, Wyatt J Lt Col USAF USAFA DF/DFAS" userId="768bfb95-c272-4014-8fa2-010c15306053" providerId="ADAL" clId="{E18DAD13-4A53-44B8-9F3F-46E167733190}" dt="2026-02-03T19:44:39.747" v="1825" actId="14100"/>
          <ac:cxnSpMkLst>
            <pc:docMk/>
            <pc:sldMk cId="3984370277" sldId="284"/>
            <ac:cxnSpMk id="44" creationId="{B69E3EB1-8017-9643-736E-B56E0763CB2C}"/>
          </ac:cxnSpMkLst>
        </pc:cxnChg>
        <pc:cxnChg chg="mod">
          <ac:chgData name="Harris, Wyatt J Lt Col USAF USAFA DF/DFAS" userId="768bfb95-c272-4014-8fa2-010c15306053" providerId="ADAL" clId="{E18DAD13-4A53-44B8-9F3F-46E167733190}" dt="2026-02-03T19:44:44.122" v="1826" actId="1076"/>
          <ac:cxnSpMkLst>
            <pc:docMk/>
            <pc:sldMk cId="3984370277" sldId="284"/>
            <ac:cxnSpMk id="46" creationId="{5873CC35-06B4-06F9-EDDE-337BDB49BA71}"/>
          </ac:cxnSpMkLst>
        </pc:cxnChg>
      </pc:sldChg>
      <pc:sldChg chg="add mod modShow">
        <pc:chgData name="Harris, Wyatt J Lt Col USAF USAFA DF/DFAS" userId="768bfb95-c272-4014-8fa2-010c15306053" providerId="ADAL" clId="{E18DAD13-4A53-44B8-9F3F-46E167733190}" dt="2026-02-03T19:39:23.066" v="1777" actId="729"/>
        <pc:sldMkLst>
          <pc:docMk/>
          <pc:sldMk cId="613055436" sldId="285"/>
        </pc:sldMkLst>
      </pc:sldChg>
      <pc:sldChg chg="add mod modShow">
        <pc:chgData name="Harris, Wyatt J Lt Col USAF USAFA DF/DFAS" userId="768bfb95-c272-4014-8fa2-010c15306053" providerId="ADAL" clId="{E18DAD13-4A53-44B8-9F3F-46E167733190}" dt="2026-02-03T19:38:40.052" v="1774" actId="729"/>
        <pc:sldMkLst>
          <pc:docMk/>
          <pc:sldMk cId="905053683" sldId="286"/>
        </pc:sldMkLst>
      </pc:sldChg>
      <pc:sldChg chg="addSp delSp modSp mod">
        <pc:chgData name="Harris, Wyatt J Lt Col USAF USAFA DF/DFAS" userId="768bfb95-c272-4014-8fa2-010c15306053" providerId="ADAL" clId="{E18DAD13-4A53-44B8-9F3F-46E167733190}" dt="2026-02-03T22:50:57.228" v="5359" actId="113"/>
        <pc:sldMkLst>
          <pc:docMk/>
          <pc:sldMk cId="3361252783" sldId="288"/>
        </pc:sldMkLst>
        <pc:spChg chg="mod">
          <ac:chgData name="Harris, Wyatt J Lt Col USAF USAFA DF/DFAS" userId="768bfb95-c272-4014-8fa2-010c15306053" providerId="ADAL" clId="{E18DAD13-4A53-44B8-9F3F-46E167733190}" dt="2026-02-03T22:11:02.970" v="3577" actId="27636"/>
          <ac:spMkLst>
            <pc:docMk/>
            <pc:sldMk cId="3361252783" sldId="288"/>
            <ac:spMk id="2" creationId="{CA927E8E-2BAA-DA4F-8F47-2FB3D22E64B4}"/>
          </ac:spMkLst>
        </pc:spChg>
        <pc:spChg chg="add mod">
          <ac:chgData name="Harris, Wyatt J Lt Col USAF USAFA DF/DFAS" userId="768bfb95-c272-4014-8fa2-010c15306053" providerId="ADAL" clId="{E18DAD13-4A53-44B8-9F3F-46E167733190}" dt="2026-02-03T22:50:57.228" v="5359" actId="113"/>
          <ac:spMkLst>
            <pc:docMk/>
            <pc:sldMk cId="3361252783" sldId="288"/>
            <ac:spMk id="9" creationId="{84F11F40-B3DB-A80B-CD51-F4335F753731}"/>
          </ac:spMkLst>
        </pc:spChg>
      </pc:sldChg>
      <pc:sldChg chg="addSp modSp mod">
        <pc:chgData name="Harris, Wyatt J Lt Col USAF USAFA DF/DFAS" userId="768bfb95-c272-4014-8fa2-010c15306053" providerId="ADAL" clId="{E18DAD13-4A53-44B8-9F3F-46E167733190}" dt="2026-02-05T16:01:03.864" v="5708" actId="20577"/>
        <pc:sldMkLst>
          <pc:docMk/>
          <pc:sldMk cId="1004888814" sldId="291"/>
        </pc:sldMkLst>
        <pc:spChg chg="mod">
          <ac:chgData name="Harris, Wyatt J Lt Col USAF USAFA DF/DFAS" userId="768bfb95-c272-4014-8fa2-010c15306053" providerId="ADAL" clId="{E18DAD13-4A53-44B8-9F3F-46E167733190}" dt="2026-02-03T22:11:07.499" v="3578" actId="404"/>
          <ac:spMkLst>
            <pc:docMk/>
            <pc:sldMk cId="1004888814" sldId="291"/>
            <ac:spMk id="2" creationId="{9ADA97F4-180B-90E8-FF0B-6C6AD13D104B}"/>
          </ac:spMkLst>
        </pc:spChg>
        <pc:spChg chg="mod">
          <ac:chgData name="Harris, Wyatt J Lt Col USAF USAFA DF/DFAS" userId="768bfb95-c272-4014-8fa2-010c15306053" providerId="ADAL" clId="{E18DAD13-4A53-44B8-9F3F-46E167733190}" dt="2026-02-05T16:01:03.864" v="5708" actId="20577"/>
          <ac:spMkLst>
            <pc:docMk/>
            <pc:sldMk cId="1004888814" sldId="291"/>
            <ac:spMk id="3" creationId="{C0020B77-0753-284C-4057-51CF3E192C00}"/>
          </ac:spMkLst>
        </pc:spChg>
        <pc:spChg chg="add mod">
          <ac:chgData name="Harris, Wyatt J Lt Col USAF USAFA DF/DFAS" userId="768bfb95-c272-4014-8fa2-010c15306053" providerId="ADAL" clId="{E18DAD13-4A53-44B8-9F3F-46E167733190}" dt="2026-02-03T22:51:05.063" v="5362" actId="113"/>
          <ac:spMkLst>
            <pc:docMk/>
            <pc:sldMk cId="1004888814" sldId="291"/>
            <ac:spMk id="7" creationId="{8C0A5740-3DB5-962F-7E7D-3FB70ECE3529}"/>
          </ac:spMkLst>
        </pc:spChg>
        <pc:graphicFrameChg chg="mod">
          <ac:chgData name="Harris, Wyatt J Lt Col USAF USAFA DF/DFAS" userId="768bfb95-c272-4014-8fa2-010c15306053" providerId="ADAL" clId="{E18DAD13-4A53-44B8-9F3F-46E167733190}" dt="2026-02-04T03:37:58.164" v="5516" actId="1076"/>
          <ac:graphicFrameMkLst>
            <pc:docMk/>
            <pc:sldMk cId="1004888814" sldId="291"/>
            <ac:graphicFrameMk id="6" creationId="{D87AADE7-699D-4353-01A8-8D8E4C192A6B}"/>
          </ac:graphicFrameMkLst>
        </pc:graphicFrameChg>
      </pc:sldChg>
      <pc:sldChg chg="addSp delSp modSp add mod">
        <pc:chgData name="Harris, Wyatt J Lt Col USAF USAFA DF/DFAS" userId="768bfb95-c272-4014-8fa2-010c15306053" providerId="ADAL" clId="{E18DAD13-4A53-44B8-9F3F-46E167733190}" dt="2026-02-03T22:49:36.420" v="5334"/>
        <pc:sldMkLst>
          <pc:docMk/>
          <pc:sldMk cId="3817656047" sldId="293"/>
        </pc:sldMkLst>
        <pc:spChg chg="mod">
          <ac:chgData name="Harris, Wyatt J Lt Col USAF USAFA DF/DFAS" userId="768bfb95-c272-4014-8fa2-010c15306053" providerId="ADAL" clId="{E18DAD13-4A53-44B8-9F3F-46E167733190}" dt="2026-02-03T19:10:49.780" v="309" actId="20577"/>
          <ac:spMkLst>
            <pc:docMk/>
            <pc:sldMk cId="3817656047" sldId="293"/>
            <ac:spMk id="2" creationId="{1F79EA9B-C7F1-AD12-A328-BB2537BAACA0}"/>
          </ac:spMkLst>
        </pc:spChg>
        <pc:spChg chg="mod">
          <ac:chgData name="Harris, Wyatt J Lt Col USAF USAFA DF/DFAS" userId="768bfb95-c272-4014-8fa2-010c15306053" providerId="ADAL" clId="{E18DAD13-4A53-44B8-9F3F-46E167733190}" dt="2026-02-03T19:15:17.544" v="450" actId="12"/>
          <ac:spMkLst>
            <pc:docMk/>
            <pc:sldMk cId="3817656047" sldId="293"/>
            <ac:spMk id="3" creationId="{E1933E1D-48E9-A9FC-CC37-E8CC9D45FA6D}"/>
          </ac:spMkLst>
        </pc:spChg>
        <pc:spChg chg="add mod">
          <ac:chgData name="Harris, Wyatt J Lt Col USAF USAFA DF/DFAS" userId="768bfb95-c272-4014-8fa2-010c15306053" providerId="ADAL" clId="{E18DAD13-4A53-44B8-9F3F-46E167733190}" dt="2026-02-03T22:49:36.420" v="5334"/>
          <ac:spMkLst>
            <pc:docMk/>
            <pc:sldMk cId="3817656047" sldId="293"/>
            <ac:spMk id="10" creationId="{70B2A7BC-7D4F-8896-822B-5350FC7C787B}"/>
          </ac:spMkLst>
        </pc:spChg>
        <pc:picChg chg="add mod">
          <ac:chgData name="Harris, Wyatt J Lt Col USAF USAFA DF/DFAS" userId="768bfb95-c272-4014-8fa2-010c15306053" providerId="ADAL" clId="{E18DAD13-4A53-44B8-9F3F-46E167733190}" dt="2026-02-03T19:15:27.904" v="451" actId="1076"/>
          <ac:picMkLst>
            <pc:docMk/>
            <pc:sldMk cId="3817656047" sldId="293"/>
            <ac:picMk id="1026" creationId="{F72EE9E4-7657-628D-DC3A-C5795E2B674F}"/>
          </ac:picMkLst>
        </pc:picChg>
        <pc:picChg chg="add mod">
          <ac:chgData name="Harris, Wyatt J Lt Col USAF USAFA DF/DFAS" userId="768bfb95-c272-4014-8fa2-010c15306053" providerId="ADAL" clId="{E18DAD13-4A53-44B8-9F3F-46E167733190}" dt="2026-02-03T19:13:59.817" v="353" actId="1076"/>
          <ac:picMkLst>
            <pc:docMk/>
            <pc:sldMk cId="3817656047" sldId="293"/>
            <ac:picMk id="1030" creationId="{38C7DE2D-6B84-2235-2099-5F33819AAD58}"/>
          </ac:picMkLst>
        </pc:picChg>
        <pc:picChg chg="add mod">
          <ac:chgData name="Harris, Wyatt J Lt Col USAF USAFA DF/DFAS" userId="768bfb95-c272-4014-8fa2-010c15306053" providerId="ADAL" clId="{E18DAD13-4A53-44B8-9F3F-46E167733190}" dt="2026-02-03T19:15:47.865" v="461" actId="1076"/>
          <ac:picMkLst>
            <pc:docMk/>
            <pc:sldMk cId="3817656047" sldId="293"/>
            <ac:picMk id="1032" creationId="{8A43B688-A739-C6E3-A27A-9A9AB52B813B}"/>
          </ac:picMkLst>
        </pc:picChg>
      </pc:sldChg>
      <pc:sldChg chg="add setBg">
        <pc:chgData name="Harris, Wyatt J Lt Col USAF USAFA DF/DFAS" userId="768bfb95-c272-4014-8fa2-010c15306053" providerId="ADAL" clId="{E18DAD13-4A53-44B8-9F3F-46E167733190}" dt="2026-02-03T16:56:33.416" v="37"/>
        <pc:sldMkLst>
          <pc:docMk/>
          <pc:sldMk cId="3879203649" sldId="294"/>
        </pc:sldMkLst>
      </pc:sldChg>
      <pc:sldChg chg="addSp delSp modSp add mod ord">
        <pc:chgData name="Harris, Wyatt J Lt Col USAF USAFA DF/DFAS" userId="768bfb95-c272-4014-8fa2-010c15306053" providerId="ADAL" clId="{E18DAD13-4A53-44B8-9F3F-46E167733190}" dt="2026-02-03T22:50:02.320" v="5342"/>
        <pc:sldMkLst>
          <pc:docMk/>
          <pc:sldMk cId="3256869617" sldId="295"/>
        </pc:sldMkLst>
        <pc:spChg chg="mod">
          <ac:chgData name="Harris, Wyatt J Lt Col USAF USAFA DF/DFAS" userId="768bfb95-c272-4014-8fa2-010c15306053" providerId="ADAL" clId="{E18DAD13-4A53-44B8-9F3F-46E167733190}" dt="2026-02-03T19:40:06.393" v="1781" actId="20577"/>
          <ac:spMkLst>
            <pc:docMk/>
            <pc:sldMk cId="3256869617" sldId="295"/>
            <ac:spMk id="2" creationId="{BA435F8F-2D7A-BE97-4BCE-0EB051085F7A}"/>
          </ac:spMkLst>
        </pc:spChg>
        <pc:spChg chg="mod">
          <ac:chgData name="Harris, Wyatt J Lt Col USAF USAFA DF/DFAS" userId="768bfb95-c272-4014-8fa2-010c15306053" providerId="ADAL" clId="{E18DAD13-4A53-44B8-9F3F-46E167733190}" dt="2026-02-03T19:50:40.813" v="2064" actId="20577"/>
          <ac:spMkLst>
            <pc:docMk/>
            <pc:sldMk cId="3256869617" sldId="295"/>
            <ac:spMk id="3" creationId="{CBC49A82-BA23-387B-9CA4-C69D2086B64A}"/>
          </ac:spMkLst>
        </pc:spChg>
        <pc:spChg chg="add mod">
          <ac:chgData name="Harris, Wyatt J Lt Col USAF USAFA DF/DFAS" userId="768bfb95-c272-4014-8fa2-010c15306053" providerId="ADAL" clId="{E18DAD13-4A53-44B8-9F3F-46E167733190}" dt="2026-02-03T19:34:23.960" v="1563" actId="164"/>
          <ac:spMkLst>
            <pc:docMk/>
            <pc:sldMk cId="3256869617" sldId="295"/>
            <ac:spMk id="31" creationId="{84200088-EA46-101E-9ED9-830AC28A5781}"/>
          </ac:spMkLst>
        </pc:spChg>
        <pc:spChg chg="add mod">
          <ac:chgData name="Harris, Wyatt J Lt Col USAF USAFA DF/DFAS" userId="768bfb95-c272-4014-8fa2-010c15306053" providerId="ADAL" clId="{E18DAD13-4A53-44B8-9F3F-46E167733190}" dt="2026-02-03T19:35:57.952" v="1645" actId="164"/>
          <ac:spMkLst>
            <pc:docMk/>
            <pc:sldMk cId="3256869617" sldId="295"/>
            <ac:spMk id="37" creationId="{02439391-3158-CE01-77E9-6F670991F392}"/>
          </ac:spMkLst>
        </pc:spChg>
        <pc:spChg chg="add mod">
          <ac:chgData name="Harris, Wyatt J Lt Col USAF USAFA DF/DFAS" userId="768bfb95-c272-4014-8fa2-010c15306053" providerId="ADAL" clId="{E18DAD13-4A53-44B8-9F3F-46E167733190}" dt="2026-02-03T22:50:02.320" v="5342"/>
          <ac:spMkLst>
            <pc:docMk/>
            <pc:sldMk cId="3256869617" sldId="295"/>
            <ac:spMk id="39" creationId="{061AAE16-BB30-9BE8-5024-9B034F102787}"/>
          </ac:spMkLst>
        </pc:spChg>
        <pc:grpChg chg="add mod">
          <ac:chgData name="Harris, Wyatt J Lt Col USAF USAFA DF/DFAS" userId="768bfb95-c272-4014-8fa2-010c15306053" providerId="ADAL" clId="{E18DAD13-4A53-44B8-9F3F-46E167733190}" dt="2026-02-03T22:11:55.954" v="3587" actId="1076"/>
          <ac:grpSpMkLst>
            <pc:docMk/>
            <pc:sldMk cId="3256869617" sldId="295"/>
            <ac:grpSpMk id="32" creationId="{6DC0FCE2-A5F2-261C-9908-28AA6EC5DCC1}"/>
          </ac:grpSpMkLst>
        </pc:grpChg>
        <pc:grpChg chg="add mod">
          <ac:chgData name="Harris, Wyatt J Lt Col USAF USAFA DF/DFAS" userId="768bfb95-c272-4014-8fa2-010c15306053" providerId="ADAL" clId="{E18DAD13-4A53-44B8-9F3F-46E167733190}" dt="2026-02-03T19:35:59.415" v="1646" actId="1076"/>
          <ac:grpSpMkLst>
            <pc:docMk/>
            <pc:sldMk cId="3256869617" sldId="295"/>
            <ac:grpSpMk id="38" creationId="{6251CA0F-66B3-4EBD-B53D-F1FE561A6268}"/>
          </ac:grpSpMkLst>
        </pc:grpChg>
        <pc:picChg chg="add mod">
          <ac:chgData name="Harris, Wyatt J Lt Col USAF USAFA DF/DFAS" userId="768bfb95-c272-4014-8fa2-010c15306053" providerId="ADAL" clId="{E18DAD13-4A53-44B8-9F3F-46E167733190}" dt="2026-02-03T19:34:23.960" v="1563" actId="164"/>
          <ac:picMkLst>
            <pc:docMk/>
            <pc:sldMk cId="3256869617" sldId="295"/>
            <ac:picMk id="28" creationId="{CCE07C85-0FC7-9E32-3FF5-80355A712F28}"/>
          </ac:picMkLst>
        </pc:picChg>
        <pc:picChg chg="add mod">
          <ac:chgData name="Harris, Wyatt J Lt Col USAF USAFA DF/DFAS" userId="768bfb95-c272-4014-8fa2-010c15306053" providerId="ADAL" clId="{E18DAD13-4A53-44B8-9F3F-46E167733190}" dt="2026-02-03T19:35:57.952" v="1645" actId="164"/>
          <ac:picMkLst>
            <pc:docMk/>
            <pc:sldMk cId="3256869617" sldId="295"/>
            <ac:picMk id="34" creationId="{5E1C9B57-87CE-222A-9992-FA7F09E0CB22}"/>
          </ac:picMkLst>
        </pc:picChg>
      </pc:sldChg>
      <pc:sldChg chg="addSp delSp modSp add mod ord">
        <pc:chgData name="Harris, Wyatt J Lt Col USAF USAFA DF/DFAS" userId="768bfb95-c272-4014-8fa2-010c15306053" providerId="ADAL" clId="{E18DAD13-4A53-44B8-9F3F-46E167733190}" dt="2026-02-05T15:51:54.857" v="5637" actId="20577"/>
        <pc:sldMkLst>
          <pc:docMk/>
          <pc:sldMk cId="3548337324" sldId="296"/>
        </pc:sldMkLst>
        <pc:spChg chg="mod">
          <ac:chgData name="Harris, Wyatt J Lt Col USAF USAFA DF/DFAS" userId="768bfb95-c272-4014-8fa2-010c15306053" providerId="ADAL" clId="{E18DAD13-4A53-44B8-9F3F-46E167733190}" dt="2026-02-03T19:38:15.741" v="1769" actId="20577"/>
          <ac:spMkLst>
            <pc:docMk/>
            <pc:sldMk cId="3548337324" sldId="296"/>
            <ac:spMk id="2" creationId="{1CB9883C-0437-5788-5725-9C4704F2A4B2}"/>
          </ac:spMkLst>
        </pc:spChg>
        <pc:spChg chg="mod">
          <ac:chgData name="Harris, Wyatt J Lt Col USAF USAFA DF/DFAS" userId="768bfb95-c272-4014-8fa2-010c15306053" providerId="ADAL" clId="{E18DAD13-4A53-44B8-9F3F-46E167733190}" dt="2026-02-05T15:51:54.857" v="5637" actId="20577"/>
          <ac:spMkLst>
            <pc:docMk/>
            <pc:sldMk cId="3548337324" sldId="296"/>
            <ac:spMk id="3" creationId="{A49E4BE9-1D4B-F0EF-4AF1-B07C0FBA5C7F}"/>
          </ac:spMkLst>
        </pc:spChg>
        <pc:spChg chg="add mod">
          <ac:chgData name="Harris, Wyatt J Lt Col USAF USAFA DF/DFAS" userId="768bfb95-c272-4014-8fa2-010c15306053" providerId="ADAL" clId="{E18DAD13-4A53-44B8-9F3F-46E167733190}" dt="2026-02-03T22:49:54.926" v="5340" actId="207"/>
          <ac:spMkLst>
            <pc:docMk/>
            <pc:sldMk cId="3548337324" sldId="296"/>
            <ac:spMk id="9" creationId="{2958E1D4-F8F1-8725-9DC7-7D35E3058A5C}"/>
          </ac:spMkLst>
        </pc:spChg>
        <pc:spChg chg="mod">
          <ac:chgData name="Harris, Wyatt J Lt Col USAF USAFA DF/DFAS" userId="768bfb95-c272-4014-8fa2-010c15306053" providerId="ADAL" clId="{E18DAD13-4A53-44B8-9F3F-46E167733190}" dt="2026-02-05T15:50:17.105" v="5605" actId="20577"/>
          <ac:spMkLst>
            <pc:docMk/>
            <pc:sldMk cId="3548337324" sldId="296"/>
            <ac:spMk id="12" creationId="{888F7E4B-4FA7-37CC-BF29-C076F07C78EC}"/>
          </ac:spMkLst>
        </pc:spChg>
        <pc:spChg chg="mod">
          <ac:chgData name="Harris, Wyatt J Lt Col USAF USAFA DF/DFAS" userId="768bfb95-c272-4014-8fa2-010c15306053" providerId="ADAL" clId="{E18DAD13-4A53-44B8-9F3F-46E167733190}" dt="2026-02-03T19:30:14.162" v="1164" actId="164"/>
          <ac:spMkLst>
            <pc:docMk/>
            <pc:sldMk cId="3548337324" sldId="296"/>
            <ac:spMk id="26" creationId="{05EF7E43-8E8F-2E88-C851-4F9396864026}"/>
          </ac:spMkLst>
        </pc:spChg>
        <pc:grpChg chg="add mod">
          <ac:chgData name="Harris, Wyatt J Lt Col USAF USAFA DF/DFAS" userId="768bfb95-c272-4014-8fa2-010c15306053" providerId="ADAL" clId="{E18DAD13-4A53-44B8-9F3F-46E167733190}" dt="2026-02-03T19:37:23.634" v="1735" actId="1076"/>
          <ac:grpSpMkLst>
            <pc:docMk/>
            <pc:sldMk cId="3548337324" sldId="296"/>
            <ac:grpSpMk id="7" creationId="{7EECEF00-CE2E-3C73-AF2E-88E9170F0374}"/>
          </ac:grpSpMkLst>
        </pc:grpChg>
        <pc:grpChg chg="mod">
          <ac:chgData name="Harris, Wyatt J Lt Col USAF USAFA DF/DFAS" userId="768bfb95-c272-4014-8fa2-010c15306053" providerId="ADAL" clId="{E18DAD13-4A53-44B8-9F3F-46E167733190}" dt="2026-02-03T19:50:27.024" v="2062" actId="1076"/>
          <ac:grpSpMkLst>
            <pc:docMk/>
            <pc:sldMk cId="3548337324" sldId="296"/>
            <ac:grpSpMk id="24" creationId="{7EAAE7EB-F88A-FB04-CB7E-33D6F456741F}"/>
          </ac:grpSpMkLst>
        </pc:grpChg>
        <pc:grpChg chg="mod">
          <ac:chgData name="Harris, Wyatt J Lt Col USAF USAFA DF/DFAS" userId="768bfb95-c272-4014-8fa2-010c15306053" providerId="ADAL" clId="{E18DAD13-4A53-44B8-9F3F-46E167733190}" dt="2026-02-03T19:39:53.439" v="1778" actId="1076"/>
          <ac:grpSpMkLst>
            <pc:docMk/>
            <pc:sldMk cId="3548337324" sldId="296"/>
            <ac:grpSpMk id="25" creationId="{24C07EC6-CB2D-A7C7-312D-9413FE242449}"/>
          </ac:grpSpMkLst>
        </pc:grpChg>
        <pc:picChg chg="mod">
          <ac:chgData name="Harris, Wyatt J Lt Col USAF USAFA DF/DFAS" userId="768bfb95-c272-4014-8fa2-010c15306053" providerId="ADAL" clId="{E18DAD13-4A53-44B8-9F3F-46E167733190}" dt="2026-02-03T19:30:14.162" v="1164" actId="164"/>
          <ac:picMkLst>
            <pc:docMk/>
            <pc:sldMk cId="3548337324" sldId="296"/>
            <ac:picMk id="23" creationId="{79F530FF-7966-7A71-025E-32B42B967379}"/>
          </ac:picMkLst>
        </pc:picChg>
      </pc:sldChg>
      <pc:sldChg chg="addSp modSp new mod">
        <pc:chgData name="Harris, Wyatt J Lt Col USAF USAFA DF/DFAS" userId="768bfb95-c272-4014-8fa2-010c15306053" providerId="ADAL" clId="{E18DAD13-4A53-44B8-9F3F-46E167733190}" dt="2026-02-04T18:52:18.020" v="5587" actId="20577"/>
        <pc:sldMkLst>
          <pc:docMk/>
          <pc:sldMk cId="2789034728" sldId="297"/>
        </pc:sldMkLst>
        <pc:spChg chg="mod">
          <ac:chgData name="Harris, Wyatt J Lt Col USAF USAFA DF/DFAS" userId="768bfb95-c272-4014-8fa2-010c15306053" providerId="ADAL" clId="{E18DAD13-4A53-44B8-9F3F-46E167733190}" dt="2026-02-04T18:48:17.607" v="5565" actId="115"/>
          <ac:spMkLst>
            <pc:docMk/>
            <pc:sldMk cId="2789034728" sldId="297"/>
            <ac:spMk id="2" creationId="{5DCA0251-C955-C66C-B367-92B91B2BAF16}"/>
          </ac:spMkLst>
        </pc:spChg>
        <pc:spChg chg="mod">
          <ac:chgData name="Harris, Wyatt J Lt Col USAF USAFA DF/DFAS" userId="768bfb95-c272-4014-8fa2-010c15306053" providerId="ADAL" clId="{E18DAD13-4A53-44B8-9F3F-46E167733190}" dt="2026-02-04T18:48:11.112" v="5564" actId="207"/>
          <ac:spMkLst>
            <pc:docMk/>
            <pc:sldMk cId="2789034728" sldId="297"/>
            <ac:spMk id="3" creationId="{FFA199D4-8FDE-1C4F-5F78-097DDEE9D155}"/>
          </ac:spMkLst>
        </pc:spChg>
        <pc:spChg chg="add mod">
          <ac:chgData name="Harris, Wyatt J Lt Col USAF USAFA DF/DFAS" userId="768bfb95-c272-4014-8fa2-010c15306053" providerId="ADAL" clId="{E18DAD13-4A53-44B8-9F3F-46E167733190}" dt="2026-02-04T18:52:18.020" v="5587" actId="20577"/>
          <ac:spMkLst>
            <pc:docMk/>
            <pc:sldMk cId="2789034728" sldId="297"/>
            <ac:spMk id="6" creationId="{B82EE590-2367-68BA-3D7B-FE400A852AFF}"/>
          </ac:spMkLst>
        </pc:spChg>
        <pc:spChg chg="add mod">
          <ac:chgData name="Harris, Wyatt J Lt Col USAF USAFA DF/DFAS" userId="768bfb95-c272-4014-8fa2-010c15306053" providerId="ADAL" clId="{E18DAD13-4A53-44B8-9F3F-46E167733190}" dt="2026-02-03T22:45:05.293" v="5297" actId="1076"/>
          <ac:spMkLst>
            <pc:docMk/>
            <pc:sldMk cId="2789034728" sldId="297"/>
            <ac:spMk id="10" creationId="{CE8023E5-AAA1-7FEE-8DF0-2AE0772493B4}"/>
          </ac:spMkLst>
        </pc:spChg>
        <pc:spChg chg="add mod">
          <ac:chgData name="Harris, Wyatt J Lt Col USAF USAFA DF/DFAS" userId="768bfb95-c272-4014-8fa2-010c15306053" providerId="ADAL" clId="{E18DAD13-4A53-44B8-9F3F-46E167733190}" dt="2026-02-03T22:51:10.699" v="5365" actId="113"/>
          <ac:spMkLst>
            <pc:docMk/>
            <pc:sldMk cId="2789034728" sldId="297"/>
            <ac:spMk id="12" creationId="{F80F3E95-A34F-C030-223B-C520D87DC217}"/>
          </ac:spMkLst>
        </pc:spChg>
        <pc:grpChg chg="add mod">
          <ac:chgData name="Harris, Wyatt J Lt Col USAF USAFA DF/DFAS" userId="768bfb95-c272-4014-8fa2-010c15306053" providerId="ADAL" clId="{E18DAD13-4A53-44B8-9F3F-46E167733190}" dt="2026-02-03T22:45:05.293" v="5297" actId="1076"/>
          <ac:grpSpMkLst>
            <pc:docMk/>
            <pc:sldMk cId="2789034728" sldId="297"/>
            <ac:grpSpMk id="11" creationId="{27070104-EE1B-45A3-D87A-D030E195F4FB}"/>
          </ac:grpSpMkLst>
        </pc:grpChg>
        <pc:picChg chg="add mod">
          <ac:chgData name="Harris, Wyatt J Lt Col USAF USAFA DF/DFAS" userId="768bfb95-c272-4014-8fa2-010c15306053" providerId="ADAL" clId="{E18DAD13-4A53-44B8-9F3F-46E167733190}" dt="2026-02-03T22:45:05.293" v="5297" actId="1076"/>
          <ac:picMkLst>
            <pc:docMk/>
            <pc:sldMk cId="2789034728" sldId="297"/>
            <ac:picMk id="8" creationId="{6F6F5FA2-A1C2-F16D-EEA8-B0689DE2363E}"/>
          </ac:picMkLst>
        </pc:picChg>
        <pc:picChg chg="add mod">
          <ac:chgData name="Harris, Wyatt J Lt Col USAF USAFA DF/DFAS" userId="768bfb95-c272-4014-8fa2-010c15306053" providerId="ADAL" clId="{E18DAD13-4A53-44B8-9F3F-46E167733190}" dt="2026-02-03T22:45:05.293" v="5297" actId="1076"/>
          <ac:picMkLst>
            <pc:docMk/>
            <pc:sldMk cId="2789034728" sldId="297"/>
            <ac:picMk id="3074" creationId="{2B57ED23-12C7-F75E-0CF6-F05FB36BE818}"/>
          </ac:picMkLst>
        </pc:picChg>
      </pc:sldChg>
      <pc:sldChg chg="addSp delSp modSp add mod">
        <pc:chgData name="Harris, Wyatt J Lt Col USAF USAFA DF/DFAS" userId="768bfb95-c272-4014-8fa2-010c15306053" providerId="ADAL" clId="{E18DAD13-4A53-44B8-9F3F-46E167733190}" dt="2026-02-03T22:49:16.367" v="5326"/>
        <pc:sldMkLst>
          <pc:docMk/>
          <pc:sldMk cId="1439619788" sldId="299"/>
        </pc:sldMkLst>
        <pc:spChg chg="mod">
          <ac:chgData name="Harris, Wyatt J Lt Col USAF USAFA DF/DFAS" userId="768bfb95-c272-4014-8fa2-010c15306053" providerId="ADAL" clId="{E18DAD13-4A53-44B8-9F3F-46E167733190}" dt="2026-02-03T22:22:11.676" v="4161" actId="20577"/>
          <ac:spMkLst>
            <pc:docMk/>
            <pc:sldMk cId="1439619788" sldId="299"/>
            <ac:spMk id="2" creationId="{BD00CEC6-40CF-526F-11DD-272F2D8CDBE8}"/>
          </ac:spMkLst>
        </pc:spChg>
        <pc:spChg chg="add mod">
          <ac:chgData name="Harris, Wyatt J Lt Col USAF USAFA DF/DFAS" userId="768bfb95-c272-4014-8fa2-010c15306053" providerId="ADAL" clId="{E18DAD13-4A53-44B8-9F3F-46E167733190}" dt="2026-02-03T22:26:04.421" v="4263" actId="14100"/>
          <ac:spMkLst>
            <pc:docMk/>
            <pc:sldMk cId="1439619788" sldId="299"/>
            <ac:spMk id="15" creationId="{12D6A2BF-EF8E-0A2D-76C5-32632185D7F1}"/>
          </ac:spMkLst>
        </pc:spChg>
        <pc:spChg chg="add mod">
          <ac:chgData name="Harris, Wyatt J Lt Col USAF USAFA DF/DFAS" userId="768bfb95-c272-4014-8fa2-010c15306053" providerId="ADAL" clId="{E18DAD13-4A53-44B8-9F3F-46E167733190}" dt="2026-02-03T22:24:32.914" v="4224" actId="164"/>
          <ac:spMkLst>
            <pc:docMk/>
            <pc:sldMk cId="1439619788" sldId="299"/>
            <ac:spMk id="16" creationId="{760DEB92-24C6-B573-B0FD-7E1A58BEDB9C}"/>
          </ac:spMkLst>
        </pc:spChg>
        <pc:spChg chg="add mod">
          <ac:chgData name="Harris, Wyatt J Lt Col USAF USAFA DF/DFAS" userId="768bfb95-c272-4014-8fa2-010c15306053" providerId="ADAL" clId="{E18DAD13-4A53-44B8-9F3F-46E167733190}" dt="2026-02-03T22:27:28.532" v="4292" actId="208"/>
          <ac:spMkLst>
            <pc:docMk/>
            <pc:sldMk cId="1439619788" sldId="299"/>
            <ac:spMk id="20" creationId="{BEB483BB-0252-A9D8-0439-0BC1DED43FDC}"/>
          </ac:spMkLst>
        </pc:spChg>
        <pc:spChg chg="add mod">
          <ac:chgData name="Harris, Wyatt J Lt Col USAF USAFA DF/DFAS" userId="768bfb95-c272-4014-8fa2-010c15306053" providerId="ADAL" clId="{E18DAD13-4A53-44B8-9F3F-46E167733190}" dt="2026-02-03T22:27:11.968" v="4287" actId="208"/>
          <ac:spMkLst>
            <pc:docMk/>
            <pc:sldMk cId="1439619788" sldId="299"/>
            <ac:spMk id="24" creationId="{1C8E5814-71E8-26B3-4BED-C9B16EC42037}"/>
          </ac:spMkLst>
        </pc:spChg>
        <pc:spChg chg="add mod">
          <ac:chgData name="Harris, Wyatt J Lt Col USAF USAFA DF/DFAS" userId="768bfb95-c272-4014-8fa2-010c15306053" providerId="ADAL" clId="{E18DAD13-4A53-44B8-9F3F-46E167733190}" dt="2026-02-03T22:49:16.367" v="5326"/>
          <ac:spMkLst>
            <pc:docMk/>
            <pc:sldMk cId="1439619788" sldId="299"/>
            <ac:spMk id="26" creationId="{AE20EEC8-0FAB-DD7B-A262-95A8FF53586A}"/>
          </ac:spMkLst>
        </pc:spChg>
        <pc:grpChg chg="add mod">
          <ac:chgData name="Harris, Wyatt J Lt Col USAF USAFA DF/DFAS" userId="768bfb95-c272-4014-8fa2-010c15306053" providerId="ADAL" clId="{E18DAD13-4A53-44B8-9F3F-46E167733190}" dt="2026-02-03T22:25:59.932" v="4262" actId="14100"/>
          <ac:grpSpMkLst>
            <pc:docMk/>
            <pc:sldMk cId="1439619788" sldId="299"/>
            <ac:grpSpMk id="17" creationId="{B95DF802-E71B-6682-1EEB-5196D0EC5114}"/>
          </ac:grpSpMkLst>
        </pc:grpChg>
        <pc:grpChg chg="add mod">
          <ac:chgData name="Harris, Wyatt J Lt Col USAF USAFA DF/DFAS" userId="768bfb95-c272-4014-8fa2-010c15306053" providerId="ADAL" clId="{E18DAD13-4A53-44B8-9F3F-46E167733190}" dt="2026-02-03T22:27:37.253" v="4297" actId="1076"/>
          <ac:grpSpMkLst>
            <pc:docMk/>
            <pc:sldMk cId="1439619788" sldId="299"/>
            <ac:grpSpMk id="21" creationId="{62B85539-A134-54ED-6216-FA2F1282F277}"/>
          </ac:grpSpMkLst>
        </pc:grpChg>
        <pc:grpChg chg="add mod">
          <ac:chgData name="Harris, Wyatt J Lt Col USAF USAFA DF/DFAS" userId="768bfb95-c272-4014-8fa2-010c15306053" providerId="ADAL" clId="{E18DAD13-4A53-44B8-9F3F-46E167733190}" dt="2026-02-03T22:27:39.094" v="4298" actId="1076"/>
          <ac:grpSpMkLst>
            <pc:docMk/>
            <pc:sldMk cId="1439619788" sldId="299"/>
            <ac:grpSpMk id="25" creationId="{4EBF2B7F-23D0-39D2-427E-3F294D7AD8BC}"/>
          </ac:grpSpMkLst>
        </pc:grpChg>
        <pc:picChg chg="add mod">
          <ac:chgData name="Harris, Wyatt J Lt Col USAF USAFA DF/DFAS" userId="768bfb95-c272-4014-8fa2-010c15306053" providerId="ADAL" clId="{E18DAD13-4A53-44B8-9F3F-46E167733190}" dt="2026-02-03T22:24:32.914" v="4224" actId="164"/>
          <ac:picMkLst>
            <pc:docMk/>
            <pc:sldMk cId="1439619788" sldId="299"/>
            <ac:picMk id="14" creationId="{076B4A64-BA12-C90D-DE78-C0CCA4705B74}"/>
          </ac:picMkLst>
        </pc:picChg>
        <pc:picChg chg="add mod">
          <ac:chgData name="Harris, Wyatt J Lt Col USAF USAFA DF/DFAS" userId="768bfb95-c272-4014-8fa2-010c15306053" providerId="ADAL" clId="{E18DAD13-4A53-44B8-9F3F-46E167733190}" dt="2026-02-03T22:27:34.704" v="4296" actId="1440"/>
          <ac:picMkLst>
            <pc:docMk/>
            <pc:sldMk cId="1439619788" sldId="299"/>
            <ac:picMk id="19" creationId="{255DA565-2FA3-88BC-28E9-2D588E240394}"/>
          </ac:picMkLst>
        </pc:picChg>
        <pc:picChg chg="add mod">
          <ac:chgData name="Harris, Wyatt J Lt Col USAF USAFA DF/DFAS" userId="768bfb95-c272-4014-8fa2-010c15306053" providerId="ADAL" clId="{E18DAD13-4A53-44B8-9F3F-46E167733190}" dt="2026-02-03T22:27:11.968" v="4287" actId="208"/>
          <ac:picMkLst>
            <pc:docMk/>
            <pc:sldMk cId="1439619788" sldId="299"/>
            <ac:picMk id="23" creationId="{4C0E0640-F773-6F0E-AF32-30E15BF14805}"/>
          </ac:picMkLst>
        </pc:picChg>
      </pc:sldChg>
      <pc:sldMasterChg chg="modSp mod">
        <pc:chgData name="Harris, Wyatt J Lt Col USAF USAFA DF/DFAS" userId="768bfb95-c272-4014-8fa2-010c15306053" providerId="ADAL" clId="{E18DAD13-4A53-44B8-9F3F-46E167733190}" dt="2026-02-03T19:15:41.446" v="460" actId="14100"/>
        <pc:sldMasterMkLst>
          <pc:docMk/>
          <pc:sldMasterMk cId="85601226" sldId="2147483660"/>
        </pc:sldMasterMkLst>
        <pc:spChg chg="mod">
          <ac:chgData name="Harris, Wyatt J Lt Col USAF USAFA DF/DFAS" userId="768bfb95-c272-4014-8fa2-010c15306053" providerId="ADAL" clId="{E18DAD13-4A53-44B8-9F3F-46E167733190}" dt="2026-02-03T19:15:41.446" v="460"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verleaf.com/read/vzjvwdkjhvrh#5be3f8"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15" rtl="0" eaLnBrk="1" fontAlgn="auto" latinLnBrk="0" hangingPunct="1">
              <a:lnSpc>
                <a:spcPct val="100000"/>
              </a:lnSpc>
              <a:spcBef>
                <a:spcPts val="0"/>
              </a:spcBef>
              <a:spcAft>
                <a:spcPts val="0"/>
              </a:spcAft>
              <a:buClrTx/>
              <a:buSzTx/>
              <a:buFontTx/>
              <a:buNone/>
              <a:tabLst/>
              <a:defRPr/>
            </a:pPr>
            <a:r>
              <a:rPr lang="en-US"/>
              <a:t>Old Prelab Report Guidance: </a:t>
            </a:r>
            <a:r>
              <a:rPr lang="en-US" sz="1200">
                <a:hlinkClick r:id="rId3"/>
              </a:rPr>
              <a:t>https://www.overleaf.com/read/vzjvwdkjhvrh#5be3f8</a:t>
            </a:r>
            <a:r>
              <a:rPr lang="en-US" sz="1200"/>
              <a:t> </a:t>
            </a:r>
            <a:r>
              <a:rPr lang="en-US" sz="1200">
                <a:sym typeface="Wingdings" panose="05000000000000000000" pitchFamily="2" charset="2"/>
              </a:rPr>
              <a:t> </a:t>
            </a:r>
            <a:r>
              <a:rPr lang="en-US"/>
              <a:t>DEPRECATED (DO NOT USE, FOR INSTRUCTOR REFERENCE ONLY)</a:t>
            </a:r>
            <a:endParaRPr lang="en-US" sz="1200"/>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184255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2/5/2026</a:t>
            </a:fld>
            <a:endParaRPr lang="en-US"/>
          </a:p>
        </p:txBody>
      </p:sp>
      <p:sp>
        <p:nvSpPr>
          <p:cNvPr id="5" name="Footer Placeholder 4"/>
          <p:cNvSpPr>
            <a:spLocks noGrp="1"/>
          </p:cNvSpPr>
          <p:nvPr>
            <p:ph type="ftr" sz="quarter" idx="11"/>
          </p:nvPr>
        </p:nvSpPr>
        <p:spPr/>
        <p:txBody>
          <a:bodyPr/>
          <a:lstStyle/>
          <a:p>
            <a:r>
              <a:rPr lang="en-US" dirty="0"/>
              <a:t>Astro 331 Lab #4</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2/5/2026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2/5/2026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2/5/2026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2/5/2026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Astro 331 Lab #4</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2785" y="72097"/>
            <a:ext cx="1252988"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digi.com/resources/documentation/digidocs/pdfs/90001543.pdf"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sparkfun.com/tutorials/serial-communication/al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digi.com/products/embedded-systems/digi-xbee/digi-xbee-tools/xctu" TargetMode="Externa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hub.digi.com/support/products/xctu/"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hyperlink" Target="https://learn.sparkfun.com/tutorials/how-to-install-ftdi-drivers/windows---quick-and-easy"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cdn.sparkfun.com/assets/b/b/2/c/b/MAX17048.pdf"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overleaf.com/read/fjwgcgrknrph#81580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hyperlink" Target="https://docs.digi.com/resources/documentation/digidocs/90001456-13/concepts/c_at_commands.htm?TocPath=XBee%20transparent%20mode%7CCommand%20mode%7C_____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a:t>
            </a:r>
            <a:r>
              <a:rPr lang="en-US" b="1" dirty="0"/>
              <a:t>#4</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Communication Subsystem</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003300"/>
            <a:ext cx="5048060" cy="4761819"/>
          </a:xfrm>
        </p:spPr>
        <p:txBody>
          <a:bodyPr>
            <a:normAutofit/>
          </a:bodyPr>
          <a:lstStyle/>
          <a:p>
            <a:pPr marL="0" indent="0">
              <a:buNone/>
            </a:pPr>
            <a:r>
              <a:rPr lang="en-US" sz="1600" b="1" dirty="0"/>
              <a:t>In this lab, you will build KestrelSAT's communication system including the onboard radio and ground station with dipole antenna. </a:t>
            </a:r>
          </a:p>
          <a:p>
            <a:pPr marL="0" indent="0">
              <a:buNone/>
            </a:pPr>
            <a:r>
              <a:rPr lang="en-US" sz="1600" dirty="0"/>
              <a:t>You will test communication and measure signal strength at multiple link distances to characterize the link budget and determine if KestrelSAT has sufficient link margin to communicate from orbit. </a:t>
            </a:r>
          </a:p>
          <a:p>
            <a:pPr marL="0" indent="0">
              <a:buNone/>
            </a:pPr>
            <a:r>
              <a:rPr lang="en-US" sz="1600" dirty="0"/>
              <a:t>A laptop will serve as the ground station for KestrelSAT. The ground station computer will send commands to the spacecraft over an </a:t>
            </a:r>
            <a:r>
              <a:rPr lang="en-US" sz="1600" dirty="0" err="1"/>
              <a:t>XBee</a:t>
            </a:r>
            <a:r>
              <a:rPr lang="en-US" sz="1600" dirty="0"/>
              <a:t> wireless serial link.</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36667" y="4254500"/>
            <a:ext cx="7348533" cy="1842319"/>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dirty="0"/>
              <a:t>Objectives:</a:t>
            </a:r>
            <a:endParaRPr lang="en-US" sz="1400" dirty="0"/>
          </a:p>
          <a:p>
            <a:pPr marL="514350" indent="-514350">
              <a:spcBef>
                <a:spcPts val="600"/>
              </a:spcBef>
              <a:buAutoNum type="arabicParenBoth"/>
            </a:pPr>
            <a:r>
              <a:rPr lang="en-US" sz="1400" dirty="0"/>
              <a:t>Understand fundamentals of Satellite communication via practical experimentation.</a:t>
            </a:r>
          </a:p>
          <a:p>
            <a:pPr marL="514350" indent="-514350">
              <a:spcBef>
                <a:spcPts val="600"/>
              </a:spcBef>
              <a:buAutoNum type="arabicParenBoth"/>
            </a:pPr>
            <a:r>
              <a:rPr lang="en-US" sz="1400" dirty="0"/>
              <a:t>Demonstrate point-to-point communication by sending telemetry packets from a “satellite” node to a “ground station” node.</a:t>
            </a:r>
          </a:p>
          <a:p>
            <a:pPr marL="514350" indent="-514350">
              <a:spcBef>
                <a:spcPts val="600"/>
              </a:spcBef>
              <a:buAutoNum type="arabicParenBoth"/>
            </a:pPr>
            <a:r>
              <a:rPr lang="en-US" sz="1400" dirty="0"/>
              <a:t>Evaluate link quality by observing RSSI (Received Signal Strength Indicator).</a:t>
            </a:r>
          </a:p>
          <a:p>
            <a:pPr marL="514350" indent="-514350">
              <a:spcBef>
                <a:spcPts val="600"/>
              </a:spcBef>
              <a:buAutoNum type="arabicParenBoth"/>
            </a:pPr>
            <a:r>
              <a:rPr lang="en-US" sz="1400" dirty="0"/>
              <a:t>Apply link budget concepts qualitatively by relating transmission power, antenna gain, and range to observed performance.</a:t>
            </a:r>
          </a:p>
        </p:txBody>
      </p:sp>
      <p:sp>
        <p:nvSpPr>
          <p:cNvPr id="8" name="Content Placeholder 7">
            <a:extLst>
              <a:ext uri="{FF2B5EF4-FFF2-40B4-BE49-F238E27FC236}">
                <a16:creationId xmlns:a16="http://schemas.microsoft.com/office/drawing/2014/main" id="{F55F9830-42CB-4A4F-263E-5649201BF9DD}"/>
              </a:ext>
            </a:extLst>
          </p:cNvPr>
          <p:cNvSpPr txBox="1">
            <a:spLocks/>
          </p:cNvSpPr>
          <p:nvPr/>
        </p:nvSpPr>
        <p:spPr>
          <a:xfrm>
            <a:off x="6208888" y="941240"/>
            <a:ext cx="2744803" cy="1537499"/>
          </a:xfrm>
          <a:prstGeom prst="rect">
            <a:avLst/>
          </a:prstGeom>
          <a:no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latin typeface="Segoe UI" panose="020B0502040204020203" pitchFamily="34" charset="0"/>
                <a:cs typeface="Segoe UI" panose="020B0502040204020203" pitchFamily="34" charset="0"/>
              </a:rPr>
              <a:t>Lab activities are team effort</a:t>
            </a:r>
          </a:p>
          <a:p>
            <a:pPr marL="0" indent="-223838"/>
            <a:r>
              <a:rPr lang="en-US" sz="1200" dirty="0">
                <a:latin typeface="Segoe UI" panose="020B0502040204020203" pitchFamily="34" charset="0"/>
                <a:cs typeface="Segoe UI" panose="020B0502040204020203" pitchFamily="34" charset="0"/>
              </a:rPr>
              <a:t>Any non-human resource</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C8A4FCEE-50DB-6078-16A8-8FF583839A46}"/>
              </a:ext>
            </a:extLst>
          </p:cNvPr>
          <p:cNvSpPr txBox="1">
            <a:spLocks/>
          </p:cNvSpPr>
          <p:nvPr/>
        </p:nvSpPr>
        <p:spPr>
          <a:xfrm>
            <a:off x="6208888" y="2580339"/>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POSTLAB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err="1">
                <a:solidFill>
                  <a:srgbClr val="FF0000"/>
                </a:solidFill>
                <a:latin typeface="Segoe UI" panose="020B0502040204020203" pitchFamily="34" charset="0"/>
                <a:cs typeface="Segoe UI" panose="020B0502040204020203" pitchFamily="34" charset="0"/>
              </a:rPr>
              <a:t>Postlab</a:t>
            </a:r>
            <a:r>
              <a:rPr lang="en-US" sz="1200" b="1" dirty="0">
                <a:solidFill>
                  <a:srgbClr val="FF0000"/>
                </a:solidFill>
                <a:latin typeface="Segoe UI" panose="020B0502040204020203" pitchFamily="34" charset="0"/>
                <a:cs typeface="Segoe UI" panose="020B0502040204020203" pitchFamily="34" charset="0"/>
              </a:rPr>
              <a:t> turn-in is individual effort</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0 Allowed (</a:t>
            </a:r>
            <a:r>
              <a:rPr lang="en-US" sz="1200" b="1" dirty="0">
                <a:solidFill>
                  <a:srgbClr val="FF0000"/>
                </a:solidFill>
                <a:highlight>
                  <a:srgbClr val="FFFF00"/>
                </a:highlight>
                <a:latin typeface="Segoe UI" panose="020B0502040204020203" pitchFamily="34" charset="0"/>
                <a:cs typeface="Segoe UI" panose="020B0502040204020203" pitchFamily="34" charset="0"/>
              </a:rPr>
              <a:t>G</a:t>
            </a:r>
            <a:r>
              <a:rPr lang="en-US" sz="12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dirty="0">
                <a:highlight>
                  <a:srgbClr val="FFFF00"/>
                </a:highlight>
                <a:latin typeface="Segoe UI" panose="020B0502040204020203" pitchFamily="34" charset="0"/>
                <a:cs typeface="Segoe UI" panose="020B0502040204020203" pitchFamily="34" charset="0"/>
              </a:rPr>
              <a:t>)</a:t>
            </a:r>
          </a:p>
          <a:p>
            <a:pPr marL="0" indent="-223838"/>
            <a:r>
              <a:rPr lang="en-US" sz="1200" dirty="0">
                <a:latin typeface="Segoe UI" panose="020B0502040204020203" pitchFamily="34" charset="0"/>
                <a:cs typeface="Segoe UI" panose="020B0502040204020203" pitchFamily="34" charset="0"/>
              </a:rPr>
              <a:t>Astro 331 course notes/ 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5">
            <a:extLst>
              <a:ext uri="{FF2B5EF4-FFF2-40B4-BE49-F238E27FC236}">
                <a16:creationId xmlns:a16="http://schemas.microsoft.com/office/drawing/2014/main" id="{E716DFC0-E2C0-0611-77CF-3829B706C332}"/>
              </a:ext>
            </a:extLst>
          </p:cNvPr>
          <p:cNvSpPr txBox="1">
            <a:spLocks/>
          </p:cNvSpPr>
          <p:nvPr/>
        </p:nvSpPr>
        <p:spPr>
          <a:xfrm>
            <a:off x="46366" y="1130060"/>
            <a:ext cx="947090"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err="1"/>
              <a:t>KestrelSAT</a:t>
            </a:r>
            <a:r>
              <a:rPr lang="en-US" b="1"/>
              <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dirty="0"/>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15E6-EF91-A8C3-2393-79810D7767FC}"/>
              </a:ext>
            </a:extLst>
          </p:cNvPr>
          <p:cNvSpPr>
            <a:spLocks noGrp="1"/>
          </p:cNvSpPr>
          <p:nvPr>
            <p:ph type="title"/>
          </p:nvPr>
        </p:nvSpPr>
        <p:spPr/>
        <p:txBody>
          <a:bodyPr>
            <a:normAutofit/>
          </a:bodyPr>
          <a:lstStyle/>
          <a:p>
            <a:r>
              <a:rPr lang="en-US" sz="2400" b="1" dirty="0"/>
              <a:t>Reference – Digi Xbee3</a:t>
            </a:r>
          </a:p>
        </p:txBody>
      </p:sp>
      <p:sp>
        <p:nvSpPr>
          <p:cNvPr id="3" name="Content Placeholder 2">
            <a:extLst>
              <a:ext uri="{FF2B5EF4-FFF2-40B4-BE49-F238E27FC236}">
                <a16:creationId xmlns:a16="http://schemas.microsoft.com/office/drawing/2014/main" id="{DCDA5746-9F3A-24CD-9F4F-C3F66F876313}"/>
              </a:ext>
            </a:extLst>
          </p:cNvPr>
          <p:cNvSpPr>
            <a:spLocks noGrp="1"/>
          </p:cNvSpPr>
          <p:nvPr>
            <p:ph idx="1"/>
          </p:nvPr>
        </p:nvSpPr>
        <p:spPr/>
        <p:txBody>
          <a:bodyPr>
            <a:normAutofit/>
          </a:bodyPr>
          <a:lstStyle/>
          <a:p>
            <a:pPr marL="0" indent="0">
              <a:buNone/>
            </a:pPr>
            <a:r>
              <a:rPr lang="en-US" sz="1800" b="1" dirty="0" err="1"/>
              <a:t>XBee</a:t>
            </a:r>
            <a:r>
              <a:rPr lang="en-US" sz="1800" b="1" dirty="0"/>
              <a:t> is a family of wireless communication modules made by Digi International.</a:t>
            </a:r>
            <a:endParaRPr lang="en-US" sz="1800" dirty="0"/>
          </a:p>
          <a:p>
            <a:r>
              <a:rPr lang="en-US" sz="1800" dirty="0"/>
              <a:t>In this lab we will use Series 3 modules, which operate at 2.4 GHz (</a:t>
            </a:r>
            <a:r>
              <a:rPr lang="en-US" sz="1800" dirty="0">
                <a:solidFill>
                  <a:srgbClr val="FF0000"/>
                </a:solidFill>
              </a:rPr>
              <a:t>why might this be a problem in a lab setting?</a:t>
            </a:r>
            <a:r>
              <a:rPr lang="en-US" sz="1800" dirty="0"/>
              <a:t>)</a:t>
            </a:r>
          </a:p>
          <a:p>
            <a:r>
              <a:rPr lang="en-US" sz="1800" dirty="0" err="1"/>
              <a:t>XBees</a:t>
            </a:r>
            <a:r>
              <a:rPr lang="en-US" sz="1800" dirty="0"/>
              <a:t> are transceivers (they can both transmit and receive data).</a:t>
            </a:r>
          </a:p>
          <a:p>
            <a:r>
              <a:rPr lang="en-US" sz="1800" dirty="0"/>
              <a:t>They are available in different models capable of using different types of antennas. </a:t>
            </a:r>
          </a:p>
          <a:p>
            <a:pPr marL="0" indent="0">
              <a:buNone/>
            </a:pPr>
            <a:r>
              <a:rPr lang="en-US" sz="1800" b="1" dirty="0">
                <a:hlinkClick r:id="rId2"/>
              </a:rPr>
              <a:t>Datasheet</a:t>
            </a:r>
            <a:endParaRPr lang="en-US" sz="1800" b="1" dirty="0"/>
          </a:p>
        </p:txBody>
      </p:sp>
      <p:sp>
        <p:nvSpPr>
          <p:cNvPr id="4" name="Footer Placeholder 3">
            <a:extLst>
              <a:ext uri="{FF2B5EF4-FFF2-40B4-BE49-F238E27FC236}">
                <a16:creationId xmlns:a16="http://schemas.microsoft.com/office/drawing/2014/main" id="{9E0CE545-E8A8-111D-D957-89A92CC0A60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674337B-17F8-1EE1-A9F2-49D50DA2185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9" name="Picture 8">
            <a:extLst>
              <a:ext uri="{FF2B5EF4-FFF2-40B4-BE49-F238E27FC236}">
                <a16:creationId xmlns:a16="http://schemas.microsoft.com/office/drawing/2014/main" id="{AA65F05A-A087-D11A-3176-81428DC7BDCC}"/>
              </a:ext>
            </a:extLst>
          </p:cNvPr>
          <p:cNvPicPr>
            <a:picLocks noChangeAspect="1"/>
          </p:cNvPicPr>
          <p:nvPr/>
        </p:nvPicPr>
        <p:blipFill>
          <a:blip r:embed="rId3"/>
          <a:srcRect l="2151" t="6417" r="2612" b="4403"/>
          <a:stretch>
            <a:fillRect/>
          </a:stretch>
        </p:blipFill>
        <p:spPr>
          <a:xfrm>
            <a:off x="1422467" y="4167202"/>
            <a:ext cx="3932994" cy="1450403"/>
          </a:xfrm>
          <a:prstGeom prst="rect">
            <a:avLst/>
          </a:prstGeom>
        </p:spPr>
      </p:pic>
      <p:pic>
        <p:nvPicPr>
          <p:cNvPr id="7" name="Picture 6">
            <a:extLst>
              <a:ext uri="{FF2B5EF4-FFF2-40B4-BE49-F238E27FC236}">
                <a16:creationId xmlns:a16="http://schemas.microsoft.com/office/drawing/2014/main" id="{623CFA23-4F7C-591E-25CA-C3EE917A6132}"/>
              </a:ext>
            </a:extLst>
          </p:cNvPr>
          <p:cNvPicPr>
            <a:picLocks noChangeAspect="1"/>
          </p:cNvPicPr>
          <p:nvPr/>
        </p:nvPicPr>
        <p:blipFill>
          <a:blip r:embed="rId4"/>
          <a:stretch>
            <a:fillRect/>
          </a:stretch>
        </p:blipFill>
        <p:spPr>
          <a:xfrm>
            <a:off x="6666335" y="4167202"/>
            <a:ext cx="2110396" cy="1793290"/>
          </a:xfrm>
          <a:prstGeom prst="rect">
            <a:avLst/>
          </a:prstGeom>
        </p:spPr>
      </p:pic>
      <p:sp>
        <p:nvSpPr>
          <p:cNvPr id="11" name="TextBox 10">
            <a:extLst>
              <a:ext uri="{FF2B5EF4-FFF2-40B4-BE49-F238E27FC236}">
                <a16:creationId xmlns:a16="http://schemas.microsoft.com/office/drawing/2014/main" id="{BC4B21D6-7DC0-3CA4-568C-520C74F2B008}"/>
              </a:ext>
            </a:extLst>
          </p:cNvPr>
          <p:cNvSpPr txBox="1"/>
          <p:nvPr/>
        </p:nvSpPr>
        <p:spPr>
          <a:xfrm>
            <a:off x="6615385" y="3732385"/>
            <a:ext cx="1966702" cy="523220"/>
          </a:xfrm>
          <a:prstGeom prst="rect">
            <a:avLst/>
          </a:prstGeom>
          <a:noFill/>
        </p:spPr>
        <p:txBody>
          <a:bodyPr wrap="square">
            <a:spAutoFit/>
          </a:bodyPr>
          <a:lstStyle/>
          <a:p>
            <a:pPr algn="ctr"/>
            <a:r>
              <a:rPr lang="en-US" sz="1400" b="1" dirty="0" err="1">
                <a:latin typeface="Open Sans" panose="020B0606030504020204" pitchFamily="34" charset="0"/>
              </a:rPr>
              <a:t>Xbee</a:t>
            </a:r>
            <a:r>
              <a:rPr lang="en-US" sz="1400" b="1" dirty="0">
                <a:latin typeface="Open Sans" panose="020B0606030504020204" pitchFamily="34" charset="0"/>
              </a:rPr>
              <a:t> Radio Module with PCB Antenna</a:t>
            </a:r>
            <a:endParaRPr lang="en-US" sz="1400" b="1" dirty="0"/>
          </a:p>
        </p:txBody>
      </p:sp>
      <p:pic>
        <p:nvPicPr>
          <p:cNvPr id="2050" name="Picture 2" descr="Antena WiFi 2.4 GHz 5dBi RP-SMA">
            <a:extLst>
              <a:ext uri="{FF2B5EF4-FFF2-40B4-BE49-F238E27FC236}">
                <a16:creationId xmlns:a16="http://schemas.microsoft.com/office/drawing/2014/main" id="{BBBC8B1C-7301-DCA2-43B4-6D6A52A5E02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22895" y="3316181"/>
            <a:ext cx="2970948" cy="29709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851B7C-BCFE-7C99-C6DC-16363B08DFDB}"/>
              </a:ext>
            </a:extLst>
          </p:cNvPr>
          <p:cNvSpPr txBox="1"/>
          <p:nvPr/>
        </p:nvSpPr>
        <p:spPr>
          <a:xfrm>
            <a:off x="4066339" y="6050977"/>
            <a:ext cx="1966702" cy="307777"/>
          </a:xfrm>
          <a:prstGeom prst="rect">
            <a:avLst/>
          </a:prstGeom>
          <a:noFill/>
        </p:spPr>
        <p:txBody>
          <a:bodyPr wrap="square">
            <a:spAutoFit/>
          </a:bodyPr>
          <a:lstStyle/>
          <a:p>
            <a:pPr algn="ctr"/>
            <a:r>
              <a:rPr lang="en-US" sz="1400" b="1" dirty="0">
                <a:latin typeface="Open Sans" panose="020B0606030504020204" pitchFamily="34" charset="0"/>
              </a:rPr>
              <a:t>Dipole Antenna</a:t>
            </a:r>
            <a:endParaRPr lang="en-US" sz="1400" b="1" dirty="0"/>
          </a:p>
        </p:txBody>
      </p:sp>
      <p:sp>
        <p:nvSpPr>
          <p:cNvPr id="12" name="Content Placeholder 5">
            <a:extLst>
              <a:ext uri="{FF2B5EF4-FFF2-40B4-BE49-F238E27FC236}">
                <a16:creationId xmlns:a16="http://schemas.microsoft.com/office/drawing/2014/main" id="{149C94B3-309C-CCC5-04A7-B582074302A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6784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55EBB-2E1A-9680-4530-06A4B740E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0CEC6-40CF-526F-11DD-272F2D8CDBE8}"/>
              </a:ext>
            </a:extLst>
          </p:cNvPr>
          <p:cNvSpPr>
            <a:spLocks noGrp="1"/>
          </p:cNvSpPr>
          <p:nvPr>
            <p:ph type="title"/>
          </p:nvPr>
        </p:nvSpPr>
        <p:spPr/>
        <p:txBody>
          <a:bodyPr>
            <a:normAutofit/>
          </a:bodyPr>
          <a:lstStyle/>
          <a:p>
            <a:r>
              <a:rPr lang="en-US" sz="2400" b="1" dirty="0"/>
              <a:t>Reference – Digi Xbee3 Performance Specs</a:t>
            </a:r>
          </a:p>
        </p:txBody>
      </p:sp>
      <p:sp>
        <p:nvSpPr>
          <p:cNvPr id="4" name="Footer Placeholder 3">
            <a:extLst>
              <a:ext uri="{FF2B5EF4-FFF2-40B4-BE49-F238E27FC236}">
                <a16:creationId xmlns:a16="http://schemas.microsoft.com/office/drawing/2014/main" id="{2F799C2F-5514-6178-09C3-4356F7796A64}"/>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E23F8371-7E0E-BCC1-81A3-AA71D3D412E9}"/>
              </a:ext>
            </a:extLst>
          </p:cNvPr>
          <p:cNvSpPr>
            <a:spLocks noGrp="1"/>
          </p:cNvSpPr>
          <p:nvPr>
            <p:ph type="sldNum" sz="quarter" idx="12"/>
          </p:nvPr>
        </p:nvSpPr>
        <p:spPr/>
        <p:txBody>
          <a:bodyPr/>
          <a:lstStyle/>
          <a:p>
            <a:fld id="{9A3029B7-FE6B-4680-9049-80E8298A0825}" type="slidenum">
              <a:rPr lang="en-US" smtClean="0"/>
              <a:t>6</a:t>
            </a:fld>
            <a:endParaRPr lang="en-US"/>
          </a:p>
        </p:txBody>
      </p:sp>
      <p:grpSp>
        <p:nvGrpSpPr>
          <p:cNvPr id="17" name="Group 16">
            <a:extLst>
              <a:ext uri="{FF2B5EF4-FFF2-40B4-BE49-F238E27FC236}">
                <a16:creationId xmlns:a16="http://schemas.microsoft.com/office/drawing/2014/main" id="{B95DF802-E71B-6682-1EEB-5196D0EC5114}"/>
              </a:ext>
            </a:extLst>
          </p:cNvPr>
          <p:cNvGrpSpPr/>
          <p:nvPr/>
        </p:nvGrpSpPr>
        <p:grpSpPr>
          <a:xfrm>
            <a:off x="1086672" y="924876"/>
            <a:ext cx="5385248" cy="2915604"/>
            <a:chOff x="1428309" y="1689556"/>
            <a:chExt cx="6409299" cy="3549254"/>
          </a:xfrm>
        </p:grpSpPr>
        <p:pic>
          <p:nvPicPr>
            <p:cNvPr id="14" name="Picture 13">
              <a:extLst>
                <a:ext uri="{FF2B5EF4-FFF2-40B4-BE49-F238E27FC236}">
                  <a16:creationId xmlns:a16="http://schemas.microsoft.com/office/drawing/2014/main" id="{076B4A64-BA12-C90D-DE78-C0CCA4705B74}"/>
                </a:ext>
              </a:extLst>
            </p:cNvPr>
            <p:cNvPicPr>
              <a:picLocks noChangeAspect="1"/>
            </p:cNvPicPr>
            <p:nvPr/>
          </p:nvPicPr>
          <p:blipFill>
            <a:blip r:embed="rId2"/>
            <a:stretch>
              <a:fillRect/>
            </a:stretch>
          </p:blipFill>
          <p:spPr>
            <a:xfrm>
              <a:off x="1550231" y="1961753"/>
              <a:ext cx="6287377" cy="3277057"/>
            </a:xfrm>
            <a:prstGeom prst="rect">
              <a:avLst/>
            </a:prstGeom>
          </p:spPr>
        </p:pic>
        <p:sp>
          <p:nvSpPr>
            <p:cNvPr id="15" name="TextBox 14">
              <a:extLst>
                <a:ext uri="{FF2B5EF4-FFF2-40B4-BE49-F238E27FC236}">
                  <a16:creationId xmlns:a16="http://schemas.microsoft.com/office/drawing/2014/main" id="{12D6A2BF-EF8E-0A2D-76C5-32632185D7F1}"/>
                </a:ext>
              </a:extLst>
            </p:cNvPr>
            <p:cNvSpPr txBox="1"/>
            <p:nvPr/>
          </p:nvSpPr>
          <p:spPr>
            <a:xfrm>
              <a:off x="1428309" y="1689556"/>
              <a:ext cx="5627842" cy="374666"/>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Xbee3 Radio Module Performance Specifications:</a:t>
              </a:r>
              <a:endParaRPr lang="en-US" sz="1400" b="1" dirty="0">
                <a:solidFill>
                  <a:srgbClr val="00B0F0"/>
                </a:solidFill>
              </a:endParaRPr>
            </a:p>
          </p:txBody>
        </p:sp>
        <p:sp>
          <p:nvSpPr>
            <p:cNvPr id="16" name="Rectangle 15">
              <a:extLst>
                <a:ext uri="{FF2B5EF4-FFF2-40B4-BE49-F238E27FC236}">
                  <a16:creationId xmlns:a16="http://schemas.microsoft.com/office/drawing/2014/main" id="{760DEB92-24C6-B573-B0FD-7E1A58BEDB9C}"/>
                </a:ext>
              </a:extLst>
            </p:cNvPr>
            <p:cNvSpPr/>
            <p:nvPr/>
          </p:nvSpPr>
          <p:spPr>
            <a:xfrm>
              <a:off x="4411970" y="1993472"/>
              <a:ext cx="1866911" cy="21213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grpSp>
      <p:grpSp>
        <p:nvGrpSpPr>
          <p:cNvPr id="21" name="Group 20">
            <a:extLst>
              <a:ext uri="{FF2B5EF4-FFF2-40B4-BE49-F238E27FC236}">
                <a16:creationId xmlns:a16="http://schemas.microsoft.com/office/drawing/2014/main" id="{62B85539-A134-54ED-6216-FA2F1282F277}"/>
              </a:ext>
            </a:extLst>
          </p:cNvPr>
          <p:cNvGrpSpPr/>
          <p:nvPr/>
        </p:nvGrpSpPr>
        <p:grpSpPr>
          <a:xfrm>
            <a:off x="1121341" y="4571891"/>
            <a:ext cx="4040899" cy="1760285"/>
            <a:chOff x="1206741" y="4638114"/>
            <a:chExt cx="4040899" cy="1760285"/>
          </a:xfrm>
        </p:grpSpPr>
        <p:pic>
          <p:nvPicPr>
            <p:cNvPr id="19" name="Picture 18">
              <a:extLst>
                <a:ext uri="{FF2B5EF4-FFF2-40B4-BE49-F238E27FC236}">
                  <a16:creationId xmlns:a16="http://schemas.microsoft.com/office/drawing/2014/main" id="{255DA565-2FA3-88BC-28E9-2D588E240394}"/>
                </a:ext>
              </a:extLst>
            </p:cNvPr>
            <p:cNvPicPr>
              <a:picLocks noChangeAspect="1"/>
            </p:cNvPicPr>
            <p:nvPr/>
          </p:nvPicPr>
          <p:blipFill>
            <a:blip r:embed="rId3"/>
            <a:stretch>
              <a:fillRect/>
            </a:stretch>
          </p:blipFill>
          <p:spPr>
            <a:xfrm>
              <a:off x="1206741" y="4895296"/>
              <a:ext cx="4040899" cy="1503103"/>
            </a:xfrm>
            <a:prstGeom prst="rect">
              <a:avLst/>
            </a:prstGeom>
          </p:spPr>
        </p:pic>
        <p:sp>
          <p:nvSpPr>
            <p:cNvPr id="20" name="TextBox 19">
              <a:extLst>
                <a:ext uri="{FF2B5EF4-FFF2-40B4-BE49-F238E27FC236}">
                  <a16:creationId xmlns:a16="http://schemas.microsoft.com/office/drawing/2014/main" id="{BEB483BB-0252-A9D8-0439-0BC1DED43FDC}"/>
                </a:ext>
              </a:extLst>
            </p:cNvPr>
            <p:cNvSpPr txBox="1"/>
            <p:nvPr/>
          </p:nvSpPr>
          <p:spPr>
            <a:xfrm>
              <a:off x="1206741" y="4638114"/>
              <a:ext cx="3906328"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Xbee3 Radio PCB Antenna Gain:</a:t>
              </a:r>
              <a:endParaRPr lang="en-US" sz="1400" b="1" dirty="0">
                <a:solidFill>
                  <a:srgbClr val="00B0F0"/>
                </a:solidFill>
              </a:endParaRPr>
            </a:p>
          </p:txBody>
        </p:sp>
      </p:grpSp>
      <p:grpSp>
        <p:nvGrpSpPr>
          <p:cNvPr id="25" name="Group 24">
            <a:extLst>
              <a:ext uri="{FF2B5EF4-FFF2-40B4-BE49-F238E27FC236}">
                <a16:creationId xmlns:a16="http://schemas.microsoft.com/office/drawing/2014/main" id="{4EBF2B7F-23D0-39D2-427E-3F294D7AD8BC}"/>
              </a:ext>
            </a:extLst>
          </p:cNvPr>
          <p:cNvGrpSpPr/>
          <p:nvPr/>
        </p:nvGrpSpPr>
        <p:grpSpPr>
          <a:xfrm>
            <a:off x="5754361" y="3909591"/>
            <a:ext cx="3001784" cy="2811886"/>
            <a:chOff x="5481534" y="3869206"/>
            <a:chExt cx="3001784" cy="2811886"/>
          </a:xfrm>
        </p:grpSpPr>
        <p:pic>
          <p:nvPicPr>
            <p:cNvPr id="23" name="Picture 22">
              <a:extLst>
                <a:ext uri="{FF2B5EF4-FFF2-40B4-BE49-F238E27FC236}">
                  <a16:creationId xmlns:a16="http://schemas.microsoft.com/office/drawing/2014/main" id="{4C0E0640-F773-6F0E-AF32-30E15BF14805}"/>
                </a:ext>
              </a:extLst>
            </p:cNvPr>
            <p:cNvPicPr>
              <a:picLocks noChangeAspect="1"/>
            </p:cNvPicPr>
            <p:nvPr/>
          </p:nvPicPr>
          <p:blipFill>
            <a:blip r:embed="rId4"/>
            <a:stretch>
              <a:fillRect/>
            </a:stretch>
          </p:blipFill>
          <p:spPr>
            <a:xfrm>
              <a:off x="5541214" y="4097788"/>
              <a:ext cx="2882423" cy="2583304"/>
            </a:xfrm>
            <a:prstGeom prst="rect">
              <a:avLst/>
            </a:prstGeom>
          </p:spPr>
        </p:pic>
        <p:sp>
          <p:nvSpPr>
            <p:cNvPr id="24" name="TextBox 23">
              <a:extLst>
                <a:ext uri="{FF2B5EF4-FFF2-40B4-BE49-F238E27FC236}">
                  <a16:creationId xmlns:a16="http://schemas.microsoft.com/office/drawing/2014/main" id="{1C8E5814-71E8-26B3-4BED-C9B16EC42037}"/>
                </a:ext>
              </a:extLst>
            </p:cNvPr>
            <p:cNvSpPr txBox="1"/>
            <p:nvPr/>
          </p:nvSpPr>
          <p:spPr>
            <a:xfrm>
              <a:off x="5481534" y="3869206"/>
              <a:ext cx="3001784"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Dipole Antenna Gain:</a:t>
              </a:r>
              <a:endParaRPr lang="en-US" sz="1400" b="1" dirty="0">
                <a:solidFill>
                  <a:srgbClr val="00B0F0"/>
                </a:solidFill>
              </a:endParaRPr>
            </a:p>
          </p:txBody>
        </p:sp>
      </p:grpSp>
      <p:sp>
        <p:nvSpPr>
          <p:cNvPr id="26" name="Content Placeholder 5">
            <a:extLst>
              <a:ext uri="{FF2B5EF4-FFF2-40B4-BE49-F238E27FC236}">
                <a16:creationId xmlns:a16="http://schemas.microsoft.com/office/drawing/2014/main" id="{AE20EEC8-0FAB-DD7B-A262-95A8FF53586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43961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8844-0BCD-01B6-1D7B-0EA0B2802CAB}"/>
              </a:ext>
            </a:extLst>
          </p:cNvPr>
          <p:cNvSpPr>
            <a:spLocks noGrp="1"/>
          </p:cNvSpPr>
          <p:nvPr>
            <p:ph type="title"/>
          </p:nvPr>
        </p:nvSpPr>
        <p:spPr/>
        <p:txBody>
          <a:bodyPr>
            <a:noAutofit/>
          </a:bodyPr>
          <a:lstStyle/>
          <a:p>
            <a:r>
              <a:rPr lang="en-US" sz="2200" b="1" dirty="0"/>
              <a:t>Reference – Received Signal Strength Indicator (RSSI)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9F4C4-5D40-C5DC-B57B-002EC94E40E0}"/>
                  </a:ext>
                </a:extLst>
              </p:cNvPr>
              <p:cNvSpPr>
                <a:spLocks noGrp="1"/>
              </p:cNvSpPr>
              <p:nvPr>
                <p:ph idx="1"/>
              </p:nvPr>
            </p:nvSpPr>
            <p:spPr>
              <a:xfrm>
                <a:off x="1106340" y="1002506"/>
                <a:ext cx="7886700" cy="5535453"/>
              </a:xfrm>
            </p:spPr>
            <p:txBody>
              <a:bodyPr>
                <a:normAutofit fontScale="62500" lnSpcReduction="20000"/>
              </a:bodyPr>
              <a:lstStyle/>
              <a:p>
                <a:pPr marL="0" indent="0">
                  <a:buNone/>
                </a:pPr>
                <a:r>
                  <a:rPr lang="en-US" sz="2000" b="1" dirty="0"/>
                  <a:t>RSSI: Measure of the power level received by a radio at its antenna input.</a:t>
                </a:r>
              </a:p>
              <a:p>
                <a:r>
                  <a:rPr lang="en-US" sz="1800" dirty="0"/>
                  <a:t>Measures </a:t>
                </a:r>
                <a:r>
                  <a:rPr lang="en-US" sz="1800" i="1" dirty="0"/>
                  <a:t>absolute signal power</a:t>
                </a:r>
                <a:r>
                  <a:rPr lang="en-US" sz="1800" dirty="0"/>
                  <a:t> (includes both signal + noise).</a:t>
                </a:r>
              </a:p>
              <a:p>
                <a:r>
                  <a:rPr lang="en-US" sz="1800" dirty="0"/>
                  <a:t>Expressed in dBm (decibels relative to 1 </a:t>
                </a:r>
                <a:r>
                  <a:rPr lang="en-US" sz="1800" dirty="0" err="1"/>
                  <a:t>mW</a:t>
                </a:r>
                <a:r>
                  <a:rPr lang="en-US" sz="1800" dirty="0"/>
                  <a:t>).</a:t>
                </a:r>
              </a:p>
              <a:p>
                <a:pPr lvl="1"/>
                <a:r>
                  <a:rPr lang="en-US" sz="1800" dirty="0"/>
                  <a:t>Higher (less negative) RSSI = stronger signal.</a:t>
                </a:r>
              </a:p>
              <a:p>
                <a:r>
                  <a:rPr lang="en-US" sz="1800" dirty="0"/>
                  <a:t>Usually outputted by receiver’s hardware (radio transceiver IC).</a:t>
                </a:r>
              </a:p>
              <a:p>
                <a:pPr marL="0" indent="0">
                  <a:buNone/>
                </a:pPr>
                <a:endParaRPr lang="en-US" sz="1800" dirty="0"/>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𝑅𝑆𝑆𝐼</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𝑟</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oMath>
                  </m:oMathPara>
                </a14:m>
                <a:endParaRPr lang="en-US" sz="1800" dirty="0"/>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oMath>
                </a14:m>
                <a:r>
                  <a:rPr lang="en-US" sz="1800" dirty="0"/>
                  <a:t> : Power of Transmitter (dBm)</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i="1">
                            <a:latin typeface="Cambria Math" panose="02040503050406030204" pitchFamily="18" charset="0"/>
                          </a:rPr>
                          <m:t>𝑡</m:t>
                        </m:r>
                      </m:sub>
                    </m:sSub>
                  </m:oMath>
                </a14:m>
                <a:r>
                  <a:rPr lang="en-US" sz="1800" dirty="0"/>
                  <a:t> : Gain of Transmitter (</a:t>
                </a:r>
                <a:r>
                  <a:rPr lang="en-US" sz="1800" dirty="0" err="1"/>
                  <a:t>dBi</a:t>
                </a:r>
                <a:r>
                  <a:rPr lang="en-US" sz="1800" dirty="0"/>
                  <a:t>)</a:t>
                </a:r>
              </a:p>
              <a:p>
                <a:pPr marL="0" indent="0">
                  <a:buNone/>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b="0" i="1" smtClean="0">
                            <a:latin typeface="Cambria Math" panose="02040503050406030204" pitchFamily="18" charset="0"/>
                          </a:rPr>
                          <m:t>𝑟</m:t>
                        </m:r>
                      </m:sub>
                    </m:sSub>
                  </m:oMath>
                </a14:m>
                <a:r>
                  <a:rPr lang="en-US" sz="1800" dirty="0"/>
                  <a:t> : Gain of Receiver (</a:t>
                </a:r>
                <a:r>
                  <a:rPr lang="en-US" sz="1800" dirty="0" err="1"/>
                  <a:t>dBi</a:t>
                </a:r>
                <a:r>
                  <a:rPr lang="en-US" sz="1800" dirty="0"/>
                  <a:t>)</a:t>
                </a:r>
              </a:p>
              <a:p>
                <a:pPr marL="0" indent="0">
                  <a:buNone/>
                </a:pP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r>
                      <a:rPr lang="en-US" sz="1800" i="1">
                        <a:latin typeface="Cambria Math" panose="02040503050406030204" pitchFamily="18" charset="0"/>
                      </a:rPr>
                      <m:t>20</m:t>
                    </m:r>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10</m:t>
                            </m:r>
                          </m:sub>
                        </m:sSub>
                      </m:fName>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4</m:t>
                                </m:r>
                                <m:r>
                                  <a:rPr lang="en-US" sz="1800" i="1">
                                    <a:latin typeface="Cambria Math" panose="02040503050406030204" pitchFamily="18" charset="0"/>
                                  </a:rPr>
                                  <m:t>𝜋</m:t>
                                </m:r>
                                <m:r>
                                  <a:rPr lang="en-US" sz="1800" i="1">
                                    <a:latin typeface="Cambria Math" panose="02040503050406030204" pitchFamily="18" charset="0"/>
                                  </a:rPr>
                                  <m:t>𝑆</m:t>
                                </m:r>
                              </m:num>
                              <m:den>
                                <m:r>
                                  <a:rPr lang="en-US" sz="1800" b="0" i="1" smtClean="0">
                                    <a:latin typeface="Cambria Math" panose="02040503050406030204" pitchFamily="18" charset="0"/>
                                  </a:rPr>
                                  <m:t>𝜆</m:t>
                                </m:r>
                              </m:den>
                            </m:f>
                          </m:e>
                        </m:d>
                      </m:e>
                    </m:func>
                  </m:oMath>
                </a14:m>
                <a:r>
                  <a:rPr lang="en-US" sz="2000" dirty="0"/>
                  <a:t>: Free Space Path Loss (dB) (</a:t>
                </a:r>
                <a14:m>
                  <m:oMath xmlns:m="http://schemas.openxmlformats.org/officeDocument/2006/math">
                    <m:r>
                      <a:rPr lang="en-US" sz="2000" b="0" i="1" smtClean="0">
                        <a:latin typeface="Cambria Math" panose="02040503050406030204" pitchFamily="18" charset="0"/>
                      </a:rPr>
                      <m:t>𝜆</m:t>
                    </m:r>
                  </m:oMath>
                </a14:m>
                <a:r>
                  <a:rPr lang="en-US" sz="2000" dirty="0"/>
                  <a:t>: wavelength(m), </a:t>
                </a:r>
                <a14:m>
                  <m:oMath xmlns:m="http://schemas.openxmlformats.org/officeDocument/2006/math">
                    <m:r>
                      <a:rPr lang="en-US" sz="2000" b="0" i="1" smtClean="0">
                        <a:latin typeface="Cambria Math" panose="02040503050406030204" pitchFamily="18" charset="0"/>
                      </a:rPr>
                      <m:t>𝑆</m:t>
                    </m:r>
                  </m:oMath>
                </a14:m>
                <a:r>
                  <a:rPr lang="en-US" sz="2000" dirty="0"/>
                  <a:t>: distance(m))</a:t>
                </a:r>
              </a:p>
              <a:p>
                <a:pPr marL="0" indent="0">
                  <a:buNone/>
                </a:pPr>
                <a:endParaRPr lang="en-US" sz="2000" dirty="0"/>
              </a:p>
              <a:p>
                <a:pPr marL="0" indent="0">
                  <a:buNone/>
                </a:pPr>
                <a:r>
                  <a:rPr lang="en-US" sz="2000" b="1" dirty="0"/>
                  <a:t>Typical values:</a:t>
                </a:r>
                <a:endParaRPr lang="en-US" sz="2000" dirty="0"/>
              </a:p>
              <a:p>
                <a:pPr marL="0" indent="0">
                  <a:buNone/>
                </a:pPr>
                <a:r>
                  <a:rPr lang="en-US" sz="2000" dirty="0"/>
                  <a:t>–30 dBm → Very strong (close transmitter).</a:t>
                </a:r>
              </a:p>
              <a:p>
                <a:pPr marL="0" indent="0">
                  <a:buNone/>
                </a:pPr>
                <a:r>
                  <a:rPr lang="en-US" sz="2000" dirty="0"/>
                  <a:t>–70 dBm → Good, reliable signal.</a:t>
                </a:r>
              </a:p>
              <a:p>
                <a:pPr marL="0" indent="0">
                  <a:buNone/>
                </a:pPr>
                <a:r>
                  <a:rPr lang="en-US" sz="2000" dirty="0"/>
                  <a:t>–100 dBm → Weak, near receiver sensitivity limit.</a:t>
                </a:r>
              </a:p>
              <a:p>
                <a:pPr marL="0" indent="0">
                  <a:buNone/>
                </a:pPr>
                <a:endParaRPr lang="en-US" sz="2000" dirty="0"/>
              </a:p>
              <a:p>
                <a:pPr marL="0" indent="0">
                  <a:buNone/>
                </a:pPr>
                <a:r>
                  <a:rPr lang="en-US" sz="2000" dirty="0"/>
                  <a:t>Manufacturer publishes </a:t>
                </a:r>
                <a:r>
                  <a:rPr lang="en-US" sz="2000" b="1" dirty="0"/>
                  <a:t>receiver sensitivity </a:t>
                </a:r>
                <a:r>
                  <a:rPr lang="en-US" sz="2000" dirty="0"/>
                  <a:t>for transceiver (e.g. -103 dBm for the </a:t>
                </a:r>
                <a:r>
                  <a:rPr lang="en-US" sz="2000" dirty="0" err="1"/>
                  <a:t>Xbee</a:t>
                </a:r>
                <a:r>
                  <a:rPr lang="en-US" sz="2000" dirty="0"/>
                  <a:t> we use)</a:t>
                </a:r>
              </a:p>
              <a:p>
                <a:pPr marL="0" indent="0">
                  <a:buNone/>
                </a:pPr>
                <a:r>
                  <a:rPr lang="en-US" sz="2000" dirty="0"/>
                  <a:t>	</a:t>
                </a:r>
                <a:endParaRPr lang="en-US" sz="2000" dirty="0">
                  <a:sym typeface="Wingdings" panose="05000000000000000000" pitchFamily="2" charset="2"/>
                </a:endParaRPr>
              </a:p>
              <a:p>
                <a:pPr marL="0" indent="0" algn="ctr">
                  <a:buNone/>
                </a:pPr>
                <a:r>
                  <a:rPr lang="en-US" sz="2000" b="1" dirty="0">
                    <a:sym typeface="Wingdings" panose="05000000000000000000" pitchFamily="2" charset="2"/>
                  </a:rPr>
                  <a:t>Link margin = RSSI - Receiver Sensitivity</a:t>
                </a:r>
              </a:p>
              <a:p>
                <a:pPr marL="0" indent="0" algn="ctr">
                  <a:buNone/>
                </a:pPr>
                <a:endParaRPr lang="en-US" sz="2000" b="1" dirty="0">
                  <a:sym typeface="Wingdings" panose="05000000000000000000" pitchFamily="2" charset="2"/>
                </a:endParaRPr>
              </a:p>
              <a:p>
                <a:pPr marL="0" indent="0" algn="ctr">
                  <a:buNone/>
                </a:pPr>
                <a:r>
                  <a:rPr lang="en-US" sz="2000" dirty="0">
                    <a:sym typeface="Wingdings" panose="05000000000000000000" pitchFamily="2" charset="2"/>
                  </a:rPr>
                  <a:t>ex.) =-70 dBm – (-103 dBm) </a:t>
                </a:r>
                <a:r>
                  <a:rPr lang="en-US" sz="2000">
                    <a:sym typeface="Wingdings" panose="05000000000000000000" pitchFamily="2" charset="2"/>
                  </a:rPr>
                  <a:t>= 33 </a:t>
                </a:r>
                <a:r>
                  <a:rPr lang="en-US" sz="2000" dirty="0">
                    <a:sym typeface="Wingdings" panose="05000000000000000000" pitchFamily="2" charset="2"/>
                  </a:rPr>
                  <a:t>dBm margin</a:t>
                </a:r>
                <a:endParaRPr lang="en-US" sz="2000" i="1" dirty="0"/>
              </a:p>
            </p:txBody>
          </p:sp>
        </mc:Choice>
        <mc:Fallback xmlns="">
          <p:sp>
            <p:nvSpPr>
              <p:cNvPr id="3" name="Content Placeholder 2">
                <a:extLst>
                  <a:ext uri="{FF2B5EF4-FFF2-40B4-BE49-F238E27FC236}">
                    <a16:creationId xmlns:a16="http://schemas.microsoft.com/office/drawing/2014/main" id="{9129F4C4-5D40-C5DC-B57B-002EC94E40E0}"/>
                  </a:ext>
                </a:extLst>
              </p:cNvPr>
              <p:cNvSpPr>
                <a:spLocks noGrp="1" noRot="1" noChangeAspect="1" noMove="1" noResize="1" noEditPoints="1" noAdjustHandles="1" noChangeArrowheads="1" noChangeShapeType="1" noTextEdit="1"/>
              </p:cNvSpPr>
              <p:nvPr>
                <p:ph idx="1"/>
              </p:nvPr>
            </p:nvSpPr>
            <p:spPr>
              <a:xfrm>
                <a:off x="1106340" y="1002506"/>
                <a:ext cx="7886700" cy="5535453"/>
              </a:xfrm>
              <a:blipFill>
                <a:blip r:embed="rId2"/>
                <a:stretch>
                  <a:fillRect l="-77" t="-1101" b="-3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8E83756-BD93-1879-5310-0FEE47630DF3}"/>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Rectangle 5">
            <a:extLst>
              <a:ext uri="{FF2B5EF4-FFF2-40B4-BE49-F238E27FC236}">
                <a16:creationId xmlns:a16="http://schemas.microsoft.com/office/drawing/2014/main" id="{FCD47BF5-77B4-4E64-4C5C-58C4507D82D6}"/>
              </a:ext>
            </a:extLst>
          </p:cNvPr>
          <p:cNvSpPr/>
          <p:nvPr/>
        </p:nvSpPr>
        <p:spPr>
          <a:xfrm>
            <a:off x="3378200" y="5613400"/>
            <a:ext cx="3317240" cy="421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5">
            <a:extLst>
              <a:ext uri="{FF2B5EF4-FFF2-40B4-BE49-F238E27FC236}">
                <a16:creationId xmlns:a16="http://schemas.microsoft.com/office/drawing/2014/main" id="{C90D388D-34AF-D638-2C7C-48B5F797E62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02748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2424-B25C-8EB5-10E5-038782800849}"/>
              </a:ext>
            </a:extLst>
          </p:cNvPr>
          <p:cNvSpPr>
            <a:spLocks noGrp="1"/>
          </p:cNvSpPr>
          <p:nvPr>
            <p:ph type="title"/>
          </p:nvPr>
        </p:nvSpPr>
        <p:spPr/>
        <p:txBody>
          <a:bodyPr>
            <a:normAutofit/>
          </a:bodyPr>
          <a:lstStyle/>
          <a:p>
            <a:r>
              <a:rPr lang="en-US" sz="2400" b="1"/>
              <a:t>Reference – Serial Communication</a:t>
            </a:r>
          </a:p>
        </p:txBody>
      </p:sp>
      <p:sp>
        <p:nvSpPr>
          <p:cNvPr id="3" name="Content Placeholder 2">
            <a:extLst>
              <a:ext uri="{FF2B5EF4-FFF2-40B4-BE49-F238E27FC236}">
                <a16:creationId xmlns:a16="http://schemas.microsoft.com/office/drawing/2014/main" id="{83A4969A-DB30-B9E5-9E7C-3F47C7DEC699}"/>
              </a:ext>
            </a:extLst>
          </p:cNvPr>
          <p:cNvSpPr>
            <a:spLocks noGrp="1"/>
          </p:cNvSpPr>
          <p:nvPr>
            <p:ph idx="1"/>
          </p:nvPr>
        </p:nvSpPr>
        <p:spPr>
          <a:xfrm>
            <a:off x="1244564" y="949345"/>
            <a:ext cx="7591092" cy="4351338"/>
          </a:xfrm>
        </p:spPr>
        <p:txBody>
          <a:bodyPr>
            <a:normAutofit/>
          </a:bodyPr>
          <a:lstStyle/>
          <a:p>
            <a:pPr marL="0" indent="0">
              <a:buNone/>
            </a:pPr>
            <a:r>
              <a:rPr lang="en-US" sz="1800" b="1" dirty="0"/>
              <a:t>Serial communication is the process of sending data one bit at a time, sequentially, over a communication channel or computer bus.</a:t>
            </a:r>
          </a:p>
          <a:p>
            <a:r>
              <a:rPr lang="en-US" sz="1800" dirty="0"/>
              <a:t>Two types of serial communication:</a:t>
            </a:r>
          </a:p>
          <a:p>
            <a:pPr lvl="1"/>
            <a:r>
              <a:rPr lang="en-US" sz="1800" b="1" dirty="0"/>
              <a:t>Asynchronous</a:t>
            </a:r>
            <a:r>
              <a:rPr lang="en-US" sz="1800" dirty="0"/>
              <a:t> serial (most common in microcontrollers </a:t>
            </a:r>
            <a:r>
              <a:rPr lang="en-US" sz="1800" dirty="0">
                <a:sym typeface="Wingdings" panose="05000000000000000000" pitchFamily="2" charset="2"/>
              </a:rPr>
              <a:t></a:t>
            </a:r>
            <a:r>
              <a:rPr lang="en-US" sz="1800" dirty="0"/>
              <a:t> Arduino </a:t>
            </a:r>
            <a:r>
              <a:rPr lang="en-US" sz="1800" b="1" dirty="0">
                <a:latin typeface="Courier New" panose="02070309020205020404" pitchFamily="49" charset="0"/>
                <a:cs typeface="Courier New" panose="02070309020205020404" pitchFamily="49" charset="0"/>
              </a:rPr>
              <a:t>Serial</a:t>
            </a:r>
            <a:r>
              <a:rPr lang="en-US" sz="1800" dirty="0"/>
              <a:t>):</a:t>
            </a:r>
          </a:p>
          <a:p>
            <a:pPr lvl="2"/>
            <a:r>
              <a:rPr lang="en-US" sz="1400" dirty="0"/>
              <a:t>This basic serial bus consists of just two wires - one for sending data (AKA transmitting or </a:t>
            </a:r>
            <a:r>
              <a:rPr lang="en-US" sz="1400" b="1" dirty="0"/>
              <a:t>TX</a:t>
            </a:r>
            <a:r>
              <a:rPr lang="en-US" sz="1400" dirty="0"/>
              <a:t>) and another for receiving (AKA </a:t>
            </a:r>
            <a:r>
              <a:rPr lang="en-US" sz="1400" b="1" dirty="0"/>
              <a:t>RX</a:t>
            </a:r>
            <a:r>
              <a:rPr lang="en-US" sz="1400" dirty="0"/>
              <a:t>). </a:t>
            </a:r>
          </a:p>
          <a:p>
            <a:pPr lvl="2"/>
            <a:r>
              <a:rPr lang="en-US" sz="1400" dirty="0"/>
              <a:t>No shared clock line. </a:t>
            </a:r>
          </a:p>
          <a:p>
            <a:pPr lvl="2"/>
            <a:r>
              <a:rPr lang="en-US" sz="1400" dirty="0"/>
              <a:t>Instead, both sides agree on a baud rate (bits per second, e.g., 9600 bps).</a:t>
            </a:r>
          </a:p>
          <a:p>
            <a:pPr lvl="2"/>
            <a:r>
              <a:rPr lang="en-US" sz="1400" dirty="0"/>
              <a:t>Data framed with start bit, data bits, optional parity bit, stop bit(s).</a:t>
            </a:r>
          </a:p>
          <a:p>
            <a:pPr lvl="1"/>
            <a:r>
              <a:rPr lang="en-US" sz="1800" b="1" dirty="0"/>
              <a:t>Synchronous</a:t>
            </a:r>
            <a:r>
              <a:rPr lang="en-US" sz="1800" dirty="0"/>
              <a:t> serial (SPI, I2C):</a:t>
            </a:r>
          </a:p>
          <a:p>
            <a:pPr lvl="2"/>
            <a:r>
              <a:rPr lang="en-US" sz="1400" dirty="0"/>
              <a:t>Uses a shared clock line.</a:t>
            </a:r>
          </a:p>
          <a:p>
            <a:pPr lvl="2"/>
            <a:r>
              <a:rPr lang="en-US" sz="1400" dirty="0"/>
              <a:t>Faster and often used for sensor-to-MCU communication.</a:t>
            </a:r>
          </a:p>
        </p:txBody>
      </p:sp>
      <p:sp>
        <p:nvSpPr>
          <p:cNvPr id="4" name="Footer Placeholder 3">
            <a:extLst>
              <a:ext uri="{FF2B5EF4-FFF2-40B4-BE49-F238E27FC236}">
                <a16:creationId xmlns:a16="http://schemas.microsoft.com/office/drawing/2014/main" id="{713CBE8D-C5BF-3BB3-3B83-C35973C4DBF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07A457ED-B448-0A2E-D24B-FC9BDD7109DC}"/>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7" name="Picture 6">
            <a:extLst>
              <a:ext uri="{FF2B5EF4-FFF2-40B4-BE49-F238E27FC236}">
                <a16:creationId xmlns:a16="http://schemas.microsoft.com/office/drawing/2014/main" id="{775CA3D5-5901-FF32-4201-577A0532F3A5}"/>
              </a:ext>
            </a:extLst>
          </p:cNvPr>
          <p:cNvPicPr>
            <a:picLocks noChangeAspect="1"/>
          </p:cNvPicPr>
          <p:nvPr/>
        </p:nvPicPr>
        <p:blipFill>
          <a:blip r:embed="rId2"/>
          <a:stretch>
            <a:fillRect/>
          </a:stretch>
        </p:blipFill>
        <p:spPr>
          <a:xfrm>
            <a:off x="3760846" y="4702606"/>
            <a:ext cx="2354204" cy="1410102"/>
          </a:xfrm>
          <a:prstGeom prst="rect">
            <a:avLst/>
          </a:prstGeom>
        </p:spPr>
      </p:pic>
      <p:sp>
        <p:nvSpPr>
          <p:cNvPr id="8" name="TextBox 7">
            <a:extLst>
              <a:ext uri="{FF2B5EF4-FFF2-40B4-BE49-F238E27FC236}">
                <a16:creationId xmlns:a16="http://schemas.microsoft.com/office/drawing/2014/main" id="{F732BBEB-3C6D-11D1-E173-23021F9A81B0}"/>
              </a:ext>
            </a:extLst>
          </p:cNvPr>
          <p:cNvSpPr txBox="1"/>
          <p:nvPr/>
        </p:nvSpPr>
        <p:spPr>
          <a:xfrm>
            <a:off x="7500094" y="4500355"/>
            <a:ext cx="1137683" cy="369332"/>
          </a:xfrm>
          <a:prstGeom prst="rect">
            <a:avLst/>
          </a:prstGeom>
          <a:noFill/>
        </p:spPr>
        <p:txBody>
          <a:bodyPr wrap="square" rtlCol="0">
            <a:spAutoFit/>
          </a:bodyPr>
          <a:lstStyle/>
          <a:p>
            <a:pPr algn="ctr"/>
            <a:r>
              <a:rPr lang="en-US">
                <a:latin typeface="Segoe UI" panose="020B0502040204020203" pitchFamily="34" charset="0"/>
                <a:cs typeface="Segoe UI" panose="020B0502040204020203" pitchFamily="34" charset="0"/>
                <a:hlinkClick r:id="rId3"/>
              </a:rPr>
              <a:t>Tutorial</a:t>
            </a:r>
            <a:endParaRPr lang="en-US">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69990D1E-4A13-1386-4F9C-94F0BA2C1DAB}"/>
              </a:ext>
            </a:extLst>
          </p:cNvPr>
          <p:cNvSpPr txBox="1"/>
          <p:nvPr/>
        </p:nvSpPr>
        <p:spPr>
          <a:xfrm>
            <a:off x="2324367" y="6177226"/>
            <a:ext cx="5371948" cy="307777"/>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U</a:t>
            </a:r>
            <a:r>
              <a:rPr lang="en-US" sz="1400" b="1" i="0" dirty="0">
                <a:solidFill>
                  <a:srgbClr val="00B0F0"/>
                </a:solidFill>
                <a:effectLst/>
                <a:latin typeface="Open Sans" panose="020B0606030504020204" pitchFamily="34" charset="0"/>
              </a:rPr>
              <a:t>niversal Asynchronous Receiver/Transmitter (UART) </a:t>
            </a:r>
            <a:endParaRPr lang="en-US" sz="1400" b="1" dirty="0">
              <a:solidFill>
                <a:srgbClr val="00B0F0"/>
              </a:solidFill>
            </a:endParaRPr>
          </a:p>
        </p:txBody>
      </p:sp>
      <p:sp>
        <p:nvSpPr>
          <p:cNvPr id="9" name="TextBox 8">
            <a:extLst>
              <a:ext uri="{FF2B5EF4-FFF2-40B4-BE49-F238E27FC236}">
                <a16:creationId xmlns:a16="http://schemas.microsoft.com/office/drawing/2014/main" id="{3680DE70-5BDE-22F0-7304-79CC5D41A36E}"/>
              </a:ext>
            </a:extLst>
          </p:cNvPr>
          <p:cNvSpPr txBox="1"/>
          <p:nvPr/>
        </p:nvSpPr>
        <p:spPr>
          <a:xfrm>
            <a:off x="2754110"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1</a:t>
            </a:r>
            <a:endParaRPr lang="en-US" dirty="0"/>
          </a:p>
        </p:txBody>
      </p:sp>
      <p:sp>
        <p:nvSpPr>
          <p:cNvPr id="12" name="TextBox 11">
            <a:extLst>
              <a:ext uri="{FF2B5EF4-FFF2-40B4-BE49-F238E27FC236}">
                <a16:creationId xmlns:a16="http://schemas.microsoft.com/office/drawing/2014/main" id="{FB56CE58-C4EB-5F9D-6730-16BEDD044C75}"/>
              </a:ext>
            </a:extLst>
          </p:cNvPr>
          <p:cNvSpPr txBox="1"/>
          <p:nvPr/>
        </p:nvSpPr>
        <p:spPr>
          <a:xfrm>
            <a:off x="6046846"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2</a:t>
            </a:r>
            <a:endParaRPr lang="en-US" dirty="0"/>
          </a:p>
        </p:txBody>
      </p:sp>
      <p:sp>
        <p:nvSpPr>
          <p:cNvPr id="6" name="Content Placeholder 5">
            <a:extLst>
              <a:ext uri="{FF2B5EF4-FFF2-40B4-BE49-F238E27FC236}">
                <a16:creationId xmlns:a16="http://schemas.microsoft.com/office/drawing/2014/main" id="{FBD6E276-B36B-1480-4CCA-530B67908BE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17336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545F-AB5F-C8DF-DFF4-F84303A82F1C}"/>
              </a:ext>
            </a:extLst>
          </p:cNvPr>
          <p:cNvSpPr>
            <a:spLocks noGrp="1"/>
          </p:cNvSpPr>
          <p:nvPr>
            <p:ph type="title"/>
          </p:nvPr>
        </p:nvSpPr>
        <p:spPr/>
        <p:txBody>
          <a:bodyPr>
            <a:noAutofit/>
          </a:bodyPr>
          <a:lstStyle/>
          <a:p>
            <a:r>
              <a:rPr lang="en-US" sz="2600" b="1" dirty="0"/>
              <a:t>Reference – KestrelSAT </a:t>
            </a:r>
            <a:r>
              <a:rPr lang="en-US" sz="2600" b="1" dirty="0" err="1"/>
              <a:t>Xbee</a:t>
            </a:r>
            <a:r>
              <a:rPr lang="en-US" sz="2600" b="1" dirty="0"/>
              <a:t> Communication</a:t>
            </a:r>
          </a:p>
        </p:txBody>
      </p:sp>
      <p:sp>
        <p:nvSpPr>
          <p:cNvPr id="4" name="Footer Placeholder 3">
            <a:extLst>
              <a:ext uri="{FF2B5EF4-FFF2-40B4-BE49-F238E27FC236}">
                <a16:creationId xmlns:a16="http://schemas.microsoft.com/office/drawing/2014/main" id="{3EC8278C-E552-5870-E94B-1FC19209E8B5}"/>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3EE95C6E-42D2-8C3C-73CB-511C442EA705}"/>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8" name="Rectangle 3">
            <a:extLst>
              <a:ext uri="{FF2B5EF4-FFF2-40B4-BE49-F238E27FC236}">
                <a16:creationId xmlns:a16="http://schemas.microsoft.com/office/drawing/2014/main" id="{DA9C5202-B00E-263D-B144-3B699505B21D}"/>
              </a:ext>
            </a:extLst>
          </p:cNvPr>
          <p:cNvSpPr>
            <a:spLocks noGrp="1" noChangeArrowheads="1"/>
          </p:cNvSpPr>
          <p:nvPr>
            <p:ph idx="1"/>
          </p:nvPr>
        </p:nvSpPr>
        <p:spPr bwMode="auto">
          <a:xfrm>
            <a:off x="1228402" y="1029881"/>
            <a:ext cx="7280915" cy="413438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In this lab, an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to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link will act as a wireless serial connection.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u="sng" strike="noStrike" cap="none" normalizeH="0" baseline="0" dirty="0">
                <a:ln>
                  <a:noFill/>
                </a:ln>
                <a:solidFill>
                  <a:srgbClr val="333333"/>
                </a:solidFill>
                <a:effectLst/>
                <a:latin typeface="Open Sans" panose="020B0606030504020204" pitchFamily="34" charset="0"/>
                <a:cs typeface="Open Sans" panose="020B0606030504020204" pitchFamily="34" charset="0"/>
              </a:rPr>
              <a:t>Ground-to-KestrelSAT communication:</a:t>
            </a:r>
            <a:endParaRPr kumimoji="0" lang="en-US" altLang="en-US" sz="1400" b="0" u="sng" strike="noStrike" cap="none" normalizeH="0" baseline="0" dirty="0">
              <a:ln>
                <a:noFill/>
              </a:ln>
              <a:solidFill>
                <a:srgbClr val="333333"/>
              </a:solidFill>
              <a:effectLst/>
              <a:latin typeface="var(--monospac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indent="0">
              <a:lnSpc>
                <a:spcPct val="100000"/>
              </a:lnSpc>
              <a:buNone/>
            </a:pPr>
            <a:r>
              <a:rPr lang="en-US" altLang="en-US" sz="1400" b="1" dirty="0">
                <a:solidFill>
                  <a:srgbClr val="333333"/>
                </a:solidFill>
                <a:latin typeface="Open Sans" panose="020B0606030504020204" pitchFamily="34" charset="0"/>
                <a:cs typeface="Open Sans" panose="020B0606030504020204" pitchFamily="34" charset="0"/>
              </a:rPr>
              <a:t>The radios need to be programmed with compatible parameters (channel, etc.) before they can communicate (see Digi XCTU slide). </a:t>
            </a:r>
          </a:p>
          <a:p>
            <a:pPr mar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lvl="0" indent="0">
              <a:lnSpc>
                <a:spcPct val="100000"/>
              </a:lnSpc>
              <a:buNone/>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After receiving a command, </a:t>
            </a:r>
            <a:r>
              <a:rPr lang="en-US" altLang="en-US" sz="1400" dirty="0">
                <a:solidFill>
                  <a:srgbClr val="333333"/>
                </a:solidFill>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will produce a response and return it to the ground station using the same link in reverse. </a:t>
            </a:r>
          </a:p>
          <a:p>
            <a:pPr marL="0" lv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Each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radio maintains a record of the signal strength of the last message it received. An RSSI query from the ground station involves the following steps:</a:t>
            </a:r>
            <a:endParaRPr kumimoji="0" lang="en-US" altLang="en-US" sz="1400" b="0" i="0" u="none" strike="noStrike" cap="none" normalizeH="0" baseline="0" dirty="0">
              <a:ln>
                <a:noFill/>
              </a:ln>
              <a:solidFill>
                <a:schemeClr val="tx1"/>
              </a:solidFill>
              <a:effectLst/>
            </a:endParaRP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Query message from ground station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lang="en-US" altLang="en-US" sz="1400" dirty="0">
                <a:solidFill>
                  <a:srgbClr val="333333"/>
                </a:solidFill>
                <a:latin typeface="Open Sans" panose="020B0606030504020204" pitchFamily="34" charset="0"/>
                <a:cs typeface="Open Sans" panose="020B0606030504020204" pitchFamily="34" charset="0"/>
              </a:rPr>
              <a:t>to KestrelSAT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asks 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RSSI</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responds in hex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converts response to ASCII decimal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sends RSSI string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ground station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BEDF3349-B114-2F27-0C0F-3484CFE0CC50}"/>
              </a:ext>
            </a:extLst>
          </p:cNvPr>
          <p:cNvSpPr/>
          <p:nvPr/>
        </p:nvSpPr>
        <p:spPr>
          <a:xfrm>
            <a:off x="1197780" y="5465646"/>
            <a:ext cx="1300870"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Laptop Serial Terminal (PuTTY)</a:t>
            </a:r>
          </a:p>
        </p:txBody>
      </p:sp>
      <p:sp>
        <p:nvSpPr>
          <p:cNvPr id="6" name="Rectangle 5">
            <a:extLst>
              <a:ext uri="{FF2B5EF4-FFF2-40B4-BE49-F238E27FC236}">
                <a16:creationId xmlns:a16="http://schemas.microsoft.com/office/drawing/2014/main" id="{825D37F0-F450-1647-3150-CA322870C897}"/>
              </a:ext>
            </a:extLst>
          </p:cNvPr>
          <p:cNvSpPr/>
          <p:nvPr/>
        </p:nvSpPr>
        <p:spPr>
          <a:xfrm>
            <a:off x="3213437" y="5465646"/>
            <a:ext cx="905561"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Ground Station </a:t>
            </a:r>
            <a:r>
              <a:rPr lang="en-US" sz="1400" dirty="0" err="1"/>
              <a:t>XBee</a:t>
            </a:r>
            <a:endParaRPr lang="en-US" sz="1400" dirty="0"/>
          </a:p>
        </p:txBody>
      </p:sp>
      <p:sp>
        <p:nvSpPr>
          <p:cNvPr id="7" name="Rectangle 6">
            <a:extLst>
              <a:ext uri="{FF2B5EF4-FFF2-40B4-BE49-F238E27FC236}">
                <a16:creationId xmlns:a16="http://schemas.microsoft.com/office/drawing/2014/main" id="{678B07CC-5B6B-C33C-DFE8-D911B3B4CE63}"/>
              </a:ext>
            </a:extLst>
          </p:cNvPr>
          <p:cNvSpPr/>
          <p:nvPr/>
        </p:nvSpPr>
        <p:spPr>
          <a:xfrm>
            <a:off x="6179921" y="5465646"/>
            <a:ext cx="997056"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a:t>
            </a:r>
            <a:r>
              <a:rPr lang="en-US" sz="1400" dirty="0" err="1"/>
              <a:t>XBee</a:t>
            </a:r>
            <a:endParaRPr lang="en-US" sz="1400" dirty="0"/>
          </a:p>
        </p:txBody>
      </p:sp>
      <p:sp>
        <p:nvSpPr>
          <p:cNvPr id="9" name="Rectangle 8">
            <a:extLst>
              <a:ext uri="{FF2B5EF4-FFF2-40B4-BE49-F238E27FC236}">
                <a16:creationId xmlns:a16="http://schemas.microsoft.com/office/drawing/2014/main" id="{B56E3AB4-F116-5E48-E428-77BA0C8ABCDA}"/>
              </a:ext>
            </a:extLst>
          </p:cNvPr>
          <p:cNvSpPr/>
          <p:nvPr/>
        </p:nvSpPr>
        <p:spPr>
          <a:xfrm>
            <a:off x="7891764" y="5465646"/>
            <a:ext cx="1061927"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MCU</a:t>
            </a:r>
          </a:p>
        </p:txBody>
      </p:sp>
      <p:cxnSp>
        <p:nvCxnSpPr>
          <p:cNvPr id="11" name="Straight Arrow Connector 10">
            <a:extLst>
              <a:ext uri="{FF2B5EF4-FFF2-40B4-BE49-F238E27FC236}">
                <a16:creationId xmlns:a16="http://schemas.microsoft.com/office/drawing/2014/main" id="{D2060D58-FC19-BBB3-0303-B4D610D8A64B}"/>
              </a:ext>
            </a:extLst>
          </p:cNvPr>
          <p:cNvCxnSpPr>
            <a:stCxn id="3" idx="3"/>
            <a:endCxn id="6" idx="1"/>
          </p:cNvCxnSpPr>
          <p:nvPr/>
        </p:nvCxnSpPr>
        <p:spPr>
          <a:xfrm>
            <a:off x="2498650"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ACF8D1B-EFA7-5FBB-BAC4-F066EC0AB2A7}"/>
              </a:ext>
            </a:extLst>
          </p:cNvPr>
          <p:cNvCxnSpPr>
            <a:cxnSpLocks/>
            <a:stCxn id="6" idx="3"/>
            <a:endCxn id="7" idx="1"/>
          </p:cNvCxnSpPr>
          <p:nvPr/>
        </p:nvCxnSpPr>
        <p:spPr>
          <a:xfrm>
            <a:off x="4118998" y="5965376"/>
            <a:ext cx="2060923" cy="0"/>
          </a:xfrm>
          <a:prstGeom prst="straightConnector1">
            <a:avLst/>
          </a:prstGeom>
          <a:ln w="57150">
            <a:prstDash val="sysDot"/>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AEA43E6-D4C0-8323-56CE-88E534811A23}"/>
              </a:ext>
            </a:extLst>
          </p:cNvPr>
          <p:cNvCxnSpPr>
            <a:cxnSpLocks/>
            <a:stCxn id="7" idx="3"/>
            <a:endCxn id="9" idx="1"/>
          </p:cNvCxnSpPr>
          <p:nvPr/>
        </p:nvCxnSpPr>
        <p:spPr>
          <a:xfrm>
            <a:off x="7176977"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7BD25EA-85C3-5806-FDB6-8D856DA674A9}"/>
              </a:ext>
            </a:extLst>
          </p:cNvPr>
          <p:cNvSpPr txBox="1"/>
          <p:nvPr/>
        </p:nvSpPr>
        <p:spPr>
          <a:xfrm>
            <a:off x="4411097" y="5688377"/>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2.4 GHz Wireless</a:t>
            </a:r>
            <a:endParaRPr lang="en-US" sz="1600" dirty="0">
              <a:latin typeface="Segoe UI" panose="020B05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D190EC43-2E16-D9CF-0AC2-2666055FA388}"/>
              </a:ext>
            </a:extLst>
          </p:cNvPr>
          <p:cNvSpPr txBox="1"/>
          <p:nvPr/>
        </p:nvSpPr>
        <p:spPr>
          <a:xfrm>
            <a:off x="2117681" y="5152221"/>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USB</a:t>
            </a:r>
            <a:endParaRPr lang="en-US" sz="1600" dirty="0">
              <a:latin typeface="Segoe UI" panose="020B0502040204020203" pitchFamily="34" charset="0"/>
              <a:cs typeface="Segoe UI" panose="020B0502040204020203" pitchFamily="34" charset="0"/>
            </a:endParaRPr>
          </a:p>
        </p:txBody>
      </p:sp>
      <p:cxnSp>
        <p:nvCxnSpPr>
          <p:cNvPr id="26" name="Straight Connector 25">
            <a:extLst>
              <a:ext uri="{FF2B5EF4-FFF2-40B4-BE49-F238E27FC236}">
                <a16:creationId xmlns:a16="http://schemas.microsoft.com/office/drawing/2014/main" id="{4659A4AC-DB8B-062F-49D5-F454A179B009}"/>
              </a:ext>
            </a:extLst>
          </p:cNvPr>
          <p:cNvCxnSpPr>
            <a:cxnSpLocks/>
          </p:cNvCxnSpPr>
          <p:nvPr/>
        </p:nvCxnSpPr>
        <p:spPr>
          <a:xfrm>
            <a:off x="2856043" y="5397321"/>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1F15168-335B-1A20-BC22-C870D85CCA31}"/>
              </a:ext>
            </a:extLst>
          </p:cNvPr>
          <p:cNvSpPr txBox="1"/>
          <p:nvPr/>
        </p:nvSpPr>
        <p:spPr>
          <a:xfrm>
            <a:off x="6435431" y="5122162"/>
            <a:ext cx="2056302"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UART Serial (TX/RX wires)</a:t>
            </a:r>
            <a:endParaRPr lang="en-US" sz="1600" dirty="0">
              <a:latin typeface="Segoe UI" panose="020B0502040204020203" pitchFamily="34" charset="0"/>
              <a:cs typeface="Segoe UI" panose="020B0502040204020203" pitchFamily="34" charset="0"/>
            </a:endParaRPr>
          </a:p>
        </p:txBody>
      </p:sp>
      <p:cxnSp>
        <p:nvCxnSpPr>
          <p:cNvPr id="30" name="Straight Connector 29">
            <a:extLst>
              <a:ext uri="{FF2B5EF4-FFF2-40B4-BE49-F238E27FC236}">
                <a16:creationId xmlns:a16="http://schemas.microsoft.com/office/drawing/2014/main" id="{5F5332CF-BB22-AAAE-EDC5-6EF37880BAC0}"/>
              </a:ext>
            </a:extLst>
          </p:cNvPr>
          <p:cNvCxnSpPr>
            <a:cxnSpLocks/>
          </p:cNvCxnSpPr>
          <p:nvPr/>
        </p:nvCxnSpPr>
        <p:spPr>
          <a:xfrm>
            <a:off x="7554453" y="5420299"/>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13" name="Content Placeholder 5">
            <a:extLst>
              <a:ext uri="{FF2B5EF4-FFF2-40B4-BE49-F238E27FC236}">
                <a16:creationId xmlns:a16="http://schemas.microsoft.com/office/drawing/2014/main" id="{3BE920F2-2E6C-BB22-B4A4-C15BACC35B0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700999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72E5F-4DBC-85D3-A98A-051A94739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9EA9B-C7F1-AD12-A328-BB2537BAACA0}"/>
              </a:ext>
            </a:extLst>
          </p:cNvPr>
          <p:cNvSpPr>
            <a:spLocks noGrp="1"/>
          </p:cNvSpPr>
          <p:nvPr>
            <p:ph type="title"/>
          </p:nvPr>
        </p:nvSpPr>
        <p:spPr/>
        <p:txBody>
          <a:bodyPr>
            <a:normAutofit/>
          </a:bodyPr>
          <a:lstStyle/>
          <a:p>
            <a:r>
              <a:rPr lang="en-US" sz="2400" b="1" dirty="0"/>
              <a:t>Reference – Digi XCTU</a:t>
            </a:r>
          </a:p>
        </p:txBody>
      </p:sp>
      <p:sp>
        <p:nvSpPr>
          <p:cNvPr id="3" name="Content Placeholder 2">
            <a:extLst>
              <a:ext uri="{FF2B5EF4-FFF2-40B4-BE49-F238E27FC236}">
                <a16:creationId xmlns:a16="http://schemas.microsoft.com/office/drawing/2014/main" id="{E1933E1D-48E9-A9FC-CC37-E8CC9D45FA6D}"/>
              </a:ext>
            </a:extLst>
          </p:cNvPr>
          <p:cNvSpPr>
            <a:spLocks noGrp="1"/>
          </p:cNvSpPr>
          <p:nvPr>
            <p:ph idx="1"/>
          </p:nvPr>
        </p:nvSpPr>
        <p:spPr/>
        <p:txBody>
          <a:bodyPr>
            <a:normAutofit/>
          </a:bodyPr>
          <a:lstStyle/>
          <a:p>
            <a:pPr marL="0" indent="0">
              <a:buNone/>
            </a:pPr>
            <a:r>
              <a:rPr lang="en-US" sz="1600" b="1" dirty="0"/>
              <a:t>XCTU is a desktop configuration and diagnostic utility used to work with </a:t>
            </a:r>
            <a:r>
              <a:rPr lang="en-US" sz="1600" b="1" dirty="0" err="1"/>
              <a:t>XBee</a:t>
            </a:r>
            <a:r>
              <a:rPr lang="en-US" sz="1600" b="1" dirty="0"/>
              <a:t> radios and related RF modules made by Digi International. </a:t>
            </a:r>
          </a:p>
          <a:p>
            <a:r>
              <a:rPr lang="en-US" sz="1600" dirty="0"/>
              <a:t>In this lab we’ll use it to configure our </a:t>
            </a:r>
            <a:r>
              <a:rPr lang="en-US" sz="1600" dirty="0" err="1"/>
              <a:t>XBee</a:t>
            </a:r>
            <a:r>
              <a:rPr lang="en-US" sz="1600" dirty="0"/>
              <a:t> devices over USB. </a:t>
            </a:r>
          </a:p>
          <a:p>
            <a:r>
              <a:rPr lang="en-US" sz="1600" dirty="0"/>
              <a:t>It can also be used to test and manage </a:t>
            </a:r>
            <a:r>
              <a:rPr lang="en-US" sz="1600" dirty="0" err="1"/>
              <a:t>Xbee</a:t>
            </a:r>
            <a:r>
              <a:rPr lang="en-US" sz="1600" dirty="0"/>
              <a:t> networks.</a:t>
            </a:r>
          </a:p>
          <a:p>
            <a:r>
              <a:rPr lang="en-US" sz="1600" dirty="0">
                <a:hlinkClick r:id="rId2"/>
              </a:rPr>
              <a:t>https://www.digi.com/products/embedded-systems/digi-xbee/digi-xbee-tools/xctu</a:t>
            </a:r>
            <a:r>
              <a:rPr lang="en-US" sz="1600" dirty="0"/>
              <a:t> </a:t>
            </a:r>
          </a:p>
          <a:p>
            <a:endParaRPr lang="en-US" sz="1600" b="1" dirty="0"/>
          </a:p>
        </p:txBody>
      </p:sp>
      <p:sp>
        <p:nvSpPr>
          <p:cNvPr id="4" name="Footer Placeholder 3">
            <a:extLst>
              <a:ext uri="{FF2B5EF4-FFF2-40B4-BE49-F238E27FC236}">
                <a16:creationId xmlns:a16="http://schemas.microsoft.com/office/drawing/2014/main" id="{8C39C832-5031-6FD2-0B30-E5B1140B1F2C}"/>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1F84DCF-FB11-F2B2-8B3F-879DDD8A56EA}"/>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1026" name="Picture 2" descr="Digi XCTU — Download and Install the Configuration Platform for XBee/RF  Solutions | Digi International">
            <a:extLst>
              <a:ext uri="{FF2B5EF4-FFF2-40B4-BE49-F238E27FC236}">
                <a16:creationId xmlns:a16="http://schemas.microsoft.com/office/drawing/2014/main" id="{F72EE9E4-7657-628D-DC3A-C5795E2B6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542" y="2776432"/>
            <a:ext cx="4736759" cy="34941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CTU User Guide - XCTU User Guide">
            <a:extLst>
              <a:ext uri="{FF2B5EF4-FFF2-40B4-BE49-F238E27FC236}">
                <a16:creationId xmlns:a16="http://schemas.microsoft.com/office/drawing/2014/main" id="{38C7DE2D-6B84-2235-2099-5F33819AA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1735" y="3250662"/>
            <a:ext cx="2356979" cy="28620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igi XCTU — Download and Install the Configuration Platform for XBee/RF  Solutions | Digi International">
            <a:extLst>
              <a:ext uri="{FF2B5EF4-FFF2-40B4-BE49-F238E27FC236}">
                <a16:creationId xmlns:a16="http://schemas.microsoft.com/office/drawing/2014/main" id="{8A43B688-A739-C6E3-A27A-9A9AB52B813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39010" y="85738"/>
            <a:ext cx="1401226" cy="652197"/>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70B2A7BC-7D4F-8896-822B-5350FC7C787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81765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4B4F-A280-9506-7EB5-3F00592B8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9883C-0437-5788-5725-9C4704F2A4B2}"/>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49E4BE9-1D4B-F0EF-4AF1-B07C0FBA5C7F}"/>
              </a:ext>
            </a:extLst>
          </p:cNvPr>
          <p:cNvSpPr>
            <a:spLocks noGrp="1"/>
          </p:cNvSpPr>
          <p:nvPr>
            <p:ph idx="1"/>
          </p:nvPr>
        </p:nvSpPr>
        <p:spPr>
          <a:xfrm>
            <a:off x="1055389" y="2507516"/>
            <a:ext cx="4069780" cy="3672874"/>
          </a:xfrm>
        </p:spPr>
        <p:txBody>
          <a:bodyPr>
            <a:normAutofit/>
          </a:bodyPr>
          <a:lstStyle/>
          <a:p>
            <a:pPr marL="342900" indent="-342900">
              <a:buAutoNum type="arabicPeriod"/>
            </a:pPr>
            <a:r>
              <a:rPr lang="en-US" sz="1400" dirty="0"/>
              <a:t>Install XCTU from </a:t>
            </a:r>
            <a:r>
              <a:rPr lang="en-US" sz="1400" b="1" dirty="0">
                <a:hlinkClick r:id="rId2"/>
              </a:rPr>
              <a:t>here</a:t>
            </a:r>
            <a:r>
              <a:rPr lang="en-US" sz="1400" dirty="0"/>
              <a:t> or .exe file provided by your instructor.</a:t>
            </a:r>
          </a:p>
          <a:p>
            <a:pPr marL="342900" indent="-342900">
              <a:buAutoNum type="arabicPeriod"/>
            </a:pPr>
            <a:r>
              <a:rPr lang="en-US" sz="1400" dirty="0"/>
              <a:t>Plug in </a:t>
            </a:r>
            <a:r>
              <a:rPr lang="en-US" sz="1400" dirty="0" err="1"/>
              <a:t>XBee</a:t>
            </a:r>
            <a:r>
              <a:rPr lang="en-US" sz="1400" dirty="0"/>
              <a:t> and carrier board into your computer. </a:t>
            </a:r>
          </a:p>
          <a:p>
            <a:pPr marL="342900" indent="-342900">
              <a:buAutoNum type="arabicPeriod"/>
            </a:pPr>
            <a:r>
              <a:rPr lang="en-US" sz="1400" dirty="0">
                <a:solidFill>
                  <a:srgbClr val="FFC000"/>
                </a:solidFill>
              </a:rPr>
              <a:t>Open XCTU and connect to the </a:t>
            </a:r>
            <a:r>
              <a:rPr lang="en-US" sz="1400" dirty="0" err="1">
                <a:solidFill>
                  <a:srgbClr val="FFC000"/>
                </a:solidFill>
              </a:rPr>
              <a:t>Xbee</a:t>
            </a:r>
            <a:r>
              <a:rPr lang="en-US" sz="1400" dirty="0">
                <a:solidFill>
                  <a:srgbClr val="FFC000"/>
                </a:solidFill>
              </a:rPr>
              <a:t>. </a:t>
            </a:r>
          </a:p>
          <a:p>
            <a:pPr marL="342900" indent="-342900">
              <a:buAutoNum type="arabicPeriod"/>
            </a:pPr>
            <a:r>
              <a:rPr lang="en-US" sz="1400" dirty="0"/>
              <a:t>Select the </a:t>
            </a:r>
            <a:r>
              <a:rPr lang="en-US" sz="1400" dirty="0" err="1"/>
              <a:t>Xbee</a:t>
            </a:r>
            <a:r>
              <a:rPr lang="en-US" sz="1400" dirty="0"/>
              <a:t> from the left panel to show its settings.</a:t>
            </a:r>
          </a:p>
          <a:p>
            <a:pPr marL="342900" indent="-342900">
              <a:buAutoNum type="arabicPeriod"/>
            </a:pPr>
            <a:r>
              <a:rPr lang="en-US" sz="1400" dirty="0">
                <a:solidFill>
                  <a:srgbClr val="00B0F0"/>
                </a:solidFill>
              </a:rPr>
              <a:t>Click the dropdown next to Profile and select </a:t>
            </a:r>
            <a:r>
              <a:rPr lang="en-US" sz="1400" b="1" dirty="0">
                <a:solidFill>
                  <a:srgbClr val="00B0F0"/>
                </a:solidFill>
              </a:rPr>
              <a:t>“Apply configuration profile”. </a:t>
            </a:r>
          </a:p>
          <a:p>
            <a:pPr marL="342900" indent="-342900">
              <a:buAutoNum type="arabicPeriod"/>
            </a:pPr>
            <a:r>
              <a:rPr lang="en-US" sz="1400" dirty="0"/>
              <a:t>Load “</a:t>
            </a:r>
            <a:r>
              <a:rPr lang="en-US" sz="1400" b="1" dirty="0"/>
              <a:t>KestrelSAT_omni_profile_2014.xpro</a:t>
            </a:r>
            <a:r>
              <a:rPr lang="en-US" sz="1400" dirty="0"/>
              <a:t>” (this file is available on Teams or from Instructor)</a:t>
            </a:r>
          </a:p>
        </p:txBody>
      </p:sp>
      <p:sp>
        <p:nvSpPr>
          <p:cNvPr id="4" name="Footer Placeholder 3">
            <a:extLst>
              <a:ext uri="{FF2B5EF4-FFF2-40B4-BE49-F238E27FC236}">
                <a16:creationId xmlns:a16="http://schemas.microsoft.com/office/drawing/2014/main" id="{127550C4-BFFC-D59E-697D-0086423C9F5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8E9E2D0-2053-B4A9-DC18-69E3F79D06E8}"/>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12" name="TextBox 11">
            <a:extLst>
              <a:ext uri="{FF2B5EF4-FFF2-40B4-BE49-F238E27FC236}">
                <a16:creationId xmlns:a16="http://schemas.microsoft.com/office/drawing/2014/main" id="{888F7E4B-4FA7-37CC-BF29-C076F07C78EC}"/>
              </a:ext>
            </a:extLst>
          </p:cNvPr>
          <p:cNvSpPr txBox="1"/>
          <p:nvPr/>
        </p:nvSpPr>
        <p:spPr>
          <a:xfrm>
            <a:off x="1106339" y="862222"/>
            <a:ext cx="8037661" cy="1384995"/>
          </a:xfrm>
          <a:prstGeom prst="rect">
            <a:avLst/>
          </a:prstGeom>
          <a:noFill/>
        </p:spPr>
        <p:txBody>
          <a:bodyPr wrap="square">
            <a:spAutoFit/>
          </a:bodyPr>
          <a:lstStyle/>
          <a:p>
            <a:pPr marL="0" indent="0">
              <a:buNone/>
            </a:pPr>
            <a:r>
              <a:rPr lang="en-US" sz="1400" b="1" dirty="0">
                <a:latin typeface="Segoe UI" panose="020B0502040204020203" pitchFamily="34" charset="0"/>
                <a:cs typeface="Segoe UI" panose="020B0502040204020203" pitchFamily="34" charset="0"/>
              </a:rPr>
              <a:t>In this task you’ll pair your radios. Your radios must be configured with matching parameters.</a:t>
            </a:r>
          </a:p>
          <a:p>
            <a:pPr marL="0" indent="0">
              <a:buNone/>
            </a:pPr>
            <a:r>
              <a:rPr lang="en-US" sz="1400" b="1" dirty="0">
                <a:latin typeface="Segoe UI" panose="020B0502040204020203" pitchFamily="34" charset="0"/>
                <a:cs typeface="Segoe UI" panose="020B0502040204020203" pitchFamily="34" charset="0"/>
              </a:rPr>
              <a:t> </a:t>
            </a:r>
          </a:p>
          <a:p>
            <a:r>
              <a:rPr lang="en-US" sz="1400" b="1" u="sng" dirty="0">
                <a:solidFill>
                  <a:srgbClr val="FF0000"/>
                </a:solidFill>
              </a:rPr>
              <a:t>Configure three radios: </a:t>
            </a:r>
          </a:p>
          <a:p>
            <a:pPr marL="285750" indent="-285750">
              <a:buFont typeface="Arial" panose="020B0604020202020204" pitchFamily="34" charset="0"/>
              <a:buChar char="•"/>
            </a:pPr>
            <a:r>
              <a:rPr lang="en-US" sz="1400" b="1" dirty="0">
                <a:solidFill>
                  <a:srgbClr val="FF0000"/>
                </a:solidFill>
              </a:rPr>
              <a:t>One ‘Ground Station’ radio with dipole antenna. </a:t>
            </a:r>
          </a:p>
          <a:p>
            <a:pPr marL="285750" indent="-285750">
              <a:buFont typeface="Arial" panose="020B0604020202020204" pitchFamily="34" charset="0"/>
              <a:buChar char="•"/>
            </a:pPr>
            <a:r>
              <a:rPr lang="en-US" sz="1400" b="1" dirty="0">
                <a:solidFill>
                  <a:srgbClr val="FF0000"/>
                </a:solidFill>
              </a:rPr>
              <a:t>One ‘Ground Station’ radio with PCB antenna </a:t>
            </a:r>
          </a:p>
          <a:p>
            <a:pPr marL="285750" indent="-285750">
              <a:buFont typeface="Arial" panose="020B0604020202020204" pitchFamily="34" charset="0"/>
              <a:buChar char="•"/>
            </a:pPr>
            <a:r>
              <a:rPr lang="en-US" sz="1400" b="1" dirty="0">
                <a:solidFill>
                  <a:srgbClr val="FF0000"/>
                </a:solidFill>
              </a:rPr>
              <a:t>One ‘KestrelSAT’ radio with dipole antenna</a:t>
            </a:r>
            <a:endParaRPr lang="en-US" sz="1400" b="1" dirty="0">
              <a:latin typeface="Segoe UI" panose="020B0502040204020203" pitchFamily="34" charset="0"/>
              <a:cs typeface="Segoe UI" panose="020B0502040204020203" pitchFamily="34" charset="0"/>
            </a:endParaRPr>
          </a:p>
        </p:txBody>
      </p:sp>
      <p:grpSp>
        <p:nvGrpSpPr>
          <p:cNvPr id="24" name="Group 23">
            <a:extLst>
              <a:ext uri="{FF2B5EF4-FFF2-40B4-BE49-F238E27FC236}">
                <a16:creationId xmlns:a16="http://schemas.microsoft.com/office/drawing/2014/main" id="{7EAAE7EB-F88A-FB04-CB7E-33D6F456741F}"/>
              </a:ext>
            </a:extLst>
          </p:cNvPr>
          <p:cNvGrpSpPr/>
          <p:nvPr/>
        </p:nvGrpSpPr>
        <p:grpSpPr>
          <a:xfrm>
            <a:off x="5396626" y="2123292"/>
            <a:ext cx="1844054" cy="1958119"/>
            <a:chOff x="5466815" y="1132445"/>
            <a:chExt cx="1844054" cy="1958119"/>
          </a:xfrm>
        </p:grpSpPr>
        <p:pic>
          <p:nvPicPr>
            <p:cNvPr id="8" name="Picture 7">
              <a:extLst>
                <a:ext uri="{FF2B5EF4-FFF2-40B4-BE49-F238E27FC236}">
                  <a16:creationId xmlns:a16="http://schemas.microsoft.com/office/drawing/2014/main" id="{96C9F327-8523-E1E7-C087-F70CD4E42EF4}"/>
                </a:ext>
              </a:extLst>
            </p:cNvPr>
            <p:cNvPicPr>
              <a:picLocks noChangeAspect="1"/>
            </p:cNvPicPr>
            <p:nvPr/>
          </p:nvPicPr>
          <p:blipFill>
            <a:blip r:embed="rId3"/>
            <a:stretch>
              <a:fillRect/>
            </a:stretch>
          </p:blipFill>
          <p:spPr>
            <a:xfrm>
              <a:off x="5466815" y="1132445"/>
              <a:ext cx="1844054" cy="1958119"/>
            </a:xfrm>
            <a:prstGeom prst="rect">
              <a:avLst/>
            </a:prstGeom>
          </p:spPr>
        </p:pic>
        <p:sp>
          <p:nvSpPr>
            <p:cNvPr id="16" name="Rectangle 15">
              <a:extLst>
                <a:ext uri="{FF2B5EF4-FFF2-40B4-BE49-F238E27FC236}">
                  <a16:creationId xmlns:a16="http://schemas.microsoft.com/office/drawing/2014/main" id="{5CCD1DB6-7361-1F4B-5487-E6047F02CAB1}"/>
                </a:ext>
              </a:extLst>
            </p:cNvPr>
            <p:cNvSpPr/>
            <p:nvPr/>
          </p:nvSpPr>
          <p:spPr>
            <a:xfrm>
              <a:off x="5466815" y="1373951"/>
              <a:ext cx="395840" cy="523535"/>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24C07EC6-CB2D-A7C7-312D-9413FE242449}"/>
              </a:ext>
            </a:extLst>
          </p:cNvPr>
          <p:cNvGrpSpPr/>
          <p:nvPr/>
        </p:nvGrpSpPr>
        <p:grpSpPr>
          <a:xfrm>
            <a:off x="7522099" y="2185598"/>
            <a:ext cx="1505411" cy="2871572"/>
            <a:chOff x="7453206" y="1249351"/>
            <a:chExt cx="1505411" cy="2871572"/>
          </a:xfrm>
        </p:grpSpPr>
        <p:pic>
          <p:nvPicPr>
            <p:cNvPr id="11" name="Picture 10">
              <a:extLst>
                <a:ext uri="{FF2B5EF4-FFF2-40B4-BE49-F238E27FC236}">
                  <a16:creationId xmlns:a16="http://schemas.microsoft.com/office/drawing/2014/main" id="{698AA381-0733-1E91-F395-47C26433CC86}"/>
                </a:ext>
              </a:extLst>
            </p:cNvPr>
            <p:cNvPicPr>
              <a:picLocks noChangeAspect="1"/>
            </p:cNvPicPr>
            <p:nvPr/>
          </p:nvPicPr>
          <p:blipFill>
            <a:blip r:embed="rId4"/>
            <a:stretch>
              <a:fillRect/>
            </a:stretch>
          </p:blipFill>
          <p:spPr>
            <a:xfrm>
              <a:off x="7453206" y="1249351"/>
              <a:ext cx="1505411" cy="2871572"/>
            </a:xfrm>
            <a:prstGeom prst="rect">
              <a:avLst/>
            </a:prstGeom>
          </p:spPr>
        </p:pic>
        <p:sp>
          <p:nvSpPr>
            <p:cNvPr id="18" name="Rectangle 17">
              <a:extLst>
                <a:ext uri="{FF2B5EF4-FFF2-40B4-BE49-F238E27FC236}">
                  <a16:creationId xmlns:a16="http://schemas.microsoft.com/office/drawing/2014/main" id="{DA83205B-D19A-696B-22E6-AEE3091184C7}"/>
                </a:ext>
              </a:extLst>
            </p:cNvPr>
            <p:cNvSpPr/>
            <p:nvPr/>
          </p:nvSpPr>
          <p:spPr>
            <a:xfrm>
              <a:off x="7903675" y="3904201"/>
              <a:ext cx="561372" cy="216722"/>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 name="Group 6">
            <a:extLst>
              <a:ext uri="{FF2B5EF4-FFF2-40B4-BE49-F238E27FC236}">
                <a16:creationId xmlns:a16="http://schemas.microsoft.com/office/drawing/2014/main" id="{7EECEF00-CE2E-3C73-AF2E-88E9170F0374}"/>
              </a:ext>
            </a:extLst>
          </p:cNvPr>
          <p:cNvGrpSpPr/>
          <p:nvPr/>
        </p:nvGrpSpPr>
        <p:grpSpPr>
          <a:xfrm>
            <a:off x="5762620" y="5148547"/>
            <a:ext cx="2555232" cy="1031843"/>
            <a:chOff x="4755638" y="3311457"/>
            <a:chExt cx="2555232" cy="1031843"/>
          </a:xfrm>
        </p:grpSpPr>
        <p:pic>
          <p:nvPicPr>
            <p:cNvPr id="23" name="Picture 22">
              <a:extLst>
                <a:ext uri="{FF2B5EF4-FFF2-40B4-BE49-F238E27FC236}">
                  <a16:creationId xmlns:a16="http://schemas.microsoft.com/office/drawing/2014/main" id="{79F530FF-7966-7A71-025E-32B42B967379}"/>
                </a:ext>
              </a:extLst>
            </p:cNvPr>
            <p:cNvPicPr>
              <a:picLocks noChangeAspect="1"/>
            </p:cNvPicPr>
            <p:nvPr/>
          </p:nvPicPr>
          <p:blipFill>
            <a:blip r:embed="rId5"/>
            <a:stretch>
              <a:fillRect/>
            </a:stretch>
          </p:blipFill>
          <p:spPr>
            <a:xfrm>
              <a:off x="4755638" y="3311457"/>
              <a:ext cx="2555232" cy="1031843"/>
            </a:xfrm>
            <a:prstGeom prst="rect">
              <a:avLst/>
            </a:prstGeom>
          </p:spPr>
        </p:pic>
        <p:sp>
          <p:nvSpPr>
            <p:cNvPr id="26" name="Rectangle 25">
              <a:extLst>
                <a:ext uri="{FF2B5EF4-FFF2-40B4-BE49-F238E27FC236}">
                  <a16:creationId xmlns:a16="http://schemas.microsoft.com/office/drawing/2014/main" id="{05EF7E43-8E8F-2E88-C851-4F9396864026}"/>
                </a:ext>
              </a:extLst>
            </p:cNvPr>
            <p:cNvSpPr/>
            <p:nvPr/>
          </p:nvSpPr>
          <p:spPr>
            <a:xfrm>
              <a:off x="5980548" y="3844865"/>
              <a:ext cx="1287275" cy="276058"/>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Content Placeholder 5">
            <a:extLst>
              <a:ext uri="{FF2B5EF4-FFF2-40B4-BE49-F238E27FC236}">
                <a16:creationId xmlns:a16="http://schemas.microsoft.com/office/drawing/2014/main" id="{2958E1D4-F8F1-8725-9DC7-7D35E3058A5C}"/>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54833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937D0-D467-7DE3-F613-3E8C8392B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35F8F-2D7A-BE97-4BCE-0EB051085F7A}"/>
              </a:ext>
            </a:extLst>
          </p:cNvPr>
          <p:cNvSpPr>
            <a:spLocks noGrp="1"/>
          </p:cNvSpPr>
          <p:nvPr>
            <p:ph type="title"/>
          </p:nvPr>
        </p:nvSpPr>
        <p:spPr>
          <a:xfrm>
            <a:off x="1045428" y="206362"/>
            <a:ext cx="7886700" cy="652197"/>
          </a:xfrm>
        </p:spPr>
        <p:txBody>
          <a:bodyPr>
            <a:norm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BC49A82-BA23-387B-9CA4-C69D2086B64A}"/>
              </a:ext>
            </a:extLst>
          </p:cNvPr>
          <p:cNvSpPr>
            <a:spLocks noGrp="1"/>
          </p:cNvSpPr>
          <p:nvPr>
            <p:ph idx="1"/>
          </p:nvPr>
        </p:nvSpPr>
        <p:spPr>
          <a:xfrm>
            <a:off x="1045428" y="1412338"/>
            <a:ext cx="3710209" cy="4913201"/>
          </a:xfrm>
        </p:spPr>
        <p:txBody>
          <a:bodyPr>
            <a:normAutofit/>
          </a:bodyPr>
          <a:lstStyle/>
          <a:p>
            <a:pPr marL="342900" indent="-342900">
              <a:buFont typeface="+mj-lt"/>
              <a:buAutoNum type="arabicPeriod" startAt="7"/>
            </a:pPr>
            <a:r>
              <a:rPr lang="en-US" sz="1400" dirty="0">
                <a:solidFill>
                  <a:srgbClr val="7030A0"/>
                </a:solidFill>
              </a:rPr>
              <a:t>The only setting you need to change is the </a:t>
            </a:r>
            <a:r>
              <a:rPr lang="en-US" sz="1400" b="1" dirty="0">
                <a:solidFill>
                  <a:srgbClr val="7030A0"/>
                </a:solidFill>
              </a:rPr>
              <a:t>ID Network Pan ID.</a:t>
            </a:r>
            <a:r>
              <a:rPr lang="en-US" sz="1400" dirty="0">
                <a:solidFill>
                  <a:srgbClr val="7030A0"/>
                </a:solidFill>
              </a:rPr>
              <a:t> This is a four-digit number unique to your team and must match between all </a:t>
            </a:r>
            <a:r>
              <a:rPr lang="en-US" sz="1400" dirty="0" err="1">
                <a:solidFill>
                  <a:srgbClr val="7030A0"/>
                </a:solidFill>
              </a:rPr>
              <a:t>Xbee’s</a:t>
            </a:r>
            <a:r>
              <a:rPr lang="en-US" sz="1400" dirty="0">
                <a:solidFill>
                  <a:srgbClr val="7030A0"/>
                </a:solidFill>
              </a:rPr>
              <a:t> used for your ground station/KestrelSAT. Enter a four-digit number of your choosing (make sure other groups don’t select the same number).</a:t>
            </a:r>
          </a:p>
          <a:p>
            <a:pPr marL="342900" indent="-342900">
              <a:buFont typeface="+mj-lt"/>
              <a:buAutoNum type="arabicPeriod" startAt="7"/>
            </a:pPr>
            <a:r>
              <a:rPr lang="en-US" sz="1400" dirty="0">
                <a:solidFill>
                  <a:srgbClr val="00B050"/>
                </a:solidFill>
              </a:rPr>
              <a:t>Finally, select </a:t>
            </a:r>
            <a:r>
              <a:rPr lang="en-US" sz="1400" b="1" dirty="0">
                <a:solidFill>
                  <a:srgbClr val="00B050"/>
                </a:solidFill>
              </a:rPr>
              <a:t>Write</a:t>
            </a:r>
            <a:r>
              <a:rPr lang="en-US" sz="1400" dirty="0">
                <a:solidFill>
                  <a:srgbClr val="00B050"/>
                </a:solidFill>
              </a:rPr>
              <a:t> to save the settings to the </a:t>
            </a:r>
            <a:r>
              <a:rPr lang="en-US" sz="1400" dirty="0" err="1">
                <a:solidFill>
                  <a:srgbClr val="00B050"/>
                </a:solidFill>
              </a:rPr>
              <a:t>Xbee</a:t>
            </a:r>
            <a:r>
              <a:rPr lang="en-US" sz="1400" dirty="0">
                <a:solidFill>
                  <a:srgbClr val="00B050"/>
                </a:solidFill>
              </a:rPr>
              <a:t>.</a:t>
            </a:r>
          </a:p>
          <a:p>
            <a:pPr marL="342900" indent="-342900">
              <a:buFont typeface="+mj-lt"/>
              <a:buAutoNum type="arabicPeriod" startAt="7"/>
            </a:pPr>
            <a:r>
              <a:rPr lang="en-US" sz="1400" dirty="0"/>
              <a:t>Repeat Steps 2-8 for the other </a:t>
            </a:r>
            <a:r>
              <a:rPr lang="en-US" sz="1400" dirty="0" err="1"/>
              <a:t>XBee’s</a:t>
            </a:r>
            <a:r>
              <a:rPr lang="en-US" sz="1400" dirty="0"/>
              <a:t> your team will use.</a:t>
            </a:r>
          </a:p>
          <a:p>
            <a:pPr marL="0" indent="0">
              <a:buNone/>
            </a:pPr>
            <a:endParaRPr lang="en-US" sz="1200" dirty="0"/>
          </a:p>
        </p:txBody>
      </p:sp>
      <p:sp>
        <p:nvSpPr>
          <p:cNvPr id="4" name="Footer Placeholder 3">
            <a:extLst>
              <a:ext uri="{FF2B5EF4-FFF2-40B4-BE49-F238E27FC236}">
                <a16:creationId xmlns:a16="http://schemas.microsoft.com/office/drawing/2014/main" id="{78DCDCC7-3F25-A93F-6DE4-6D513F5361E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869D833-20D5-440C-688A-0936463E2355}"/>
              </a:ext>
            </a:extLst>
          </p:cNvPr>
          <p:cNvSpPr>
            <a:spLocks noGrp="1"/>
          </p:cNvSpPr>
          <p:nvPr>
            <p:ph type="sldNum" sz="quarter" idx="12"/>
          </p:nvPr>
        </p:nvSpPr>
        <p:spPr/>
        <p:txBody>
          <a:bodyPr/>
          <a:lstStyle/>
          <a:p>
            <a:fld id="{9A3029B7-FE6B-4680-9049-80E8298A0825}" type="slidenum">
              <a:rPr lang="en-US" smtClean="0"/>
              <a:t>12</a:t>
            </a:fld>
            <a:endParaRPr lang="en-US" dirty="0"/>
          </a:p>
        </p:txBody>
      </p:sp>
      <p:grpSp>
        <p:nvGrpSpPr>
          <p:cNvPr id="32" name="Group 31">
            <a:extLst>
              <a:ext uri="{FF2B5EF4-FFF2-40B4-BE49-F238E27FC236}">
                <a16:creationId xmlns:a16="http://schemas.microsoft.com/office/drawing/2014/main" id="{6DC0FCE2-A5F2-261C-9908-28AA6EC5DCC1}"/>
              </a:ext>
            </a:extLst>
          </p:cNvPr>
          <p:cNvGrpSpPr/>
          <p:nvPr/>
        </p:nvGrpSpPr>
        <p:grpSpPr>
          <a:xfrm>
            <a:off x="538780" y="4528785"/>
            <a:ext cx="8419801" cy="1051052"/>
            <a:chOff x="761883" y="4600115"/>
            <a:chExt cx="8170245" cy="1103308"/>
          </a:xfrm>
        </p:grpSpPr>
        <p:pic>
          <p:nvPicPr>
            <p:cNvPr id="28" name="Picture 27">
              <a:extLst>
                <a:ext uri="{FF2B5EF4-FFF2-40B4-BE49-F238E27FC236}">
                  <a16:creationId xmlns:a16="http://schemas.microsoft.com/office/drawing/2014/main" id="{CCE07C85-0FC7-9E32-3FF5-80355A712F28}"/>
                </a:ext>
              </a:extLst>
            </p:cNvPr>
            <p:cNvPicPr>
              <a:picLocks noChangeAspect="1"/>
            </p:cNvPicPr>
            <p:nvPr/>
          </p:nvPicPr>
          <p:blipFill>
            <a:blip r:embed="rId2"/>
            <a:stretch>
              <a:fillRect/>
            </a:stretch>
          </p:blipFill>
          <p:spPr>
            <a:xfrm>
              <a:off x="761883" y="4600115"/>
              <a:ext cx="8170245" cy="1103308"/>
            </a:xfrm>
            <a:prstGeom prst="rect">
              <a:avLst/>
            </a:prstGeom>
          </p:spPr>
        </p:pic>
        <p:sp>
          <p:nvSpPr>
            <p:cNvPr id="31" name="Rectangle 30">
              <a:extLst>
                <a:ext uri="{FF2B5EF4-FFF2-40B4-BE49-F238E27FC236}">
                  <a16:creationId xmlns:a16="http://schemas.microsoft.com/office/drawing/2014/main" id="{84200088-EA46-101E-9ED9-830AC28A5781}"/>
                </a:ext>
              </a:extLst>
            </p:cNvPr>
            <p:cNvSpPr/>
            <p:nvPr/>
          </p:nvSpPr>
          <p:spPr>
            <a:xfrm>
              <a:off x="867387" y="5151769"/>
              <a:ext cx="7660977" cy="15356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6251CA0F-66B3-4EBD-B53D-F1FE561A6268}"/>
              </a:ext>
            </a:extLst>
          </p:cNvPr>
          <p:cNvGrpSpPr/>
          <p:nvPr/>
        </p:nvGrpSpPr>
        <p:grpSpPr>
          <a:xfrm>
            <a:off x="4988778" y="1609652"/>
            <a:ext cx="3969803" cy="2033865"/>
            <a:chOff x="4988778" y="2232843"/>
            <a:chExt cx="3969803" cy="2033865"/>
          </a:xfrm>
        </p:grpSpPr>
        <p:pic>
          <p:nvPicPr>
            <p:cNvPr id="34" name="Picture 33">
              <a:extLst>
                <a:ext uri="{FF2B5EF4-FFF2-40B4-BE49-F238E27FC236}">
                  <a16:creationId xmlns:a16="http://schemas.microsoft.com/office/drawing/2014/main" id="{5E1C9B57-87CE-222A-9992-FA7F09E0CB22}"/>
                </a:ext>
              </a:extLst>
            </p:cNvPr>
            <p:cNvPicPr>
              <a:picLocks noChangeAspect="1"/>
            </p:cNvPicPr>
            <p:nvPr/>
          </p:nvPicPr>
          <p:blipFill>
            <a:blip r:embed="rId3"/>
            <a:stretch>
              <a:fillRect/>
            </a:stretch>
          </p:blipFill>
          <p:spPr>
            <a:xfrm>
              <a:off x="4988778" y="2232843"/>
              <a:ext cx="3969803" cy="2033865"/>
            </a:xfrm>
            <a:prstGeom prst="rect">
              <a:avLst/>
            </a:prstGeom>
          </p:spPr>
        </p:pic>
        <p:sp>
          <p:nvSpPr>
            <p:cNvPr id="37" name="Rectangle 36">
              <a:extLst>
                <a:ext uri="{FF2B5EF4-FFF2-40B4-BE49-F238E27FC236}">
                  <a16:creationId xmlns:a16="http://schemas.microsoft.com/office/drawing/2014/main" id="{02439391-3158-CE01-77E9-6F670991F392}"/>
                </a:ext>
              </a:extLst>
            </p:cNvPr>
            <p:cNvSpPr/>
            <p:nvPr/>
          </p:nvSpPr>
          <p:spPr>
            <a:xfrm>
              <a:off x="5618108" y="2660353"/>
              <a:ext cx="592570" cy="843338"/>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Content Placeholder 5">
            <a:extLst>
              <a:ext uri="{FF2B5EF4-FFF2-40B4-BE49-F238E27FC236}">
                <a16:creationId xmlns:a16="http://schemas.microsoft.com/office/drawing/2014/main" id="{061AAE16-BB30-9BE8-5024-9B034F10278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5686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F3BB449-CE74-95B0-B8FE-6F7A64C9A9AA}"/>
              </a:ext>
            </a:extLst>
          </p:cNvPr>
          <p:cNvPicPr>
            <a:picLocks noChangeAspect="1"/>
          </p:cNvPicPr>
          <p:nvPr/>
        </p:nvPicPr>
        <p:blipFill>
          <a:blip r:embed="rId2"/>
          <a:stretch>
            <a:fillRect/>
          </a:stretch>
        </p:blipFill>
        <p:spPr>
          <a:xfrm>
            <a:off x="1328378" y="3218886"/>
            <a:ext cx="1800136" cy="3502591"/>
          </a:xfrm>
          <a:prstGeom prst="rect">
            <a:avLst/>
          </a:prstGeom>
        </p:spPr>
      </p:pic>
      <p:sp>
        <p:nvSpPr>
          <p:cNvPr id="2" name="Title 1">
            <a:extLst>
              <a:ext uri="{FF2B5EF4-FFF2-40B4-BE49-F238E27FC236}">
                <a16:creationId xmlns:a16="http://schemas.microsoft.com/office/drawing/2014/main" id="{3AE6AA70-5B71-1B5E-1E76-FC1175A88AC8}"/>
              </a:ext>
            </a:extLst>
          </p:cNvPr>
          <p:cNvSpPr>
            <a:spLocks noGrp="1"/>
          </p:cNvSpPr>
          <p:nvPr>
            <p:ph type="title"/>
          </p:nvPr>
        </p:nvSpPr>
        <p:spPr/>
        <p:txBody>
          <a:bodyPr>
            <a:normAutofit/>
          </a:bodyPr>
          <a:lstStyle/>
          <a:p>
            <a:r>
              <a:rPr lang="en-US" sz="2800" b="1" dirty="0"/>
              <a:t>Task 2 – Connect </a:t>
            </a:r>
            <a:r>
              <a:rPr lang="en-US" sz="2800" b="1" dirty="0" err="1"/>
              <a:t>XBee</a:t>
            </a:r>
            <a:r>
              <a:rPr lang="en-US" sz="2800" b="1" dirty="0"/>
              <a:t> to KestrelSAT</a:t>
            </a:r>
          </a:p>
        </p:txBody>
      </p:sp>
      <p:sp>
        <p:nvSpPr>
          <p:cNvPr id="3" name="Content Placeholder 2">
            <a:extLst>
              <a:ext uri="{FF2B5EF4-FFF2-40B4-BE49-F238E27FC236}">
                <a16:creationId xmlns:a16="http://schemas.microsoft.com/office/drawing/2014/main" id="{CF76B1C7-605B-A427-6453-8CD2DF3E24E3}"/>
              </a:ext>
            </a:extLst>
          </p:cNvPr>
          <p:cNvSpPr>
            <a:spLocks noGrp="1"/>
          </p:cNvSpPr>
          <p:nvPr>
            <p:ph idx="1"/>
          </p:nvPr>
        </p:nvSpPr>
        <p:spPr>
          <a:xfrm>
            <a:off x="1106340" y="854142"/>
            <a:ext cx="7886700" cy="4477125"/>
          </a:xfrm>
        </p:spPr>
        <p:txBody>
          <a:bodyPr>
            <a:normAutofit/>
          </a:bodyPr>
          <a:lstStyle/>
          <a:p>
            <a:pPr marL="0" indent="0">
              <a:spcBef>
                <a:spcPts val="0"/>
              </a:spcBef>
              <a:buNone/>
            </a:pPr>
            <a:r>
              <a:rPr lang="en-US" sz="1200" b="1" dirty="0"/>
              <a:t>The </a:t>
            </a:r>
            <a:r>
              <a:rPr lang="en-US" sz="1200" b="1" dirty="0" err="1"/>
              <a:t>XBee</a:t>
            </a:r>
            <a:r>
              <a:rPr lang="en-US" sz="1200" b="1" dirty="0"/>
              <a:t> radio communicates with the MCU using a UART (serial communication). UART’s uses two wires for data: TX (transmit line/DOUT on the </a:t>
            </a:r>
            <a:r>
              <a:rPr lang="en-US" sz="1200" b="1" dirty="0" err="1"/>
              <a:t>XBee</a:t>
            </a:r>
            <a:r>
              <a:rPr lang="en-US" sz="1200" b="1" dirty="0"/>
              <a:t>) and RX (receive line/DIN on the </a:t>
            </a:r>
            <a:r>
              <a:rPr lang="en-US" sz="1200" b="1" dirty="0" err="1"/>
              <a:t>XBee</a:t>
            </a:r>
            <a:r>
              <a:rPr lang="en-US" sz="1200" b="1" dirty="0"/>
              <a:t>). </a:t>
            </a:r>
          </a:p>
          <a:p>
            <a:pPr marL="0" indent="0">
              <a:buNone/>
            </a:pPr>
            <a:r>
              <a:rPr lang="en-US" sz="1200" dirty="0"/>
              <a:t>Four wire connections are required:</a:t>
            </a:r>
          </a:p>
          <a:p>
            <a:pPr marL="342900" indent="-342900">
              <a:buAutoNum type="arabicParenBoth"/>
            </a:pPr>
            <a:r>
              <a:rPr lang="en-US" sz="1200" dirty="0">
                <a:solidFill>
                  <a:srgbClr val="00B050"/>
                </a:solidFill>
              </a:rPr>
              <a:t>Connect </a:t>
            </a:r>
            <a:r>
              <a:rPr lang="en-US" sz="1200" b="1" dirty="0">
                <a:solidFill>
                  <a:srgbClr val="00B050"/>
                </a:solidFill>
              </a:rPr>
              <a:t>DOUT</a:t>
            </a:r>
            <a:r>
              <a:rPr lang="en-US" sz="1200" dirty="0">
                <a:solidFill>
                  <a:srgbClr val="00B050"/>
                </a:solidFill>
              </a:rPr>
              <a:t> Pin of </a:t>
            </a:r>
            <a:r>
              <a:rPr lang="en-US" sz="1200" dirty="0" err="1">
                <a:solidFill>
                  <a:srgbClr val="00B050"/>
                </a:solidFill>
              </a:rPr>
              <a:t>XBee</a:t>
            </a:r>
            <a:r>
              <a:rPr lang="en-US" sz="1200" dirty="0">
                <a:solidFill>
                  <a:srgbClr val="00B050"/>
                </a:solidFill>
              </a:rPr>
              <a:t> (it’s TX pin) to the RX pin on the MCU (</a:t>
            </a:r>
            <a:r>
              <a:rPr lang="en-US" sz="1200" b="1" dirty="0">
                <a:solidFill>
                  <a:srgbClr val="00B050"/>
                </a:solidFill>
              </a:rPr>
              <a:t>Pin 16</a:t>
            </a:r>
            <a:r>
              <a:rPr lang="en-US" sz="1200" dirty="0">
                <a:solidFill>
                  <a:srgbClr val="00B050"/>
                </a:solidFill>
              </a:rPr>
              <a:t>)</a:t>
            </a:r>
          </a:p>
          <a:p>
            <a:pPr marL="342900" indent="-342900">
              <a:buFont typeface="Arial" panose="020B0604020202020204" pitchFamily="34" charset="0"/>
              <a:buAutoNum type="arabicParenBoth"/>
            </a:pPr>
            <a:r>
              <a:rPr lang="en-US" sz="1200" dirty="0">
                <a:solidFill>
                  <a:srgbClr val="00B0F0"/>
                </a:solidFill>
              </a:rPr>
              <a:t>Connect </a:t>
            </a:r>
            <a:r>
              <a:rPr lang="en-US" sz="1200" b="1" dirty="0">
                <a:solidFill>
                  <a:srgbClr val="00B0F0"/>
                </a:solidFill>
              </a:rPr>
              <a:t>DIN</a:t>
            </a:r>
            <a:r>
              <a:rPr lang="en-US" sz="1200" dirty="0">
                <a:solidFill>
                  <a:srgbClr val="00B0F0"/>
                </a:solidFill>
              </a:rPr>
              <a:t> Pin of </a:t>
            </a:r>
            <a:r>
              <a:rPr lang="en-US" sz="1200" dirty="0" err="1">
                <a:solidFill>
                  <a:srgbClr val="00B0F0"/>
                </a:solidFill>
              </a:rPr>
              <a:t>XBee</a:t>
            </a:r>
            <a:r>
              <a:rPr lang="en-US" sz="1200" dirty="0">
                <a:solidFill>
                  <a:srgbClr val="00B0F0"/>
                </a:solidFill>
              </a:rPr>
              <a:t> (it’s RX pin) to the TX pin on the MCU (</a:t>
            </a:r>
            <a:r>
              <a:rPr lang="en-US" sz="1200" b="1" dirty="0">
                <a:solidFill>
                  <a:srgbClr val="00B0F0"/>
                </a:solidFill>
              </a:rPr>
              <a:t>Pin 17</a:t>
            </a:r>
            <a:r>
              <a:rPr lang="en-US" sz="1200" dirty="0">
                <a:solidFill>
                  <a:srgbClr val="00B0F0"/>
                </a:solidFill>
              </a:rPr>
              <a:t>)</a:t>
            </a:r>
          </a:p>
          <a:p>
            <a:pPr marL="342900" indent="-342900">
              <a:buFont typeface="Arial" panose="020B0604020202020204" pitchFamily="34" charset="0"/>
              <a:buAutoNum type="arabicParenBoth"/>
            </a:pPr>
            <a:r>
              <a:rPr lang="en-US" sz="1200" dirty="0"/>
              <a:t>Connect </a:t>
            </a:r>
            <a:r>
              <a:rPr lang="en-US" sz="1200" b="1" dirty="0"/>
              <a:t>GND</a:t>
            </a:r>
            <a:r>
              <a:rPr lang="en-US" sz="1200" dirty="0"/>
              <a:t> of the </a:t>
            </a:r>
            <a:r>
              <a:rPr lang="en-US" sz="1200" dirty="0" err="1"/>
              <a:t>XBee</a:t>
            </a:r>
            <a:r>
              <a:rPr lang="en-US" sz="1200" dirty="0"/>
              <a:t> to universal </a:t>
            </a:r>
            <a:r>
              <a:rPr lang="en-US" sz="1200" b="1" dirty="0"/>
              <a:t>ground </a:t>
            </a:r>
            <a:r>
              <a:rPr lang="en-US" sz="1200" dirty="0"/>
              <a:t>(i.e. the same ground connected to all other devices).</a:t>
            </a:r>
          </a:p>
          <a:p>
            <a:pPr marL="342900" indent="-342900">
              <a:buFont typeface="Arial" panose="020B0604020202020204" pitchFamily="34" charset="0"/>
              <a:buAutoNum type="arabicParenBoth"/>
            </a:pPr>
            <a:r>
              <a:rPr lang="en-US" sz="1200" dirty="0">
                <a:solidFill>
                  <a:srgbClr val="C00000"/>
                </a:solidFill>
              </a:rPr>
              <a:t>Connect </a:t>
            </a:r>
            <a:r>
              <a:rPr lang="en-US" sz="1200" b="1" dirty="0">
                <a:solidFill>
                  <a:srgbClr val="C00000"/>
                </a:solidFill>
              </a:rPr>
              <a:t>5V</a:t>
            </a:r>
            <a:r>
              <a:rPr lang="en-US" sz="1200" dirty="0">
                <a:solidFill>
                  <a:srgbClr val="C00000"/>
                </a:solidFill>
              </a:rPr>
              <a:t> of the </a:t>
            </a:r>
            <a:r>
              <a:rPr lang="en-US" sz="1200" dirty="0" err="1">
                <a:solidFill>
                  <a:srgbClr val="C00000"/>
                </a:solidFill>
              </a:rPr>
              <a:t>Xbee</a:t>
            </a:r>
            <a:r>
              <a:rPr lang="en-US" sz="1200" dirty="0">
                <a:solidFill>
                  <a:srgbClr val="C00000"/>
                </a:solidFill>
              </a:rPr>
              <a:t> to the</a:t>
            </a:r>
            <a:r>
              <a:rPr lang="en-US" sz="1200" b="1" dirty="0">
                <a:solidFill>
                  <a:srgbClr val="C00000"/>
                </a:solidFill>
              </a:rPr>
              <a:t> 5V rail</a:t>
            </a:r>
            <a:r>
              <a:rPr lang="en-US" sz="1200" dirty="0">
                <a:solidFill>
                  <a:srgbClr val="C00000"/>
                </a:solidFill>
              </a:rPr>
              <a:t>. </a:t>
            </a:r>
          </a:p>
          <a:p>
            <a:pPr marL="0" indent="0">
              <a:buNone/>
            </a:pPr>
            <a:r>
              <a:rPr lang="en-US" sz="1200" dirty="0">
                <a:highlight>
                  <a:srgbClr val="FFFF00"/>
                </a:highlight>
              </a:rPr>
              <a:t>After the carrier board is connected, install an </a:t>
            </a:r>
            <a:r>
              <a:rPr lang="en-US" sz="1200" b="1" dirty="0" err="1">
                <a:highlight>
                  <a:srgbClr val="FFFF00"/>
                </a:highlight>
              </a:rPr>
              <a:t>XBee</a:t>
            </a:r>
            <a:r>
              <a:rPr lang="en-US" sz="1200" b="1" dirty="0">
                <a:highlight>
                  <a:srgbClr val="FFFF00"/>
                </a:highlight>
              </a:rPr>
              <a:t> with dipole antenna </a:t>
            </a:r>
            <a:r>
              <a:rPr lang="en-US" sz="1200" dirty="0">
                <a:highlight>
                  <a:srgbClr val="FFFF00"/>
                </a:highlight>
              </a:rPr>
              <a:t>on your KestrelSAT. </a:t>
            </a:r>
            <a:r>
              <a:rPr lang="en-US" sz="1200" b="1" dirty="0">
                <a:solidFill>
                  <a:srgbClr val="FF0000"/>
                </a:solidFill>
                <a:highlight>
                  <a:srgbClr val="FFFF00"/>
                </a:highlight>
              </a:rPr>
              <a:t>Do not </a:t>
            </a:r>
            <a:r>
              <a:rPr lang="en-US" sz="1200" dirty="0">
                <a:highlight>
                  <a:srgbClr val="FFFF00"/>
                </a:highlight>
              </a:rPr>
              <a:t>swap out this </a:t>
            </a:r>
            <a:r>
              <a:rPr lang="en-US" sz="1200" dirty="0" err="1">
                <a:highlight>
                  <a:srgbClr val="FFFF00"/>
                </a:highlight>
              </a:rPr>
              <a:t>XBee</a:t>
            </a:r>
            <a:r>
              <a:rPr lang="en-US" sz="1200" dirty="0">
                <a:highlight>
                  <a:srgbClr val="FFFF00"/>
                </a:highlight>
              </a:rPr>
              <a:t> for the remainer of this lab.</a:t>
            </a:r>
          </a:p>
          <a:p>
            <a:pPr marL="342900" indent="-342900">
              <a:buAutoNum type="arabicParenBoth"/>
            </a:pPr>
            <a:endParaRPr lang="en-US" sz="1200" dirty="0"/>
          </a:p>
        </p:txBody>
      </p:sp>
      <p:sp>
        <p:nvSpPr>
          <p:cNvPr id="4" name="Footer Placeholder 3">
            <a:extLst>
              <a:ext uri="{FF2B5EF4-FFF2-40B4-BE49-F238E27FC236}">
                <a16:creationId xmlns:a16="http://schemas.microsoft.com/office/drawing/2014/main" id="{EED3D3EA-7F45-A230-BAEC-D9854F8B54D1}"/>
              </a:ext>
            </a:extLst>
          </p:cNvPr>
          <p:cNvSpPr>
            <a:spLocks noGrp="1"/>
          </p:cNvSpPr>
          <p:nvPr>
            <p:ph type="ftr" sz="quarter" idx="11"/>
          </p:nvPr>
        </p:nvSpPr>
        <p:spPr/>
        <p:txBody>
          <a:bodyPr/>
          <a:lstStyle/>
          <a:p>
            <a:r>
              <a:rPr lang="en-US"/>
              <a:t>Astro 331 Lab #4</a:t>
            </a:r>
          </a:p>
        </p:txBody>
      </p:sp>
      <p:sp>
        <p:nvSpPr>
          <p:cNvPr id="5" name="Slide Number Placeholder 4">
            <a:extLst>
              <a:ext uri="{FF2B5EF4-FFF2-40B4-BE49-F238E27FC236}">
                <a16:creationId xmlns:a16="http://schemas.microsoft.com/office/drawing/2014/main" id="{AA67F1E3-66B9-E656-F702-300BAE2AA67A}"/>
              </a:ext>
            </a:extLst>
          </p:cNvPr>
          <p:cNvSpPr>
            <a:spLocks noGrp="1"/>
          </p:cNvSpPr>
          <p:nvPr>
            <p:ph type="sldNum" sz="quarter" idx="12"/>
          </p:nvPr>
        </p:nvSpPr>
        <p:spPr/>
        <p:txBody>
          <a:bodyPr/>
          <a:lstStyle/>
          <a:p>
            <a:fld id="{9A3029B7-FE6B-4680-9049-80E8298A0825}" type="slidenum">
              <a:rPr lang="en-US" smtClean="0"/>
              <a:t>13</a:t>
            </a:fld>
            <a:endParaRPr lang="en-US"/>
          </a:p>
        </p:txBody>
      </p:sp>
      <p:grpSp>
        <p:nvGrpSpPr>
          <p:cNvPr id="62" name="Group 61">
            <a:extLst>
              <a:ext uri="{FF2B5EF4-FFF2-40B4-BE49-F238E27FC236}">
                <a16:creationId xmlns:a16="http://schemas.microsoft.com/office/drawing/2014/main" id="{4490B740-C4CB-4193-8C68-A40B1451737C}"/>
              </a:ext>
            </a:extLst>
          </p:cNvPr>
          <p:cNvGrpSpPr/>
          <p:nvPr/>
        </p:nvGrpSpPr>
        <p:grpSpPr>
          <a:xfrm>
            <a:off x="3327354" y="3479663"/>
            <a:ext cx="4262379" cy="2835258"/>
            <a:chOff x="4248239" y="3362871"/>
            <a:chExt cx="4262379" cy="2835258"/>
          </a:xfrm>
        </p:grpSpPr>
        <p:grpSp>
          <p:nvGrpSpPr>
            <p:cNvPr id="61" name="Group 60">
              <a:extLst>
                <a:ext uri="{FF2B5EF4-FFF2-40B4-BE49-F238E27FC236}">
                  <a16:creationId xmlns:a16="http://schemas.microsoft.com/office/drawing/2014/main" id="{D4B6437B-EBF4-43CF-55F1-59DC9938C40F}"/>
                </a:ext>
              </a:extLst>
            </p:cNvPr>
            <p:cNvGrpSpPr/>
            <p:nvPr/>
          </p:nvGrpSpPr>
          <p:grpSpPr>
            <a:xfrm>
              <a:off x="4248239" y="3362871"/>
              <a:ext cx="4262379" cy="2835258"/>
              <a:chOff x="4132342" y="3023313"/>
              <a:chExt cx="5011658" cy="3333667"/>
            </a:xfrm>
          </p:grpSpPr>
          <p:pic>
            <p:nvPicPr>
              <p:cNvPr id="13" name="Picture 12">
                <a:extLst>
                  <a:ext uri="{FF2B5EF4-FFF2-40B4-BE49-F238E27FC236}">
                    <a16:creationId xmlns:a16="http://schemas.microsoft.com/office/drawing/2014/main" id="{249DB7C3-3F77-536C-970E-1C6CDABBFF17}"/>
                  </a:ext>
                </a:extLst>
              </p:cNvPr>
              <p:cNvPicPr>
                <a:picLocks noChangeAspect="1"/>
              </p:cNvPicPr>
              <p:nvPr/>
            </p:nvPicPr>
            <p:blipFill>
              <a:blip r:embed="rId3"/>
              <a:stretch>
                <a:fillRect/>
              </a:stretch>
            </p:blipFill>
            <p:spPr>
              <a:xfrm rot="10800000">
                <a:off x="5546873" y="3085664"/>
                <a:ext cx="2614848" cy="1966810"/>
              </a:xfrm>
              <a:prstGeom prst="rect">
                <a:avLst/>
              </a:prstGeom>
            </p:spPr>
          </p:pic>
          <p:sp>
            <p:nvSpPr>
              <p:cNvPr id="16" name="TextBox 15">
                <a:extLst>
                  <a:ext uri="{FF2B5EF4-FFF2-40B4-BE49-F238E27FC236}">
                    <a16:creationId xmlns:a16="http://schemas.microsoft.com/office/drawing/2014/main" id="{21C2FC79-B74B-E441-150E-3968296EFB1F}"/>
                  </a:ext>
                </a:extLst>
              </p:cNvPr>
              <p:cNvSpPr txBox="1"/>
              <p:nvPr/>
            </p:nvSpPr>
            <p:spPr>
              <a:xfrm>
                <a:off x="7725997" y="5572261"/>
                <a:ext cx="1418003" cy="687573"/>
              </a:xfrm>
              <a:prstGeom prst="rect">
                <a:avLst/>
              </a:prstGeom>
              <a:noFill/>
            </p:spPr>
            <p:txBody>
              <a:bodyPr wrap="square">
                <a:spAutoFit/>
              </a:bodyPr>
              <a:lstStyle/>
              <a:p>
                <a:pPr algn="ctr"/>
                <a:r>
                  <a:rPr lang="en-US" sz="1600" b="1" dirty="0">
                    <a:solidFill>
                      <a:srgbClr val="00B0F0"/>
                    </a:solidFill>
                  </a:rPr>
                  <a:t>USB Connector</a:t>
                </a:r>
              </a:p>
            </p:txBody>
          </p:sp>
          <p:cxnSp>
            <p:nvCxnSpPr>
              <p:cNvPr id="20" name="Straight Arrow Connector 19">
                <a:extLst>
                  <a:ext uri="{FF2B5EF4-FFF2-40B4-BE49-F238E27FC236}">
                    <a16:creationId xmlns:a16="http://schemas.microsoft.com/office/drawing/2014/main" id="{B3D55DB9-54A1-42B6-07BF-827705B3BD38}"/>
                  </a:ext>
                </a:extLst>
              </p:cNvPr>
              <p:cNvCxnSpPr>
                <a:cxnSpLocks/>
              </p:cNvCxnSpPr>
              <p:nvPr/>
            </p:nvCxnSpPr>
            <p:spPr>
              <a:xfrm flipH="1" flipV="1">
                <a:off x="8161721" y="4326990"/>
                <a:ext cx="355525" cy="1210903"/>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DC9F3F9-766C-10DD-112A-A5C568F319F9}"/>
                  </a:ext>
                </a:extLst>
              </p:cNvPr>
              <p:cNvCxnSpPr>
                <a:cxnSpLocks/>
              </p:cNvCxnSpPr>
              <p:nvPr/>
            </p:nvCxnSpPr>
            <p:spPr>
              <a:xfrm flipV="1">
                <a:off x="7694454" y="4513431"/>
                <a:ext cx="0" cy="827776"/>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9D696E7F-2FA9-9427-E157-1805CD6456EB}"/>
                  </a:ext>
                </a:extLst>
              </p:cNvPr>
              <p:cNvGrpSpPr/>
              <p:nvPr/>
            </p:nvGrpSpPr>
            <p:grpSpPr>
              <a:xfrm>
                <a:off x="7500300" y="5341207"/>
                <a:ext cx="393703" cy="165039"/>
                <a:chOff x="9125419" y="5195119"/>
                <a:chExt cx="393703" cy="179388"/>
              </a:xfrm>
            </p:grpSpPr>
            <p:cxnSp>
              <p:nvCxnSpPr>
                <p:cNvPr id="24" name="Straight Connector 23">
                  <a:extLst>
                    <a:ext uri="{FF2B5EF4-FFF2-40B4-BE49-F238E27FC236}">
                      <a16:creationId xmlns:a16="http://schemas.microsoft.com/office/drawing/2014/main" id="{BFB02E13-08A4-A31B-8BEA-6465F522CA7B}"/>
                    </a:ext>
                  </a:extLst>
                </p:cNvPr>
                <p:cNvCxnSpPr>
                  <a:cxnSpLocks/>
                </p:cNvCxnSpPr>
                <p:nvPr/>
              </p:nvCxnSpPr>
              <p:spPr>
                <a:xfrm flipH="1">
                  <a:off x="9125419" y="5195119"/>
                  <a:ext cx="393703"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4B9419A-2365-29FF-B0D2-276E88A43D31}"/>
                    </a:ext>
                  </a:extLst>
                </p:cNvPr>
                <p:cNvCxnSpPr>
                  <a:cxnSpLocks/>
                </p:cNvCxnSpPr>
                <p:nvPr/>
              </p:nvCxnSpPr>
              <p:spPr>
                <a:xfrm flipH="1">
                  <a:off x="9189399" y="5284019"/>
                  <a:ext cx="2786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9082CC2-01B7-1BA0-7A7E-92F6D9BB4705}"/>
                    </a:ext>
                  </a:extLst>
                </p:cNvPr>
                <p:cNvCxnSpPr>
                  <a:cxnSpLocks/>
                </p:cNvCxnSpPr>
                <p:nvPr/>
              </p:nvCxnSpPr>
              <p:spPr>
                <a:xfrm flipH="1">
                  <a:off x="9244169" y="5374507"/>
                  <a:ext cx="1643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cxnSp>
            <p:nvCxnSpPr>
              <p:cNvPr id="27" name="Straight Connector 26">
                <a:extLst>
                  <a:ext uri="{FF2B5EF4-FFF2-40B4-BE49-F238E27FC236}">
                    <a16:creationId xmlns:a16="http://schemas.microsoft.com/office/drawing/2014/main" id="{54C544C4-9AC8-BC16-AAF8-AD3D3482DD09}"/>
                  </a:ext>
                </a:extLst>
              </p:cNvPr>
              <p:cNvCxnSpPr>
                <a:cxnSpLocks/>
              </p:cNvCxnSpPr>
              <p:nvPr/>
            </p:nvCxnSpPr>
            <p:spPr>
              <a:xfrm flipV="1">
                <a:off x="6326273" y="4513431"/>
                <a:ext cx="0" cy="1231398"/>
              </a:xfrm>
              <a:prstGeom prst="line">
                <a:avLst/>
              </a:prstGeom>
              <a:ln w="57150">
                <a:solidFill>
                  <a:srgbClr val="00B050">
                    <a:alpha val="80000"/>
                  </a:srgb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F7A844C-28EA-DAC5-CDE8-31EB9A0BFABF}"/>
                  </a:ext>
                </a:extLst>
              </p:cNvPr>
              <p:cNvCxnSpPr>
                <a:cxnSpLocks/>
              </p:cNvCxnSpPr>
              <p:nvPr/>
            </p:nvCxnSpPr>
            <p:spPr>
              <a:xfrm>
                <a:off x="4561403" y="5744829"/>
                <a:ext cx="1764870" cy="0"/>
              </a:xfrm>
              <a:prstGeom prst="line">
                <a:avLst/>
              </a:prstGeom>
              <a:ln w="57150">
                <a:solidFill>
                  <a:srgbClr val="00B050">
                    <a:alpha val="80000"/>
                  </a:srgb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730C48E-1ED0-4FD3-4E37-0EB5F295CEC6}"/>
                  </a:ext>
                </a:extLst>
              </p:cNvPr>
              <p:cNvCxnSpPr>
                <a:cxnSpLocks/>
              </p:cNvCxnSpPr>
              <p:nvPr/>
            </p:nvCxnSpPr>
            <p:spPr>
              <a:xfrm>
                <a:off x="4720464" y="5980617"/>
                <a:ext cx="1764870" cy="0"/>
              </a:xfrm>
              <a:prstGeom prst="line">
                <a:avLst/>
              </a:prstGeom>
              <a:ln w="57150">
                <a:solidFill>
                  <a:schemeClr val="tx2">
                    <a:lumMod val="75000"/>
                    <a:lumOff val="2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121527E-6872-CF5C-89A2-456F78EB8ED0}"/>
                  </a:ext>
                </a:extLst>
              </p:cNvPr>
              <p:cNvCxnSpPr>
                <a:cxnSpLocks/>
              </p:cNvCxnSpPr>
              <p:nvPr/>
            </p:nvCxnSpPr>
            <p:spPr>
              <a:xfrm flipV="1">
                <a:off x="6482336" y="4513431"/>
                <a:ext cx="0" cy="1467186"/>
              </a:xfrm>
              <a:prstGeom prst="line">
                <a:avLst/>
              </a:prstGeom>
              <a:ln w="57150">
                <a:solidFill>
                  <a:schemeClr val="tx2">
                    <a:lumMod val="75000"/>
                    <a:lumOff val="25000"/>
                    <a:alpha val="8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A5348DA-CCB4-F7D0-6056-DFD17911EF8D}"/>
                  </a:ext>
                </a:extLst>
              </p:cNvPr>
              <p:cNvSpPr txBox="1"/>
              <p:nvPr/>
            </p:nvSpPr>
            <p:spPr>
              <a:xfrm>
                <a:off x="4132342" y="5060400"/>
                <a:ext cx="2275752" cy="615197"/>
              </a:xfrm>
              <a:prstGeom prst="rect">
                <a:avLst/>
              </a:prstGeom>
              <a:noFill/>
            </p:spPr>
            <p:txBody>
              <a:bodyPr wrap="square">
                <a:spAutoFit/>
              </a:bodyPr>
              <a:lstStyle/>
              <a:p>
                <a:pPr algn="ctr"/>
                <a:r>
                  <a:rPr lang="en-US" sz="1400" b="1" dirty="0" err="1">
                    <a:solidFill>
                      <a:srgbClr val="00B050"/>
                    </a:solidFill>
                  </a:rPr>
                  <a:t>XBee</a:t>
                </a:r>
                <a:r>
                  <a:rPr lang="en-US" sz="1400" b="1" dirty="0">
                    <a:solidFill>
                      <a:srgbClr val="00B050"/>
                    </a:solidFill>
                  </a:rPr>
                  <a:t> TX</a:t>
                </a:r>
              </a:p>
              <a:p>
                <a:pPr algn="ctr"/>
                <a:r>
                  <a:rPr lang="en-US" sz="1400" b="1" dirty="0">
                    <a:solidFill>
                      <a:srgbClr val="00B050"/>
                    </a:solidFill>
                  </a:rPr>
                  <a:t>(To MCU RX / Pin 16)</a:t>
                </a:r>
              </a:p>
            </p:txBody>
          </p:sp>
          <p:sp>
            <p:nvSpPr>
              <p:cNvPr id="43" name="TextBox 42">
                <a:extLst>
                  <a:ext uri="{FF2B5EF4-FFF2-40B4-BE49-F238E27FC236}">
                    <a16:creationId xmlns:a16="http://schemas.microsoft.com/office/drawing/2014/main" id="{9DC1591E-B056-E397-9461-D54EFAD51260}"/>
                  </a:ext>
                </a:extLst>
              </p:cNvPr>
              <p:cNvSpPr txBox="1"/>
              <p:nvPr/>
            </p:nvSpPr>
            <p:spPr>
              <a:xfrm>
                <a:off x="4561401" y="5995099"/>
                <a:ext cx="2977031" cy="361881"/>
              </a:xfrm>
              <a:prstGeom prst="rect">
                <a:avLst/>
              </a:prstGeom>
              <a:noFill/>
            </p:spPr>
            <p:txBody>
              <a:bodyPr wrap="square">
                <a:spAutoFit/>
              </a:bodyPr>
              <a:lstStyle/>
              <a:p>
                <a:pPr algn="ctr"/>
                <a:r>
                  <a:rPr lang="en-US" sz="1400" b="1" dirty="0" err="1">
                    <a:solidFill>
                      <a:schemeClr val="tx2">
                        <a:lumMod val="75000"/>
                        <a:lumOff val="25000"/>
                      </a:schemeClr>
                    </a:solidFill>
                  </a:rPr>
                  <a:t>XBee</a:t>
                </a:r>
                <a:r>
                  <a:rPr lang="en-US" sz="1400" b="1" dirty="0">
                    <a:solidFill>
                      <a:schemeClr val="tx2">
                        <a:lumMod val="75000"/>
                        <a:lumOff val="25000"/>
                      </a:schemeClr>
                    </a:solidFill>
                  </a:rPr>
                  <a:t> RX (To MCU TX / Pin 17)</a:t>
                </a:r>
              </a:p>
            </p:txBody>
          </p:sp>
          <p:cxnSp>
            <p:nvCxnSpPr>
              <p:cNvPr id="44" name="Straight Connector 43">
                <a:extLst>
                  <a:ext uri="{FF2B5EF4-FFF2-40B4-BE49-F238E27FC236}">
                    <a16:creationId xmlns:a16="http://schemas.microsoft.com/office/drawing/2014/main" id="{B69E3EB1-8017-9643-736E-B56E0763CB2C}"/>
                  </a:ext>
                </a:extLst>
              </p:cNvPr>
              <p:cNvCxnSpPr>
                <a:cxnSpLocks/>
              </p:cNvCxnSpPr>
              <p:nvPr/>
            </p:nvCxnSpPr>
            <p:spPr>
              <a:xfrm flipV="1">
                <a:off x="7703980" y="3027127"/>
                <a:ext cx="0" cy="558846"/>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873CC35-06B4-06F9-EDDE-337BDB49BA71}"/>
                  </a:ext>
                </a:extLst>
              </p:cNvPr>
              <p:cNvCxnSpPr>
                <a:cxnSpLocks/>
              </p:cNvCxnSpPr>
              <p:nvPr/>
            </p:nvCxnSpPr>
            <p:spPr>
              <a:xfrm flipH="1" flipV="1">
                <a:off x="7667455" y="3023313"/>
                <a:ext cx="854936" cy="1579"/>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23EF82F7-4266-E5F7-C9AE-8A717387F39B}"/>
                </a:ext>
              </a:extLst>
            </p:cNvPr>
            <p:cNvSpPr txBox="1"/>
            <p:nvPr/>
          </p:nvSpPr>
          <p:spPr>
            <a:xfrm>
              <a:off x="7425950" y="3378806"/>
              <a:ext cx="873621" cy="307777"/>
            </a:xfrm>
            <a:prstGeom prst="rect">
              <a:avLst/>
            </a:prstGeom>
            <a:noFill/>
          </p:spPr>
          <p:txBody>
            <a:bodyPr wrap="square">
              <a:spAutoFit/>
            </a:bodyPr>
            <a:lstStyle/>
            <a:p>
              <a:pPr algn="ctr"/>
              <a:r>
                <a:rPr lang="en-US" sz="1400" b="1">
                  <a:solidFill>
                    <a:srgbClr val="FF0000"/>
                  </a:solidFill>
                </a:rPr>
                <a:t>5V</a:t>
              </a:r>
            </a:p>
          </p:txBody>
        </p:sp>
      </p:grpSp>
      <p:grpSp>
        <p:nvGrpSpPr>
          <p:cNvPr id="59" name="Group 58">
            <a:extLst>
              <a:ext uri="{FF2B5EF4-FFF2-40B4-BE49-F238E27FC236}">
                <a16:creationId xmlns:a16="http://schemas.microsoft.com/office/drawing/2014/main" id="{09E8DD01-BD96-FE24-C1B4-6F1CC2CA405B}"/>
              </a:ext>
            </a:extLst>
          </p:cNvPr>
          <p:cNvGrpSpPr/>
          <p:nvPr/>
        </p:nvGrpSpPr>
        <p:grpSpPr>
          <a:xfrm>
            <a:off x="7378687" y="3429000"/>
            <a:ext cx="1718946" cy="1960868"/>
            <a:chOff x="1133511" y="3351046"/>
            <a:chExt cx="2373309" cy="2707327"/>
          </a:xfrm>
        </p:grpSpPr>
        <p:pic>
          <p:nvPicPr>
            <p:cNvPr id="11" name="Picture 10">
              <a:extLst>
                <a:ext uri="{FF2B5EF4-FFF2-40B4-BE49-F238E27FC236}">
                  <a16:creationId xmlns:a16="http://schemas.microsoft.com/office/drawing/2014/main" id="{FA1B96CD-69FA-0740-C807-557431217A0C}"/>
                </a:ext>
              </a:extLst>
            </p:cNvPr>
            <p:cNvPicPr>
              <a:picLocks noChangeAspect="1"/>
            </p:cNvPicPr>
            <p:nvPr/>
          </p:nvPicPr>
          <p:blipFill>
            <a:blip r:embed="rId4"/>
            <a:stretch>
              <a:fillRect/>
            </a:stretch>
          </p:blipFill>
          <p:spPr>
            <a:xfrm rot="5400000">
              <a:off x="1012330" y="3659514"/>
              <a:ext cx="2707327" cy="2090392"/>
            </a:xfrm>
            <a:prstGeom prst="rect">
              <a:avLst/>
            </a:prstGeom>
          </p:spPr>
        </p:pic>
        <p:sp>
          <p:nvSpPr>
            <p:cNvPr id="51" name="Rectangle 50">
              <a:extLst>
                <a:ext uri="{FF2B5EF4-FFF2-40B4-BE49-F238E27FC236}">
                  <a16:creationId xmlns:a16="http://schemas.microsoft.com/office/drawing/2014/main" id="{359AF9CD-975E-B228-F17B-1A097648A42A}"/>
                </a:ext>
              </a:extLst>
            </p:cNvPr>
            <p:cNvSpPr/>
            <p:nvPr/>
          </p:nvSpPr>
          <p:spPr>
            <a:xfrm>
              <a:off x="2513132" y="5451642"/>
              <a:ext cx="993688" cy="158750"/>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0192D22-4AC4-94CD-8A57-1C5A9144AD2B}"/>
                </a:ext>
              </a:extLst>
            </p:cNvPr>
            <p:cNvSpPr/>
            <p:nvPr/>
          </p:nvSpPr>
          <p:spPr>
            <a:xfrm>
              <a:off x="2523756" y="4035264"/>
              <a:ext cx="983064" cy="158750"/>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D2631C7-13B7-6BE8-9ACD-D66FB5C48C20}"/>
                </a:ext>
              </a:extLst>
            </p:cNvPr>
            <p:cNvSpPr/>
            <p:nvPr/>
          </p:nvSpPr>
          <p:spPr>
            <a:xfrm>
              <a:off x="2523755" y="4205920"/>
              <a:ext cx="983064" cy="15875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5C1F449-2313-F0B6-387A-9B522AB88BEA}"/>
                </a:ext>
              </a:extLst>
            </p:cNvPr>
            <p:cNvSpPr/>
            <p:nvPr/>
          </p:nvSpPr>
          <p:spPr>
            <a:xfrm>
              <a:off x="1133511" y="5451642"/>
              <a:ext cx="1019138" cy="158750"/>
            </a:xfrm>
            <a:prstGeom prst="rect">
              <a:avLst/>
            </a:prstGeom>
            <a:solidFill>
              <a:srgbClr val="FF0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3" name="Straight Arrow Connector 62">
            <a:extLst>
              <a:ext uri="{FF2B5EF4-FFF2-40B4-BE49-F238E27FC236}">
                <a16:creationId xmlns:a16="http://schemas.microsoft.com/office/drawing/2014/main" id="{FAB7792E-C05D-24ED-5F83-FE4629A0B873}"/>
              </a:ext>
            </a:extLst>
          </p:cNvPr>
          <p:cNvCxnSpPr>
            <a:cxnSpLocks/>
          </p:cNvCxnSpPr>
          <p:nvPr/>
        </p:nvCxnSpPr>
        <p:spPr>
          <a:xfrm flipV="1">
            <a:off x="7092850" y="5319452"/>
            <a:ext cx="985566" cy="311667"/>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E1D0C519-7AA1-5FE1-9C12-92E69D76BACE}"/>
              </a:ext>
            </a:extLst>
          </p:cNvPr>
          <p:cNvSpPr/>
          <p:nvPr/>
        </p:nvSpPr>
        <p:spPr>
          <a:xfrm>
            <a:off x="2514387" y="3885319"/>
            <a:ext cx="756465" cy="154227"/>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A749C811-48EE-605E-0476-E26921842466}"/>
              </a:ext>
            </a:extLst>
          </p:cNvPr>
          <p:cNvSpPr/>
          <p:nvPr/>
        </p:nvSpPr>
        <p:spPr>
          <a:xfrm>
            <a:off x="2514387" y="3716689"/>
            <a:ext cx="756465" cy="154226"/>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74D79C-5C2F-9D0C-C900-556E1CE1EA25}"/>
              </a:ext>
            </a:extLst>
          </p:cNvPr>
          <p:cNvSpPr/>
          <p:nvPr/>
        </p:nvSpPr>
        <p:spPr>
          <a:xfrm>
            <a:off x="2514387" y="5319452"/>
            <a:ext cx="756465" cy="154227"/>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5">
            <a:extLst>
              <a:ext uri="{FF2B5EF4-FFF2-40B4-BE49-F238E27FC236}">
                <a16:creationId xmlns:a16="http://schemas.microsoft.com/office/drawing/2014/main" id="{04002BEF-E260-2DBD-B746-558A7A1FB74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98437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445B-4D50-BD43-F373-A99D54468EDD}"/>
              </a:ext>
            </a:extLst>
          </p:cNvPr>
          <p:cNvSpPr>
            <a:spLocks noGrp="1"/>
          </p:cNvSpPr>
          <p:nvPr>
            <p:ph type="title"/>
          </p:nvPr>
        </p:nvSpPr>
        <p:spPr/>
        <p:txBody>
          <a:bodyPr>
            <a:normAutofit/>
          </a:bodyPr>
          <a:lstStyle/>
          <a:p>
            <a:r>
              <a:rPr lang="en-US" sz="2800" b="1" dirty="0"/>
              <a:t>Task 3 – Program KestrelSAT &amp; Test Link</a:t>
            </a:r>
          </a:p>
        </p:txBody>
      </p:sp>
      <p:sp>
        <p:nvSpPr>
          <p:cNvPr id="3" name="Content Placeholder 2">
            <a:extLst>
              <a:ext uri="{FF2B5EF4-FFF2-40B4-BE49-F238E27FC236}">
                <a16:creationId xmlns:a16="http://schemas.microsoft.com/office/drawing/2014/main" id="{CDF75901-CA76-C7E9-784C-DB787D3C734C}"/>
              </a:ext>
            </a:extLst>
          </p:cNvPr>
          <p:cNvSpPr>
            <a:spLocks noGrp="1"/>
          </p:cNvSpPr>
          <p:nvPr>
            <p:ph idx="1"/>
          </p:nvPr>
        </p:nvSpPr>
        <p:spPr>
          <a:xfrm>
            <a:off x="1066990" y="1174590"/>
            <a:ext cx="7991295" cy="5110201"/>
          </a:xfrm>
        </p:spPr>
        <p:txBody>
          <a:bodyPr>
            <a:normAutofit/>
          </a:bodyPr>
          <a:lstStyle/>
          <a:p>
            <a:pPr marL="514350" indent="-514350">
              <a:buAutoNum type="arabicParenBoth"/>
            </a:pPr>
            <a:r>
              <a:rPr lang="en-US" sz="1400" dirty="0"/>
              <a:t>Download the lab code from Teams or instructor USB. </a:t>
            </a:r>
          </a:p>
          <a:p>
            <a:pPr marL="514350" indent="-514350">
              <a:buAutoNum type="arabicParenBoth"/>
            </a:pPr>
            <a:r>
              <a:rPr lang="en-US" sz="1400" dirty="0"/>
              <a:t>Upload the code to KestrelSAT using </a:t>
            </a:r>
            <a:r>
              <a:rPr lang="en-US" sz="1400" dirty="0" err="1"/>
              <a:t>PlatformIO</a:t>
            </a:r>
            <a:r>
              <a:rPr lang="en-US" sz="1400" dirty="0"/>
              <a:t>.</a:t>
            </a:r>
          </a:p>
          <a:p>
            <a:pPr marL="514350" indent="-514350">
              <a:buAutoNum type="arabicParenBoth"/>
            </a:pPr>
            <a:r>
              <a:rPr lang="en-US" sz="1400" dirty="0"/>
              <a:t>Unplug KestrelSAT from your laptop and power it on via the onboard battery. </a:t>
            </a:r>
          </a:p>
          <a:p>
            <a:pPr marL="514350" indent="-514350">
              <a:buAutoNum type="arabicParenBoth"/>
            </a:pPr>
            <a:r>
              <a:rPr lang="en-US" sz="1400" dirty="0"/>
              <a:t>Connect the ground station </a:t>
            </a:r>
            <a:r>
              <a:rPr lang="en-US" sz="1400" dirty="0" err="1"/>
              <a:t>Xbee</a:t>
            </a:r>
            <a:r>
              <a:rPr lang="en-US" sz="1400" dirty="0"/>
              <a:t> with </a:t>
            </a:r>
            <a:r>
              <a:rPr lang="en-US" sz="1400" b="1" dirty="0"/>
              <a:t>PCB antenna </a:t>
            </a:r>
            <a:r>
              <a:rPr lang="en-US" sz="1400" dirty="0"/>
              <a:t>to your laptop and open a serial connection to it using </a:t>
            </a:r>
            <a:r>
              <a:rPr lang="en-US" sz="1400" b="1" dirty="0"/>
              <a:t>KestrelSAT Ground station GUI</a:t>
            </a:r>
            <a:r>
              <a:rPr lang="en-US" sz="1400" dirty="0"/>
              <a:t>. </a:t>
            </a:r>
          </a:p>
          <a:p>
            <a:pPr marL="0" indent="0" algn="ctr">
              <a:buNone/>
            </a:pPr>
            <a:r>
              <a:rPr lang="en-US" sz="1400" b="1" dirty="0">
                <a:solidFill>
                  <a:srgbClr val="FF0000"/>
                </a:solidFill>
                <a:highlight>
                  <a:srgbClr val="FFFF00"/>
                </a:highlight>
              </a:rPr>
              <a:t>**Make sure to select correct COMPORT and 9600 for Baud Rate**</a:t>
            </a:r>
          </a:p>
          <a:p>
            <a:pPr marL="457200" lvl="1" indent="0">
              <a:buNone/>
            </a:pPr>
            <a:endParaRPr lang="en-US" sz="1100" dirty="0">
              <a:solidFill>
                <a:srgbClr val="FF0000"/>
              </a:solidFill>
            </a:endParaRPr>
          </a:p>
          <a:p>
            <a:pPr marL="457200" lvl="1" indent="0">
              <a:buNone/>
            </a:pPr>
            <a:r>
              <a:rPr lang="en-US" sz="1100" dirty="0">
                <a:solidFill>
                  <a:srgbClr val="00B0F0"/>
                </a:solidFill>
              </a:rPr>
              <a:t>KestrelSAT responds to the following commands: </a:t>
            </a:r>
          </a:p>
          <a:p>
            <a:pPr marL="457200" lvl="1" indent="0">
              <a:buNone/>
            </a:pPr>
            <a:r>
              <a:rPr lang="en-US" sz="1100" dirty="0">
                <a:solidFill>
                  <a:srgbClr val="00B0F0"/>
                </a:solidFill>
              </a:rPr>
              <a:t>1 </a:t>
            </a:r>
            <a:r>
              <a:rPr lang="en-US" sz="1100" dirty="0">
                <a:solidFill>
                  <a:srgbClr val="00B0F0"/>
                </a:solidFill>
                <a:sym typeface="Wingdings" panose="05000000000000000000" pitchFamily="2" charset="2"/>
              </a:rPr>
              <a:t> </a:t>
            </a:r>
            <a:r>
              <a:rPr lang="en-US" sz="1100" dirty="0">
                <a:solidFill>
                  <a:srgbClr val="00B0F0"/>
                </a:solidFill>
              </a:rPr>
              <a:t>help</a:t>
            </a:r>
          </a:p>
          <a:p>
            <a:pPr marL="457200" lvl="1" indent="0">
              <a:buNone/>
            </a:pPr>
            <a:r>
              <a:rPr lang="en-US" sz="1100" dirty="0">
                <a:solidFill>
                  <a:srgbClr val="00B0F0"/>
                </a:solidFill>
              </a:rPr>
              <a:t>2 </a:t>
            </a:r>
            <a:r>
              <a:rPr lang="en-US" sz="1100" dirty="0">
                <a:solidFill>
                  <a:srgbClr val="00B0F0"/>
                </a:solidFill>
                <a:sym typeface="Wingdings" panose="05000000000000000000" pitchFamily="2" charset="2"/>
              </a:rPr>
              <a:t> </a:t>
            </a:r>
            <a:r>
              <a:rPr lang="en-US" sz="1100" dirty="0">
                <a:solidFill>
                  <a:srgbClr val="00B0F0"/>
                </a:solidFill>
              </a:rPr>
              <a:t>get RSSI</a:t>
            </a:r>
          </a:p>
          <a:p>
            <a:pPr marL="457200" lvl="1" indent="0">
              <a:buNone/>
            </a:pPr>
            <a:r>
              <a:rPr lang="en-US" sz="1100" dirty="0">
                <a:solidFill>
                  <a:srgbClr val="00B0F0"/>
                </a:solidFill>
              </a:rPr>
              <a:t>3 </a:t>
            </a:r>
            <a:r>
              <a:rPr lang="en-US" sz="1100" dirty="0">
                <a:solidFill>
                  <a:srgbClr val="00B0F0"/>
                </a:solidFill>
                <a:sym typeface="Wingdings" panose="05000000000000000000" pitchFamily="2" charset="2"/>
              </a:rPr>
              <a:t> </a:t>
            </a:r>
            <a:r>
              <a:rPr lang="en-US" sz="1100" dirty="0">
                <a:solidFill>
                  <a:srgbClr val="00B0F0"/>
                </a:solidFill>
              </a:rPr>
              <a:t>toggle LED</a:t>
            </a:r>
          </a:p>
          <a:p>
            <a:pPr marL="457200" lvl="1" indent="0">
              <a:buNone/>
            </a:pPr>
            <a:endParaRPr lang="en-US" sz="1100" dirty="0">
              <a:solidFill>
                <a:srgbClr val="00B0F0"/>
              </a:solidFill>
            </a:endParaRPr>
          </a:p>
          <a:p>
            <a:pPr marL="457200" lvl="1" indent="0">
              <a:buNone/>
            </a:pPr>
            <a:r>
              <a:rPr lang="en-US" sz="1100" dirty="0">
                <a:solidFill>
                  <a:srgbClr val="00B0F0"/>
                </a:solidFill>
              </a:rPr>
              <a:t>(ex) Send 3 to turn the LED on or off. </a:t>
            </a:r>
          </a:p>
          <a:p>
            <a:pPr marL="457200" lvl="1" indent="0">
              <a:buNone/>
            </a:pPr>
            <a:r>
              <a:rPr lang="en-US" sz="1100" dirty="0">
                <a:solidFill>
                  <a:srgbClr val="00B0F0"/>
                </a:solidFill>
              </a:rPr>
              <a:t>(ex) Send 2 to get </a:t>
            </a:r>
            <a:r>
              <a:rPr lang="en-US" sz="1100" dirty="0" err="1">
                <a:solidFill>
                  <a:srgbClr val="00B0F0"/>
                </a:solidFill>
              </a:rPr>
              <a:t>XBee’s</a:t>
            </a:r>
            <a:r>
              <a:rPr lang="en-US" sz="1100" dirty="0">
                <a:solidFill>
                  <a:srgbClr val="00B0F0"/>
                </a:solidFill>
              </a:rPr>
              <a:t> current RSSI. </a:t>
            </a:r>
            <a:endParaRPr lang="en-US" sz="1050" dirty="0">
              <a:solidFill>
                <a:srgbClr val="00B0F0"/>
              </a:solidFill>
            </a:endParaRPr>
          </a:p>
          <a:p>
            <a:pPr marL="0" indent="0">
              <a:buNone/>
            </a:pPr>
            <a:endParaRPr lang="en-US" sz="1400" dirty="0"/>
          </a:p>
          <a:p>
            <a:pPr marL="0" indent="0">
              <a:buNone/>
            </a:pPr>
            <a:r>
              <a:rPr lang="en-US" sz="1400" dirty="0"/>
              <a:t>(5)   Confirm that toggling the LED and getting RSSI works correctly. </a:t>
            </a:r>
          </a:p>
          <a:p>
            <a:pPr marL="0" indent="0">
              <a:buNone/>
            </a:pPr>
            <a:endParaRPr lang="en-US" sz="1400" dirty="0"/>
          </a:p>
          <a:p>
            <a:pPr marL="0" indent="0">
              <a:buNone/>
            </a:pPr>
            <a:endParaRPr lang="en-US" sz="1400" dirty="0"/>
          </a:p>
        </p:txBody>
      </p:sp>
      <p:sp>
        <p:nvSpPr>
          <p:cNvPr id="4" name="Footer Placeholder 3">
            <a:extLst>
              <a:ext uri="{FF2B5EF4-FFF2-40B4-BE49-F238E27FC236}">
                <a16:creationId xmlns:a16="http://schemas.microsoft.com/office/drawing/2014/main" id="{888DF78E-3538-2D8E-2123-48F05A0B27D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3AE1B8E-F638-8CEB-EAFA-2C6FBD8B0AD1}"/>
              </a:ext>
            </a:extLst>
          </p:cNvPr>
          <p:cNvSpPr>
            <a:spLocks noGrp="1"/>
          </p:cNvSpPr>
          <p:nvPr>
            <p:ph type="sldNum" sz="quarter" idx="12"/>
          </p:nvPr>
        </p:nvSpPr>
        <p:spPr/>
        <p:txBody>
          <a:bodyPr/>
          <a:lstStyle/>
          <a:p>
            <a:fld id="{9A3029B7-FE6B-4680-9049-80E8298A0825}" type="slidenum">
              <a:rPr lang="en-US" smtClean="0"/>
              <a:t>14</a:t>
            </a:fld>
            <a:endParaRPr lang="en-US"/>
          </a:p>
        </p:txBody>
      </p:sp>
      <p:grpSp>
        <p:nvGrpSpPr>
          <p:cNvPr id="12" name="Group 11">
            <a:extLst>
              <a:ext uri="{FF2B5EF4-FFF2-40B4-BE49-F238E27FC236}">
                <a16:creationId xmlns:a16="http://schemas.microsoft.com/office/drawing/2014/main" id="{AD7C983D-172D-FD71-CF04-1F074A9D7124}"/>
              </a:ext>
            </a:extLst>
          </p:cNvPr>
          <p:cNvGrpSpPr/>
          <p:nvPr/>
        </p:nvGrpSpPr>
        <p:grpSpPr>
          <a:xfrm>
            <a:off x="3529791" y="5257274"/>
            <a:ext cx="2961100" cy="1464203"/>
            <a:chOff x="5943315" y="3848104"/>
            <a:chExt cx="2961100" cy="1464203"/>
          </a:xfrm>
        </p:grpSpPr>
        <p:pic>
          <p:nvPicPr>
            <p:cNvPr id="7" name="Picture 6">
              <a:extLst>
                <a:ext uri="{FF2B5EF4-FFF2-40B4-BE49-F238E27FC236}">
                  <a16:creationId xmlns:a16="http://schemas.microsoft.com/office/drawing/2014/main" id="{BAFB0746-B7A2-7286-352E-8B9184C2AAD6}"/>
                </a:ext>
              </a:extLst>
            </p:cNvPr>
            <p:cNvPicPr>
              <a:picLocks noChangeAspect="1"/>
            </p:cNvPicPr>
            <p:nvPr/>
          </p:nvPicPr>
          <p:blipFill>
            <a:blip r:embed="rId2"/>
            <a:srcRect r="25437"/>
            <a:stretch>
              <a:fillRect/>
            </a:stretch>
          </p:blipFill>
          <p:spPr>
            <a:xfrm rot="5400000">
              <a:off x="6831254" y="2960165"/>
              <a:ext cx="1103375" cy="2879254"/>
            </a:xfrm>
            <a:prstGeom prst="rect">
              <a:avLst/>
            </a:prstGeom>
          </p:spPr>
        </p:pic>
        <p:sp>
          <p:nvSpPr>
            <p:cNvPr id="8" name="Rectangle 7">
              <a:extLst>
                <a:ext uri="{FF2B5EF4-FFF2-40B4-BE49-F238E27FC236}">
                  <a16:creationId xmlns:a16="http://schemas.microsoft.com/office/drawing/2014/main" id="{FE34697E-2280-9CB3-8A8E-27EE6411C80C}"/>
                </a:ext>
              </a:extLst>
            </p:cNvPr>
            <p:cNvSpPr/>
            <p:nvPr/>
          </p:nvSpPr>
          <p:spPr>
            <a:xfrm>
              <a:off x="7382941" y="4337918"/>
              <a:ext cx="237059" cy="416962"/>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5E19FF-16F9-3134-A584-DE4D15BB2732}"/>
                </a:ext>
              </a:extLst>
            </p:cNvPr>
            <p:cNvSpPr txBox="1"/>
            <p:nvPr/>
          </p:nvSpPr>
          <p:spPr>
            <a:xfrm>
              <a:off x="7698414" y="4973753"/>
              <a:ext cx="1206001" cy="338554"/>
            </a:xfrm>
            <a:prstGeom prst="rect">
              <a:avLst/>
            </a:prstGeom>
            <a:noFill/>
          </p:spPr>
          <p:txBody>
            <a:bodyPr wrap="square">
              <a:spAutoFit/>
            </a:bodyPr>
            <a:lstStyle/>
            <a:p>
              <a:pPr algn="ctr"/>
              <a:r>
                <a:rPr lang="en-US" sz="1600" b="1" dirty="0">
                  <a:solidFill>
                    <a:srgbClr val="00B0F0"/>
                  </a:solidFill>
                </a:rPr>
                <a:t>LED</a:t>
              </a:r>
            </a:p>
          </p:txBody>
        </p:sp>
        <p:cxnSp>
          <p:nvCxnSpPr>
            <p:cNvPr id="10" name="Straight Arrow Connector 9">
              <a:extLst>
                <a:ext uri="{FF2B5EF4-FFF2-40B4-BE49-F238E27FC236}">
                  <a16:creationId xmlns:a16="http://schemas.microsoft.com/office/drawing/2014/main" id="{70298041-6507-D49D-E739-5FE14A71006F}"/>
                </a:ext>
              </a:extLst>
            </p:cNvPr>
            <p:cNvCxnSpPr>
              <a:cxnSpLocks/>
            </p:cNvCxnSpPr>
            <p:nvPr/>
          </p:nvCxnSpPr>
          <p:spPr>
            <a:xfrm flipH="1" flipV="1">
              <a:off x="7538155" y="4534181"/>
              <a:ext cx="536190" cy="608849"/>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grpSp>
      <p:sp>
        <p:nvSpPr>
          <p:cNvPr id="13" name="Content Placeholder 5">
            <a:extLst>
              <a:ext uri="{FF2B5EF4-FFF2-40B4-BE49-F238E27FC236}">
                <a16:creationId xmlns:a16="http://schemas.microsoft.com/office/drawing/2014/main" id="{E6939C93-3583-DEF7-CB94-D2ED8E5E5F0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6" name="TextBox 5">
            <a:extLst>
              <a:ext uri="{FF2B5EF4-FFF2-40B4-BE49-F238E27FC236}">
                <a16:creationId xmlns:a16="http://schemas.microsoft.com/office/drawing/2014/main" id="{ABE3CE71-CF6F-036E-3466-954D56B41D56}"/>
              </a:ext>
            </a:extLst>
          </p:cNvPr>
          <p:cNvSpPr txBox="1"/>
          <p:nvPr/>
        </p:nvSpPr>
        <p:spPr>
          <a:xfrm>
            <a:off x="5392726" y="3444785"/>
            <a:ext cx="2428146" cy="954107"/>
          </a:xfrm>
          <a:prstGeom prst="rect">
            <a:avLst/>
          </a:prstGeom>
          <a:noFill/>
          <a:ln w="38100">
            <a:solidFill>
              <a:srgbClr val="FF0000"/>
            </a:solidFill>
          </a:ln>
        </p:spPr>
        <p:txBody>
          <a:bodyPr wrap="square" rtlCol="0">
            <a:spAutoFit/>
          </a:bodyPr>
          <a:lstStyle/>
          <a:p>
            <a:pPr algn="ctr"/>
            <a:r>
              <a:rPr lang="en-US" sz="1400" b="1" dirty="0" err="1">
                <a:solidFill>
                  <a:srgbClr val="FF0000"/>
                </a:solidFill>
                <a:latin typeface="Segoe UI" panose="020B0502040204020203" pitchFamily="34" charset="0"/>
                <a:cs typeface="Segoe UI" panose="020B0502040204020203" pitchFamily="34" charset="0"/>
              </a:rPr>
              <a:t>XBee</a:t>
            </a:r>
            <a:r>
              <a:rPr lang="en-US" sz="1400" b="1" dirty="0">
                <a:solidFill>
                  <a:srgbClr val="FF0000"/>
                </a:solidFill>
                <a:latin typeface="Segoe UI" panose="020B0502040204020203" pitchFamily="34" charset="0"/>
                <a:cs typeface="Segoe UI" panose="020B0502040204020203" pitchFamily="34" charset="0"/>
              </a:rPr>
              <a:t> USB not recognized by your computer? </a:t>
            </a:r>
            <a:endParaRPr lang="en-US" sz="1400" dirty="0">
              <a:solidFill>
                <a:srgbClr val="FF0000"/>
              </a:solidFill>
              <a:latin typeface="Segoe UI" panose="020B0502040204020203" pitchFamily="34" charset="0"/>
              <a:cs typeface="Segoe UI" panose="020B0502040204020203" pitchFamily="34" charset="0"/>
            </a:endParaRPr>
          </a:p>
          <a:p>
            <a:pPr algn="ctr"/>
            <a:r>
              <a:rPr lang="en-US" sz="1400" dirty="0">
                <a:solidFill>
                  <a:srgbClr val="FF0000"/>
                </a:solidFill>
                <a:latin typeface="Segoe UI" panose="020B0502040204020203" pitchFamily="34" charset="0"/>
                <a:cs typeface="Segoe UI" panose="020B0502040204020203" pitchFamily="34" charset="0"/>
              </a:rPr>
              <a:t>Follow the directions to install FTDI Drivers </a:t>
            </a:r>
            <a:r>
              <a:rPr lang="en-US" sz="1400" dirty="0">
                <a:solidFill>
                  <a:srgbClr val="0070C0"/>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here</a:t>
            </a:r>
            <a:endParaRPr lang="en-US" sz="1400" dirty="0">
              <a:solidFill>
                <a:srgbClr val="0070C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D7DC3722-0BE1-1918-8243-B05EDD273286}"/>
              </a:ext>
            </a:extLst>
          </p:cNvPr>
          <p:cNvSpPr txBox="1"/>
          <p:nvPr/>
        </p:nvSpPr>
        <p:spPr>
          <a:xfrm>
            <a:off x="6201486" y="969035"/>
            <a:ext cx="2319266" cy="769441"/>
          </a:xfrm>
          <a:prstGeom prst="rect">
            <a:avLst/>
          </a:prstGeom>
          <a:noFill/>
          <a:ln w="38100">
            <a:solidFill>
              <a:srgbClr val="FF0000"/>
            </a:solidFill>
          </a:ln>
        </p:spPr>
        <p:txBody>
          <a:bodyPr wrap="square" rtlCol="0">
            <a:spAutoFit/>
          </a:bodyPr>
          <a:lstStyle/>
          <a:p>
            <a:pPr algn="ctr"/>
            <a:r>
              <a:rPr lang="en-US" sz="1100" b="1" dirty="0">
                <a:solidFill>
                  <a:srgbClr val="FF0000"/>
                </a:solidFill>
                <a:latin typeface="Segoe UI" panose="020B0502040204020203" pitchFamily="34" charset="0"/>
                <a:cs typeface="Segoe UI" panose="020B0502040204020203" pitchFamily="34" charset="0"/>
              </a:rPr>
              <a:t>Error 2 during upload of code to your MCU?</a:t>
            </a:r>
          </a:p>
          <a:p>
            <a:pPr algn="ctr"/>
            <a:r>
              <a:rPr lang="en-US" sz="1100" dirty="0">
                <a:solidFill>
                  <a:srgbClr val="FF0000"/>
                </a:solidFill>
                <a:latin typeface="Segoe UI" panose="020B0502040204020203" pitchFamily="34" charset="0"/>
                <a:cs typeface="Segoe UI" panose="020B0502040204020203" pitchFamily="34" charset="0"/>
              </a:rPr>
              <a:t>Try holding down the boot button on the MCU and re-uploading.</a:t>
            </a:r>
          </a:p>
        </p:txBody>
      </p:sp>
    </p:spTree>
    <p:extLst>
      <p:ext uri="{BB962C8B-B14F-4D97-AF65-F5344CB8AC3E}">
        <p14:creationId xmlns:p14="http://schemas.microsoft.com/office/powerpoint/2010/main" val="123059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27E8E-2BAA-DA4F-8F47-2FB3D22E64B4}"/>
              </a:ext>
            </a:extLst>
          </p:cNvPr>
          <p:cNvSpPr>
            <a:spLocks noGrp="1"/>
          </p:cNvSpPr>
          <p:nvPr>
            <p:ph type="title"/>
          </p:nvPr>
        </p:nvSpPr>
        <p:spPr/>
        <p:txBody>
          <a:bodyPr>
            <a:normAutofit/>
          </a:bodyPr>
          <a:lstStyle/>
          <a:p>
            <a:r>
              <a:rPr lang="en-US" sz="2800" b="1" dirty="0"/>
              <a:t>Task 4A – Gather RSSI Data (PCB antenna)</a:t>
            </a:r>
          </a:p>
        </p:txBody>
      </p:sp>
      <p:sp>
        <p:nvSpPr>
          <p:cNvPr id="3" name="Content Placeholder 2">
            <a:extLst>
              <a:ext uri="{FF2B5EF4-FFF2-40B4-BE49-F238E27FC236}">
                <a16:creationId xmlns:a16="http://schemas.microsoft.com/office/drawing/2014/main" id="{160C7555-5EA7-646F-2436-C3CCA7F53A1C}"/>
              </a:ext>
            </a:extLst>
          </p:cNvPr>
          <p:cNvSpPr>
            <a:spLocks noGrp="1"/>
          </p:cNvSpPr>
          <p:nvPr>
            <p:ph idx="1"/>
          </p:nvPr>
        </p:nvSpPr>
        <p:spPr>
          <a:xfrm>
            <a:off x="1106340" y="991874"/>
            <a:ext cx="7886700" cy="5302600"/>
          </a:xfrm>
        </p:spPr>
        <p:txBody>
          <a:bodyPr>
            <a:normAutofit/>
          </a:bodyPr>
          <a:lstStyle/>
          <a:p>
            <a:pPr marL="457200" indent="-457200">
              <a:buAutoNum type="arabicParenBoth"/>
            </a:pPr>
            <a:r>
              <a:rPr lang="en-US" sz="1600" dirty="0"/>
              <a:t>Take KestrelSAT and the ground station outside.</a:t>
            </a:r>
          </a:p>
          <a:p>
            <a:pPr marL="457200" indent="-457200">
              <a:buAutoNum type="arabicParenBoth"/>
            </a:pPr>
            <a:r>
              <a:rPr lang="en-US" sz="1600" dirty="0"/>
              <a:t>Collect RSSI values at the following distances:</a:t>
            </a:r>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r>
              <a:rPr lang="en-US" sz="1600" dirty="0"/>
              <a:t>Next, continue moving KestrelSAT farther away from the ground station. Periodically take a RSSI measurement and toggle the LED. Record the distance for each measurement (count Terrazzo tiles). Continue until you can no longer get consistent RSSI values. Note you may be able to go farther and still toggle the LED (why?). </a:t>
            </a:r>
          </a:p>
        </p:txBody>
      </p:sp>
      <p:sp>
        <p:nvSpPr>
          <p:cNvPr id="4" name="Footer Placeholder 3">
            <a:extLst>
              <a:ext uri="{FF2B5EF4-FFF2-40B4-BE49-F238E27FC236}">
                <a16:creationId xmlns:a16="http://schemas.microsoft.com/office/drawing/2014/main" id="{7A13C90F-E52D-5F13-FA37-29249252A97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A9B10851-771C-A7FF-939A-975D699A82B9}"/>
              </a:ext>
            </a:extLst>
          </p:cNvPr>
          <p:cNvSpPr>
            <a:spLocks noGrp="1"/>
          </p:cNvSpPr>
          <p:nvPr>
            <p:ph type="sldNum" sz="quarter" idx="12"/>
          </p:nvPr>
        </p:nvSpPr>
        <p:spPr/>
        <p:txBody>
          <a:bodyPr/>
          <a:lstStyle/>
          <a:p>
            <a:fld id="{9A3029B7-FE6B-4680-9049-80E8298A0825}" type="slidenum">
              <a:rPr lang="en-US" smtClean="0"/>
              <a:t>15</a:t>
            </a:fld>
            <a:endParaRPr lang="en-US"/>
          </a:p>
        </p:txBody>
      </p:sp>
      <p:graphicFrame>
        <p:nvGraphicFramePr>
          <p:cNvPr id="6" name="Table 5">
            <a:extLst>
              <a:ext uri="{FF2B5EF4-FFF2-40B4-BE49-F238E27FC236}">
                <a16:creationId xmlns:a16="http://schemas.microsoft.com/office/drawing/2014/main" id="{1E636C54-74E9-204B-AA75-128E8CAC249E}"/>
              </a:ext>
            </a:extLst>
          </p:cNvPr>
          <p:cNvGraphicFramePr>
            <a:graphicFrameLocks noGrp="1"/>
          </p:cNvGraphicFramePr>
          <p:nvPr>
            <p:extLst>
              <p:ext uri="{D42A27DB-BD31-4B8C-83A1-F6EECF244321}">
                <p14:modId xmlns:p14="http://schemas.microsoft.com/office/powerpoint/2010/main" val="1936202639"/>
              </p:ext>
            </p:extLst>
          </p:nvPr>
        </p:nvGraphicFramePr>
        <p:xfrm>
          <a:off x="3489157" y="1657923"/>
          <a:ext cx="3042368" cy="167640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r>
                        <a:rPr lang="en-US" sz="1600" dirty="0"/>
                        <a:t>0.5</a:t>
                      </a:r>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r>
                        <a:rPr lang="en-US" sz="1600" dirty="0"/>
                        <a:t>1</a:t>
                      </a:r>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r>
                        <a:rPr lang="en-US" sz="1600" dirty="0"/>
                        <a:t>2</a:t>
                      </a:r>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r>
                        <a:rPr lang="en-US" sz="1600" dirty="0"/>
                        <a:t>5</a:t>
                      </a:r>
                    </a:p>
                  </a:txBody>
                  <a:tcPr/>
                </a:tc>
                <a:tc>
                  <a:txBody>
                    <a:bodyPr/>
                    <a:lstStyle/>
                    <a:p>
                      <a:endParaRPr lang="en-US" sz="1600" dirty="0"/>
                    </a:p>
                  </a:txBody>
                  <a:tcPr/>
                </a:tc>
                <a:extLst>
                  <a:ext uri="{0D108BD9-81ED-4DB2-BD59-A6C34878D82A}">
                    <a16:rowId xmlns:a16="http://schemas.microsoft.com/office/drawing/2014/main" val="3781843064"/>
                  </a:ext>
                </a:extLst>
              </a:tr>
            </a:tbl>
          </a:graphicData>
        </a:graphic>
      </p:graphicFrame>
      <p:graphicFrame>
        <p:nvGraphicFramePr>
          <p:cNvPr id="8" name="Table 7">
            <a:extLst>
              <a:ext uri="{FF2B5EF4-FFF2-40B4-BE49-F238E27FC236}">
                <a16:creationId xmlns:a16="http://schemas.microsoft.com/office/drawing/2014/main" id="{4D2871B1-AB1A-E749-7DD4-3EE5FE44EFBA}"/>
              </a:ext>
            </a:extLst>
          </p:cNvPr>
          <p:cNvGraphicFramePr>
            <a:graphicFrameLocks noGrp="1"/>
          </p:cNvGraphicFramePr>
          <p:nvPr>
            <p:extLst>
              <p:ext uri="{D42A27DB-BD31-4B8C-83A1-F6EECF244321}">
                <p14:modId xmlns:p14="http://schemas.microsoft.com/office/powerpoint/2010/main" val="208583034"/>
              </p:ext>
            </p:extLst>
          </p:nvPr>
        </p:nvGraphicFramePr>
        <p:xfrm>
          <a:off x="3489157" y="4436308"/>
          <a:ext cx="3042368" cy="23469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bl>
          </a:graphicData>
        </a:graphic>
      </p:graphicFrame>
      <p:sp>
        <p:nvSpPr>
          <p:cNvPr id="9" name="Content Placeholder 5">
            <a:extLst>
              <a:ext uri="{FF2B5EF4-FFF2-40B4-BE49-F238E27FC236}">
                <a16:creationId xmlns:a16="http://schemas.microsoft.com/office/drawing/2014/main" id="{84F11F40-B3DB-A80B-CD51-F4335F75373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36125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A97F4-180B-90E8-FF0B-6C6AD13D104B}"/>
              </a:ext>
            </a:extLst>
          </p:cNvPr>
          <p:cNvSpPr>
            <a:spLocks noGrp="1"/>
          </p:cNvSpPr>
          <p:nvPr>
            <p:ph type="title"/>
          </p:nvPr>
        </p:nvSpPr>
        <p:spPr/>
        <p:txBody>
          <a:bodyPr>
            <a:normAutofit/>
          </a:bodyPr>
          <a:lstStyle/>
          <a:p>
            <a:r>
              <a:rPr lang="en-US" sz="2400" b="1" dirty="0"/>
              <a:t>Task 4B – Gather RSSI Data (dipole antenna)</a:t>
            </a:r>
            <a:endParaRPr lang="en-US" sz="2400" dirty="0"/>
          </a:p>
        </p:txBody>
      </p:sp>
      <p:sp>
        <p:nvSpPr>
          <p:cNvPr id="3" name="Content Placeholder 2">
            <a:extLst>
              <a:ext uri="{FF2B5EF4-FFF2-40B4-BE49-F238E27FC236}">
                <a16:creationId xmlns:a16="http://schemas.microsoft.com/office/drawing/2014/main" id="{C0020B77-0753-284C-4057-51CF3E192C00}"/>
              </a:ext>
            </a:extLst>
          </p:cNvPr>
          <p:cNvSpPr>
            <a:spLocks noGrp="1"/>
          </p:cNvSpPr>
          <p:nvPr>
            <p:ph idx="1"/>
          </p:nvPr>
        </p:nvSpPr>
        <p:spPr>
          <a:xfrm>
            <a:off x="1106340" y="1002506"/>
            <a:ext cx="7886700" cy="5499186"/>
          </a:xfrm>
        </p:spPr>
        <p:txBody>
          <a:bodyPr>
            <a:normAutofit fontScale="92500" lnSpcReduction="10000"/>
          </a:bodyPr>
          <a:lstStyle/>
          <a:p>
            <a:pPr marL="514350" indent="-514350">
              <a:buAutoNum type="arabicParenBoth"/>
            </a:pPr>
            <a:r>
              <a:rPr lang="en-US" sz="2000" dirty="0"/>
              <a:t>Repeat Task 4A using an </a:t>
            </a:r>
            <a:r>
              <a:rPr lang="en-US" sz="2000" dirty="0" err="1"/>
              <a:t>XBee</a:t>
            </a:r>
            <a:r>
              <a:rPr lang="en-US" sz="2000" dirty="0"/>
              <a:t> with a Dipole antenna on your </a:t>
            </a:r>
            <a:r>
              <a:rPr lang="en-US" sz="2000" b="1" dirty="0"/>
              <a:t>ground station </a:t>
            </a:r>
            <a:r>
              <a:rPr lang="en-US" sz="2000" dirty="0"/>
              <a:t>instead of the PCB antenna used previously.</a:t>
            </a:r>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r>
              <a:rPr lang="en-US" sz="2000" dirty="0"/>
              <a:t>At or near max reliable range, try turning one of the dipoles so it is perpendicular to the other. </a:t>
            </a:r>
            <a:r>
              <a:rPr lang="en-US" sz="2000" b="1" dirty="0"/>
              <a:t>Record how this affects RSSI.</a:t>
            </a:r>
          </a:p>
        </p:txBody>
      </p:sp>
      <p:sp>
        <p:nvSpPr>
          <p:cNvPr id="4" name="Footer Placeholder 3">
            <a:extLst>
              <a:ext uri="{FF2B5EF4-FFF2-40B4-BE49-F238E27FC236}">
                <a16:creationId xmlns:a16="http://schemas.microsoft.com/office/drawing/2014/main" id="{578F8B0C-A6BE-1561-35CB-448D4807BEF6}"/>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5200C5-7278-F686-D72E-C41BE0446866}"/>
              </a:ext>
            </a:extLst>
          </p:cNvPr>
          <p:cNvSpPr>
            <a:spLocks noGrp="1"/>
          </p:cNvSpPr>
          <p:nvPr>
            <p:ph type="sldNum" sz="quarter" idx="12"/>
          </p:nvPr>
        </p:nvSpPr>
        <p:spPr/>
        <p:txBody>
          <a:bodyPr/>
          <a:lstStyle/>
          <a:p>
            <a:fld id="{9A3029B7-FE6B-4680-9049-80E8298A0825}" type="slidenum">
              <a:rPr lang="en-US" smtClean="0"/>
              <a:t>16</a:t>
            </a:fld>
            <a:endParaRPr lang="en-US"/>
          </a:p>
        </p:txBody>
      </p:sp>
      <p:graphicFrame>
        <p:nvGraphicFramePr>
          <p:cNvPr id="6" name="Table 5">
            <a:extLst>
              <a:ext uri="{FF2B5EF4-FFF2-40B4-BE49-F238E27FC236}">
                <a16:creationId xmlns:a16="http://schemas.microsoft.com/office/drawing/2014/main" id="{D87AADE7-699D-4353-01A8-8D8E4C192A6B}"/>
              </a:ext>
            </a:extLst>
          </p:cNvPr>
          <p:cNvGraphicFramePr>
            <a:graphicFrameLocks noGrp="1"/>
          </p:cNvGraphicFramePr>
          <p:nvPr>
            <p:extLst>
              <p:ext uri="{D42A27DB-BD31-4B8C-83A1-F6EECF244321}">
                <p14:modId xmlns:p14="http://schemas.microsoft.com/office/powerpoint/2010/main" val="4095035284"/>
              </p:ext>
            </p:extLst>
          </p:nvPr>
        </p:nvGraphicFramePr>
        <p:xfrm>
          <a:off x="3489157" y="1609704"/>
          <a:ext cx="3042368" cy="40233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54704439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0789742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2671178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65515"/>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51436446"/>
                  </a:ext>
                </a:extLst>
              </a:tr>
            </a:tbl>
          </a:graphicData>
        </a:graphic>
      </p:graphicFrame>
      <p:sp>
        <p:nvSpPr>
          <p:cNvPr id="7" name="Content Placeholder 5">
            <a:extLst>
              <a:ext uri="{FF2B5EF4-FFF2-40B4-BE49-F238E27FC236}">
                <a16:creationId xmlns:a16="http://schemas.microsoft.com/office/drawing/2014/main" id="{8C0A5740-3DB5-962F-7E7D-3FB70ECE352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004888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0251-C955-C66C-B367-92B91B2BAF16}"/>
              </a:ext>
            </a:extLst>
          </p:cNvPr>
          <p:cNvSpPr>
            <a:spLocks noGrp="1"/>
          </p:cNvSpPr>
          <p:nvPr>
            <p:ph type="title"/>
          </p:nvPr>
        </p:nvSpPr>
        <p:spPr/>
        <p:txBody>
          <a:bodyPr/>
          <a:lstStyle/>
          <a:p>
            <a:r>
              <a:rPr lang="en-US" b="1" dirty="0"/>
              <a:t>Task 5 </a:t>
            </a:r>
            <a:r>
              <a:rPr lang="en-US" b="1" u="sng" dirty="0">
                <a:solidFill>
                  <a:srgbClr val="FF0000"/>
                </a:solidFill>
              </a:rPr>
              <a:t>(optional but recommended)</a:t>
            </a:r>
          </a:p>
        </p:txBody>
      </p:sp>
      <p:sp>
        <p:nvSpPr>
          <p:cNvPr id="3" name="Content Placeholder 2">
            <a:extLst>
              <a:ext uri="{FF2B5EF4-FFF2-40B4-BE49-F238E27FC236}">
                <a16:creationId xmlns:a16="http://schemas.microsoft.com/office/drawing/2014/main" id="{FFA199D4-8FDE-1C4F-5F78-097DDEE9D155}"/>
              </a:ext>
            </a:extLst>
          </p:cNvPr>
          <p:cNvSpPr>
            <a:spLocks noGrp="1"/>
          </p:cNvSpPr>
          <p:nvPr>
            <p:ph idx="1"/>
          </p:nvPr>
        </p:nvSpPr>
        <p:spPr>
          <a:xfrm>
            <a:off x="1210936" y="2875280"/>
            <a:ext cx="5624204" cy="3213100"/>
          </a:xfrm>
        </p:spPr>
        <p:txBody>
          <a:bodyPr>
            <a:normAutofit/>
          </a:bodyPr>
          <a:lstStyle/>
          <a:p>
            <a:pPr marL="342900" indent="-342900">
              <a:buAutoNum type="arabicParenBoth"/>
            </a:pPr>
            <a:r>
              <a:rPr lang="en-US" sz="1800" dirty="0">
                <a:solidFill>
                  <a:schemeClr val="tx1">
                    <a:lumMod val="65000"/>
                    <a:lumOff val="35000"/>
                  </a:schemeClr>
                </a:solidFill>
              </a:rPr>
              <a:t>Add code to utilize the MAX17048 onboard the ESP32-WROOM Thing Plus MCU to measure discharge rate, state of state of charge, and battery voltage. </a:t>
            </a:r>
          </a:p>
          <a:p>
            <a:pPr marL="342900" indent="-342900">
              <a:buAutoNum type="arabicParenBoth"/>
            </a:pPr>
            <a:r>
              <a:rPr lang="en-US" sz="1800" dirty="0">
                <a:solidFill>
                  <a:schemeClr val="tx1">
                    <a:lumMod val="65000"/>
                    <a:lumOff val="35000"/>
                  </a:schemeClr>
                </a:solidFill>
              </a:rPr>
              <a:t>Add a new telemetry response so that when the ground station </a:t>
            </a:r>
            <a:r>
              <a:rPr lang="en-US" sz="1800" dirty="0" err="1">
                <a:solidFill>
                  <a:schemeClr val="tx1">
                    <a:lumMod val="65000"/>
                    <a:lumOff val="35000"/>
                  </a:schemeClr>
                </a:solidFill>
              </a:rPr>
              <a:t>Xbee</a:t>
            </a:r>
            <a:r>
              <a:rPr lang="en-US" sz="1800" dirty="0">
                <a:solidFill>
                  <a:schemeClr val="tx1">
                    <a:lumMod val="65000"/>
                    <a:lumOff val="35000"/>
                  </a:schemeClr>
                </a:solidFill>
              </a:rPr>
              <a:t> sends a ‘4’, KestrelSAT responds with the information from Step 1. </a:t>
            </a:r>
          </a:p>
          <a:p>
            <a:pPr marL="342900" indent="-342900">
              <a:buAutoNum type="arabicParenBoth"/>
            </a:pPr>
            <a:r>
              <a:rPr lang="en-US" sz="1800" b="1" dirty="0">
                <a:solidFill>
                  <a:schemeClr val="tx1">
                    <a:lumMod val="65000"/>
                    <a:lumOff val="35000"/>
                  </a:schemeClr>
                </a:solidFill>
              </a:rPr>
              <a:t>Demonstrate this new functionality to your instructor. </a:t>
            </a:r>
          </a:p>
        </p:txBody>
      </p:sp>
      <p:sp>
        <p:nvSpPr>
          <p:cNvPr id="4" name="Footer Placeholder 3">
            <a:extLst>
              <a:ext uri="{FF2B5EF4-FFF2-40B4-BE49-F238E27FC236}">
                <a16:creationId xmlns:a16="http://schemas.microsoft.com/office/drawing/2014/main" id="{BA5B3383-A7DE-A3B0-D06D-D48451967B9B}"/>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2EE524-174D-0852-48CC-F162F8A23A61}"/>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6" name="TextBox 5">
            <a:extLst>
              <a:ext uri="{FF2B5EF4-FFF2-40B4-BE49-F238E27FC236}">
                <a16:creationId xmlns:a16="http://schemas.microsoft.com/office/drawing/2014/main" id="{B82EE590-2367-68BA-3D7B-FE400A852AFF}"/>
              </a:ext>
            </a:extLst>
          </p:cNvPr>
          <p:cNvSpPr txBox="1"/>
          <p:nvPr/>
        </p:nvSpPr>
        <p:spPr>
          <a:xfrm>
            <a:off x="1106339" y="920599"/>
            <a:ext cx="8037661" cy="1815882"/>
          </a:xfrm>
          <a:prstGeom prst="rect">
            <a:avLst/>
          </a:prstGeom>
          <a:noFill/>
        </p:spPr>
        <p:txBody>
          <a:bodyPr wrap="square">
            <a:spAutoFit/>
          </a:bodyPr>
          <a:lstStyle/>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In this </a:t>
            </a:r>
            <a:r>
              <a:rPr lang="en-US" sz="1600" b="1" dirty="0">
                <a:solidFill>
                  <a:srgbClr val="FF0000"/>
                </a:solidFill>
                <a:latin typeface="Segoe UI" panose="020B0502040204020203" pitchFamily="34" charset="0"/>
                <a:cs typeface="Segoe UI" panose="020B0502040204020203" pitchFamily="34" charset="0"/>
              </a:rPr>
              <a:t>recommended</a:t>
            </a:r>
            <a:r>
              <a:rPr lang="en-US" sz="1600" b="1" dirty="0">
                <a:solidFill>
                  <a:schemeClr val="tx1">
                    <a:lumMod val="65000"/>
                    <a:lumOff val="35000"/>
                  </a:schemeClr>
                </a:solidFill>
                <a:latin typeface="Segoe UI" panose="020B0502040204020203" pitchFamily="34" charset="0"/>
                <a:cs typeface="Segoe UI" panose="020B0502040204020203" pitchFamily="34" charset="0"/>
              </a:rPr>
              <a:t> task, you’ll add code to send the battery information over the telemetry connection when queried by the ground station.  </a:t>
            </a: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r>
              <a:rPr lang="en-US" sz="1600" dirty="0">
                <a:solidFill>
                  <a:schemeClr val="tx1">
                    <a:lumMod val="65000"/>
                    <a:lumOff val="35000"/>
                  </a:schemeClr>
                </a:solidFill>
                <a:latin typeface="Segoe UI" panose="020B0502040204020203" pitchFamily="34" charset="0"/>
                <a:cs typeface="Segoe UI" panose="020B0502040204020203" pitchFamily="34" charset="0"/>
              </a:rPr>
              <a:t>The ESP32-WROOM Thing Plus MCU contains a </a:t>
            </a:r>
            <a:r>
              <a:rPr lang="en-US" sz="1600" dirty="0">
                <a:solidFill>
                  <a:schemeClr val="tx1">
                    <a:lumMod val="65000"/>
                    <a:lumOff val="35000"/>
                  </a:schemeClr>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MAX17048 fuel gauge </a:t>
            </a:r>
            <a:r>
              <a:rPr lang="en-US" sz="1600" dirty="0">
                <a:solidFill>
                  <a:schemeClr val="tx1">
                    <a:lumMod val="65000"/>
                    <a:lumOff val="35000"/>
                  </a:schemeClr>
                </a:solidFill>
                <a:latin typeface="Segoe UI" panose="020B0502040204020203" pitchFamily="34" charset="0"/>
                <a:cs typeface="Segoe UI" panose="020B0502040204020203" pitchFamily="34" charset="0"/>
              </a:rPr>
              <a:t>I2C sensor capable of measuring  the approximate charge or discharge rate, state of charge (SOC) (based on Model Gauge algorithm), and voltage of a connected battery.</a:t>
            </a:r>
          </a:p>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 </a:t>
            </a:r>
          </a:p>
        </p:txBody>
      </p:sp>
      <p:grpSp>
        <p:nvGrpSpPr>
          <p:cNvPr id="11" name="Group 10">
            <a:extLst>
              <a:ext uri="{FF2B5EF4-FFF2-40B4-BE49-F238E27FC236}">
                <a16:creationId xmlns:a16="http://schemas.microsoft.com/office/drawing/2014/main" id="{27070104-EE1B-45A3-D87A-D030E195F4FB}"/>
              </a:ext>
            </a:extLst>
          </p:cNvPr>
          <p:cNvGrpSpPr/>
          <p:nvPr/>
        </p:nvGrpSpPr>
        <p:grpSpPr>
          <a:xfrm>
            <a:off x="6835140" y="2400230"/>
            <a:ext cx="1788274" cy="4321247"/>
            <a:chOff x="7174799" y="1845909"/>
            <a:chExt cx="1788274" cy="4321247"/>
          </a:xfrm>
        </p:grpSpPr>
        <p:pic>
          <p:nvPicPr>
            <p:cNvPr id="3074" name="Picture 2">
              <a:extLst>
                <a:ext uri="{FF2B5EF4-FFF2-40B4-BE49-F238E27FC236}">
                  <a16:creationId xmlns:a16="http://schemas.microsoft.com/office/drawing/2014/main" id="{2B57ED23-12C7-F75E-0CF6-F05FB36BE81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84911" y="1845909"/>
              <a:ext cx="1668780" cy="33375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F6F5FA2-A1C2-F16D-EEA8-B0689DE2363E}"/>
                </a:ext>
              </a:extLst>
            </p:cNvPr>
            <p:cNvPicPr>
              <a:picLocks noChangeAspect="1"/>
            </p:cNvPicPr>
            <p:nvPr/>
          </p:nvPicPr>
          <p:blipFill>
            <a:blip r:embed="rId4"/>
            <a:stretch>
              <a:fillRect/>
            </a:stretch>
          </p:blipFill>
          <p:spPr>
            <a:xfrm>
              <a:off x="7174799" y="5026408"/>
              <a:ext cx="1788274" cy="1140748"/>
            </a:xfrm>
            <a:prstGeom prst="rect">
              <a:avLst/>
            </a:prstGeom>
          </p:spPr>
        </p:pic>
        <p:sp>
          <p:nvSpPr>
            <p:cNvPr id="10" name="TextBox 9">
              <a:extLst>
                <a:ext uri="{FF2B5EF4-FFF2-40B4-BE49-F238E27FC236}">
                  <a16:creationId xmlns:a16="http://schemas.microsoft.com/office/drawing/2014/main" id="{CE8023E5-AAA1-7FEE-8DF0-2AE0772493B4}"/>
                </a:ext>
              </a:extLst>
            </p:cNvPr>
            <p:cNvSpPr txBox="1"/>
            <p:nvPr/>
          </p:nvSpPr>
          <p:spPr>
            <a:xfrm rot="16200000">
              <a:off x="6461683" y="3207158"/>
              <a:ext cx="1954233" cy="307777"/>
            </a:xfrm>
            <a:prstGeom prst="rect">
              <a:avLst/>
            </a:prstGeom>
            <a:noFill/>
          </p:spPr>
          <p:txBody>
            <a:bodyPr wrap="square">
              <a:spAutoFit/>
            </a:bodyPr>
            <a:lstStyle/>
            <a:p>
              <a:r>
                <a:rPr lang="en-US" sz="1400" b="0" i="1" dirty="0">
                  <a:solidFill>
                    <a:srgbClr val="333333"/>
                  </a:solidFill>
                  <a:effectLst/>
                  <a:latin typeface="Open Sans" panose="020B0606030504020204" pitchFamily="34" charset="0"/>
                </a:rPr>
                <a:t>MAX17048 fuel gauge</a:t>
              </a:r>
              <a:endParaRPr lang="en-US" sz="1400" dirty="0"/>
            </a:p>
          </p:txBody>
        </p:sp>
      </p:grpSp>
      <p:sp>
        <p:nvSpPr>
          <p:cNvPr id="12" name="Content Placeholder 5">
            <a:extLst>
              <a:ext uri="{FF2B5EF4-FFF2-40B4-BE49-F238E27FC236}">
                <a16:creationId xmlns:a16="http://schemas.microsoft.com/office/drawing/2014/main" id="{F80F3E95-A34F-C030-223B-C520D87DC21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b="1" dirty="0">
                <a:solidFill>
                  <a:srgbClr val="00B0F0"/>
                </a:solidFill>
              </a:rPr>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789034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dirty="0"/>
              <a:t>Turn-In Requirements</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21271" y="1222545"/>
            <a:ext cx="7886700" cy="5242561"/>
          </a:xfrm>
        </p:spPr>
        <p:txBody>
          <a:bodyPr>
            <a:normAutofit lnSpcReduction="10000"/>
          </a:bodyPr>
          <a:lstStyle/>
          <a:p>
            <a:pPr marL="0" indent="0">
              <a:buNone/>
            </a:pPr>
            <a:r>
              <a:rPr lang="en-US" sz="1600" dirty="0"/>
              <a:t>For this lab, you’ll complete a </a:t>
            </a:r>
            <a:r>
              <a:rPr lang="en-US" sz="1600" dirty="0" err="1"/>
              <a:t>Postlab</a:t>
            </a:r>
            <a:r>
              <a:rPr lang="en-US" sz="1600" dirty="0"/>
              <a:t> analysis of your RSSI data, comparing it to theoretical predictions of RSSI.</a:t>
            </a:r>
          </a:p>
          <a:p>
            <a:pPr marL="0" indent="0">
              <a:buNone/>
            </a:pPr>
            <a:r>
              <a:rPr lang="en-US" sz="1600" dirty="0"/>
              <a:t>For your calculations, use values from </a:t>
            </a:r>
            <a:r>
              <a:rPr lang="en-US" sz="1600" b="1" dirty="0"/>
              <a:t>Reference – Digi Xbee3 Performance Specs </a:t>
            </a:r>
            <a:r>
              <a:rPr lang="en-US" sz="1600" dirty="0"/>
              <a:t>slide (refer to </a:t>
            </a:r>
            <a:r>
              <a:rPr lang="en-US" sz="1600" dirty="0" err="1"/>
              <a:t>XBee</a:t>
            </a:r>
            <a:r>
              <a:rPr lang="en-US" sz="1600" dirty="0"/>
              <a:t> 3, </a:t>
            </a:r>
            <a:r>
              <a:rPr lang="en-US" sz="1600" i="1" dirty="0"/>
              <a:t>not</a:t>
            </a:r>
            <a:r>
              <a:rPr lang="en-US" sz="1600" dirty="0"/>
              <a:t> </a:t>
            </a:r>
            <a:r>
              <a:rPr lang="en-US" sz="1600" dirty="0" err="1"/>
              <a:t>XBee</a:t>
            </a:r>
            <a:r>
              <a:rPr lang="en-US" sz="1600" dirty="0"/>
              <a:t> 3-PRO).</a:t>
            </a:r>
          </a:p>
          <a:p>
            <a:pPr marL="457200" indent="-457200">
              <a:buAutoNum type="arabicParenBoth"/>
            </a:pPr>
            <a:r>
              <a:rPr lang="en-US" sz="1600" dirty="0"/>
              <a:t>Write a script to predict the link margin for each setup (KestrelSAT w/ PCB antenna &amp; KestrelSAT w/ dipole antenna) across ranges from 0.5m to 100m past the longest range you recorded RSSI for. Generate a well formatted and labeled plot showing these two curves (range on X-axis, link margin on Y-axis).</a:t>
            </a:r>
          </a:p>
          <a:p>
            <a:pPr marL="457200" indent="-457200">
              <a:buAutoNum type="arabicParenBoth"/>
            </a:pPr>
            <a:r>
              <a:rPr lang="en-US" sz="1600" dirty="0"/>
              <a:t>Add the RSSI data points you recorded for each setup to the plot.</a:t>
            </a:r>
          </a:p>
          <a:p>
            <a:pPr marL="457200" indent="-457200">
              <a:buAutoNum type="arabicParenBoth"/>
            </a:pPr>
            <a:r>
              <a:rPr lang="en-US" sz="1600" dirty="0"/>
              <a:t>Comment on differences between the predicted and actual RSSI for each setup. Discuss potential reasons for differences.</a:t>
            </a:r>
          </a:p>
          <a:p>
            <a:pPr marL="457200" indent="-457200">
              <a:buAutoNum type="arabicParenBoth"/>
            </a:pPr>
            <a:r>
              <a:rPr lang="en-US" sz="1600" dirty="0"/>
              <a:t>During your Task 4B testing, what differences in RSSI did you note when you turned one antenna to be perpendicular to the other? Is this what you expected (explain)?</a:t>
            </a:r>
          </a:p>
          <a:p>
            <a:pPr marL="457200" indent="-457200">
              <a:buAutoNum type="arabicParenBoth"/>
            </a:pPr>
            <a:r>
              <a:rPr lang="en-US" sz="1600" dirty="0"/>
              <a:t>Assume KestrelSAT is in a 200 km circular orbit. Calculate the worst-case link margin given dipole antennas on both ground station and KestrelSAT and minimum elevation angle of 15 degrees. Assume there is no polarization loss. Is this link margin sufficient for successful data transfer? If not, how might you make it sufficient? Don’t just say “increase gain or power”—discuss downsides of each method, and/or source actual components you could substitute in to improve the link margin.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201E26E0-4320-0742-EE77-B113F8AC9F5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b="1" dirty="0">
                <a:solidFill>
                  <a:srgbClr val="00B0F0"/>
                </a:solidFill>
              </a:rPr>
              <a:t>Turn-in </a:t>
            </a:r>
            <a:r>
              <a:rPr lang="en-US" sz="1200" b="1" dirty="0" err="1">
                <a:solidFill>
                  <a:srgbClr val="00B0F0"/>
                </a:solidFill>
              </a:rPr>
              <a:t>Reqt’s</a:t>
            </a:r>
            <a:endParaRPr lang="en-US" sz="1200" b="1" dirty="0">
              <a:solidFill>
                <a:srgbClr val="00B0F0"/>
              </a:solidFill>
            </a:endParaRPr>
          </a:p>
          <a:p>
            <a:pPr marL="0" indent="0">
              <a:buNone/>
            </a:pPr>
            <a:endParaRPr lang="en-US" sz="1200" dirty="0"/>
          </a:p>
        </p:txBody>
      </p:sp>
      <p:sp>
        <p:nvSpPr>
          <p:cNvPr id="7" name="Content Placeholder 7">
            <a:extLst>
              <a:ext uri="{FF2B5EF4-FFF2-40B4-BE49-F238E27FC236}">
                <a16:creationId xmlns:a16="http://schemas.microsoft.com/office/drawing/2014/main" id="{4FD410B3-4EBF-D28E-8CEC-213072BED269}"/>
              </a:ext>
            </a:extLst>
          </p:cNvPr>
          <p:cNvSpPr txBox="1">
            <a:spLocks/>
          </p:cNvSpPr>
          <p:nvPr/>
        </p:nvSpPr>
        <p:spPr>
          <a:xfrm>
            <a:off x="5552440" y="392217"/>
            <a:ext cx="2669828" cy="84129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100" b="1" u="sng" dirty="0">
                <a:latin typeface="Segoe UI" panose="020B0502040204020203" pitchFamily="34" charset="0"/>
                <a:cs typeface="Segoe UI" panose="020B0502040204020203" pitchFamily="34" charset="0"/>
              </a:rPr>
              <a:t>Authorized Resources - POSTLAB</a:t>
            </a:r>
            <a:endParaRPr lang="en-US" sz="1100" b="1" dirty="0">
              <a:solidFill>
                <a:srgbClr val="FF0000"/>
              </a:solidFill>
              <a:latin typeface="Segoe UI" panose="020B0502040204020203" pitchFamily="34" charset="0"/>
              <a:cs typeface="Segoe UI" panose="020B0502040204020203" pitchFamily="34" charset="0"/>
            </a:endParaRPr>
          </a:p>
          <a:p>
            <a:pPr>
              <a:spcBef>
                <a:spcPts val="0"/>
              </a:spcBef>
            </a:pPr>
            <a:r>
              <a:rPr lang="en-US" sz="1100" b="1" dirty="0" err="1">
                <a:solidFill>
                  <a:srgbClr val="FF0000"/>
                </a:solidFill>
                <a:latin typeface="Segoe UI" panose="020B0502040204020203" pitchFamily="34" charset="0"/>
                <a:cs typeface="Segoe UI" panose="020B0502040204020203" pitchFamily="34" charset="0"/>
              </a:rPr>
              <a:t>Postlab</a:t>
            </a:r>
            <a:r>
              <a:rPr lang="en-US" sz="1100" b="1" dirty="0">
                <a:solidFill>
                  <a:srgbClr val="FF0000"/>
                </a:solidFill>
                <a:latin typeface="Segoe UI" panose="020B0502040204020203" pitchFamily="34" charset="0"/>
                <a:cs typeface="Segoe UI" panose="020B0502040204020203" pitchFamily="34" charset="0"/>
              </a:rPr>
              <a:t> turn-in is individual effort</a:t>
            </a:r>
          </a:p>
          <a:p>
            <a:pPr marL="223838" indent="-223838">
              <a:spcBef>
                <a:spcPts val="0"/>
              </a:spcBef>
            </a:pPr>
            <a:r>
              <a:rPr lang="en-US" sz="1100" b="1" dirty="0">
                <a:highlight>
                  <a:srgbClr val="FFFF00"/>
                </a:highlight>
                <a:latin typeface="Segoe UI" panose="020B0502040204020203" pitchFamily="34" charset="0"/>
                <a:cs typeface="Segoe UI" panose="020B0502040204020203" pitchFamily="34" charset="0"/>
              </a:rPr>
              <a:t>Generative AI Level 0 Allowed (</a:t>
            </a:r>
            <a:r>
              <a:rPr lang="en-US" sz="1100" b="1" dirty="0">
                <a:solidFill>
                  <a:srgbClr val="FF0000"/>
                </a:solidFill>
                <a:highlight>
                  <a:srgbClr val="FFFF00"/>
                </a:highlight>
                <a:latin typeface="Segoe UI" panose="020B0502040204020203" pitchFamily="34" charset="0"/>
                <a:cs typeface="Segoe UI" panose="020B0502040204020203" pitchFamily="34" charset="0"/>
              </a:rPr>
              <a:t>G</a:t>
            </a:r>
            <a:r>
              <a:rPr lang="en-US" sz="11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100" b="1" dirty="0">
                <a:highlight>
                  <a:srgbClr val="FFFF00"/>
                </a:highlight>
                <a:latin typeface="Segoe UI" panose="020B0502040204020203" pitchFamily="34" charset="0"/>
                <a:cs typeface="Segoe UI" panose="020B0502040204020203" pitchFamily="34" charset="0"/>
              </a:rPr>
              <a:t>)</a:t>
            </a:r>
          </a:p>
          <a:p>
            <a:pPr marL="0" indent="-223838">
              <a:spcBef>
                <a:spcPts val="0"/>
              </a:spcBef>
            </a:pPr>
            <a:r>
              <a:rPr lang="en-US" sz="1100" dirty="0">
                <a:latin typeface="Segoe UI" panose="020B0502040204020203" pitchFamily="34" charset="0"/>
                <a:cs typeface="Segoe UI" panose="020B0502040204020203" pitchFamily="34" charset="0"/>
              </a:rPr>
              <a:t>Astro 331 course notes/ instructor </a:t>
            </a:r>
          </a:p>
        </p:txBody>
      </p:sp>
      <p:sp>
        <p:nvSpPr>
          <p:cNvPr id="8" name="Content Placeholder 7">
            <a:extLst>
              <a:ext uri="{FF2B5EF4-FFF2-40B4-BE49-F238E27FC236}">
                <a16:creationId xmlns:a16="http://schemas.microsoft.com/office/drawing/2014/main" id="{67F2E9BB-2621-0F60-08F1-109857E02437}"/>
              </a:ext>
            </a:extLst>
          </p:cNvPr>
          <p:cNvSpPr txBox="1">
            <a:spLocks/>
          </p:cNvSpPr>
          <p:nvPr/>
        </p:nvSpPr>
        <p:spPr>
          <a:xfrm>
            <a:off x="5684418" y="5996187"/>
            <a:ext cx="2944352" cy="785760"/>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dirty="0">
                <a:latin typeface="Segoe UI" panose="020B0502040204020203" pitchFamily="34" charset="0"/>
                <a:cs typeface="Segoe UI" panose="020B0502040204020203" pitchFamily="34" charset="0"/>
              </a:rPr>
              <a:t>Turn-In Format</a:t>
            </a:r>
            <a:endParaRPr lang="en-US" sz="1200" b="1" dirty="0">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dirty="0">
                <a:latin typeface="Segoe UI" panose="020B0502040204020203" pitchFamily="34" charset="0"/>
                <a:cs typeface="Segoe UI" panose="020B0502040204020203" pitchFamily="34" charset="0"/>
              </a:rPr>
              <a:t>Provide answers digitally. </a:t>
            </a:r>
          </a:p>
          <a:p>
            <a:pPr marL="223838" indent="-223838">
              <a:spcBef>
                <a:spcPts val="0"/>
              </a:spcBef>
            </a:pPr>
            <a:r>
              <a:rPr lang="en-US" sz="1200" dirty="0">
                <a:latin typeface="Segoe UI" panose="020B0502040204020203" pitchFamily="34" charset="0"/>
                <a:cs typeface="Segoe UI" panose="020B0502040204020203" pitchFamily="34" charset="0"/>
              </a:rPr>
              <a:t>Math work may be handwritten. </a:t>
            </a:r>
          </a:p>
          <a:p>
            <a:pPr marL="223838" indent="-223838">
              <a:spcBef>
                <a:spcPts val="0"/>
              </a:spcBef>
            </a:pPr>
            <a:r>
              <a:rPr lang="en-US" sz="1200" dirty="0">
                <a:latin typeface="Segoe UI" panose="020B0502040204020203" pitchFamily="34" charset="0"/>
                <a:cs typeface="Segoe UI" panose="020B0502040204020203" pitchFamily="34" charset="0"/>
              </a:rPr>
              <a:t>Include a documentation statement.</a:t>
            </a:r>
          </a:p>
          <a:p>
            <a:pPr marL="223838" indent="-223838">
              <a:spcBef>
                <a:spcPts val="0"/>
              </a:spcBef>
            </a:pPr>
            <a:endParaRPr lang="en-US"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41946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FCD32B-F40F-D669-E6FA-99C67FB64AF9}"/>
              </a:ext>
            </a:extLst>
          </p:cNvPr>
          <p:cNvSpPr>
            <a:spLocks noGrp="1"/>
          </p:cNvSpPr>
          <p:nvPr>
            <p:ph type="title"/>
          </p:nvPr>
        </p:nvSpPr>
        <p:spPr>
          <a:xfrm>
            <a:off x="1157592" y="1530706"/>
            <a:ext cx="7352996" cy="2852737"/>
          </a:xfrm>
        </p:spPr>
        <p:txBody>
          <a:bodyPr/>
          <a:lstStyle/>
          <a:p>
            <a:r>
              <a:rPr lang="en-US" b="1"/>
              <a:t>Deprecated Slides</a:t>
            </a:r>
          </a:p>
        </p:txBody>
      </p:sp>
      <p:sp>
        <p:nvSpPr>
          <p:cNvPr id="7" name="Text Placeholder 6">
            <a:extLst>
              <a:ext uri="{FF2B5EF4-FFF2-40B4-BE49-F238E27FC236}">
                <a16:creationId xmlns:a16="http://schemas.microsoft.com/office/drawing/2014/main" id="{2D9C9206-B79B-6705-1136-85BFAF6778B9}"/>
              </a:ext>
            </a:extLst>
          </p:cNvPr>
          <p:cNvSpPr>
            <a:spLocks noGrp="1"/>
          </p:cNvSpPr>
          <p:nvPr>
            <p:ph type="body" idx="1"/>
          </p:nvPr>
        </p:nvSpPr>
        <p:spPr>
          <a:xfrm>
            <a:off x="1157590" y="4589464"/>
            <a:ext cx="7352997" cy="1500187"/>
          </a:xfrm>
        </p:spPr>
        <p:txBody>
          <a:bodyPr/>
          <a:lstStyle/>
          <a:p>
            <a:r>
              <a:rPr lang="en-US"/>
              <a:t>(For reference only)</a:t>
            </a:r>
          </a:p>
        </p:txBody>
      </p:sp>
      <p:sp>
        <p:nvSpPr>
          <p:cNvPr id="4" name="Footer Placeholder 3">
            <a:extLst>
              <a:ext uri="{FF2B5EF4-FFF2-40B4-BE49-F238E27FC236}">
                <a16:creationId xmlns:a16="http://schemas.microsoft.com/office/drawing/2014/main" id="{68C3D788-1464-B52F-DABB-83FD56F0ADBA}"/>
              </a:ext>
            </a:extLst>
          </p:cNvPr>
          <p:cNvSpPr>
            <a:spLocks noGrp="1"/>
          </p:cNvSpPr>
          <p:nvPr>
            <p:ph type="ftr" sz="quarter" idx="11"/>
          </p:nvPr>
        </p:nvSpPr>
        <p:spPr/>
        <p:txBody>
          <a:bodyPr/>
          <a:lstStyle/>
          <a:p>
            <a:r>
              <a:rPr lang="en-US"/>
              <a:t>Astro 331 Lab #2</a:t>
            </a:r>
          </a:p>
        </p:txBody>
      </p:sp>
      <p:sp>
        <p:nvSpPr>
          <p:cNvPr id="5" name="Slide Number Placeholder 4">
            <a:extLst>
              <a:ext uri="{FF2B5EF4-FFF2-40B4-BE49-F238E27FC236}">
                <a16:creationId xmlns:a16="http://schemas.microsoft.com/office/drawing/2014/main" id="{A1513149-A162-6147-E666-AB5183AB9B79}"/>
              </a:ext>
            </a:extLst>
          </p:cNvPr>
          <p:cNvSpPr>
            <a:spLocks noGrp="1"/>
          </p:cNvSpPr>
          <p:nvPr>
            <p:ph type="sldNum" sz="quarter" idx="12"/>
          </p:nvPr>
        </p:nvSpPr>
        <p:spPr/>
        <p:txBody>
          <a:bodyPr/>
          <a:lstStyle/>
          <a:p>
            <a:fld id="{9A3029B7-FE6B-4680-9049-80E8298A0825}" type="slidenum">
              <a:rPr lang="en-US" smtClean="0"/>
              <a:t>19</a:t>
            </a:fld>
            <a:endParaRPr lang="en-US"/>
          </a:p>
        </p:txBody>
      </p:sp>
    </p:spTree>
    <p:extLst>
      <p:ext uri="{BB962C8B-B14F-4D97-AF65-F5344CB8AC3E}">
        <p14:creationId xmlns:p14="http://schemas.microsoft.com/office/powerpoint/2010/main" val="3879203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B0FC8C-EBBF-EC3E-F6A0-081083107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95A4D-185A-5C21-3456-2D06B85EFDDD}"/>
              </a:ext>
            </a:extLst>
          </p:cNvPr>
          <p:cNvSpPr>
            <a:spLocks noGrp="1"/>
          </p:cNvSpPr>
          <p:nvPr>
            <p:ph type="title"/>
          </p:nvPr>
        </p:nvSpPr>
        <p:spPr/>
        <p:txBody>
          <a:bodyPr>
            <a:normAutofit/>
          </a:bodyPr>
          <a:lstStyle/>
          <a:p>
            <a:r>
              <a:rPr lang="en-US" sz="2400" b="1"/>
              <a:t>Reference – PuTTY</a:t>
            </a:r>
          </a:p>
        </p:txBody>
      </p:sp>
      <p:sp>
        <p:nvSpPr>
          <p:cNvPr id="3" name="Content Placeholder 2">
            <a:extLst>
              <a:ext uri="{FF2B5EF4-FFF2-40B4-BE49-F238E27FC236}">
                <a16:creationId xmlns:a16="http://schemas.microsoft.com/office/drawing/2014/main" id="{80D6871F-AB9B-28B7-CD43-C40F70F06A3E}"/>
              </a:ext>
            </a:extLst>
          </p:cNvPr>
          <p:cNvSpPr>
            <a:spLocks noGrp="1"/>
          </p:cNvSpPr>
          <p:nvPr>
            <p:ph idx="1"/>
          </p:nvPr>
        </p:nvSpPr>
        <p:spPr/>
        <p:txBody>
          <a:bodyPr>
            <a:normAutofit/>
          </a:bodyPr>
          <a:lstStyle/>
          <a:p>
            <a:pPr marL="0" indent="0">
              <a:buNone/>
            </a:pPr>
            <a:r>
              <a:rPr lang="en-US" sz="1600" b="1"/>
              <a:t>PuTTY is a free, open-source terminal emulator for Windows (also available on Linux/macOS in some forms).</a:t>
            </a:r>
          </a:p>
          <a:p>
            <a:r>
              <a:rPr lang="en-US" sz="1600"/>
              <a:t>It lets you connect to other devices using several communication protocols, most commonly:</a:t>
            </a:r>
          </a:p>
          <a:p>
            <a:pPr lvl="1"/>
            <a:r>
              <a:rPr lang="en-US" sz="1600" b="1">
                <a:solidFill>
                  <a:srgbClr val="00B0F0"/>
                </a:solidFill>
              </a:rPr>
              <a:t>Serial (UART over USB)</a:t>
            </a:r>
            <a:r>
              <a:rPr lang="en-US" sz="1600">
                <a:solidFill>
                  <a:srgbClr val="00B0F0"/>
                </a:solidFill>
              </a:rPr>
              <a:t> → talk to microcontrollers, </a:t>
            </a:r>
            <a:r>
              <a:rPr lang="en-US" sz="1600" err="1">
                <a:solidFill>
                  <a:srgbClr val="00B0F0"/>
                </a:solidFill>
              </a:rPr>
              <a:t>XBee</a:t>
            </a:r>
            <a:r>
              <a:rPr lang="en-US" sz="1600">
                <a:solidFill>
                  <a:srgbClr val="00B0F0"/>
                </a:solidFill>
              </a:rPr>
              <a:t> radios, routers.</a:t>
            </a:r>
          </a:p>
          <a:p>
            <a:pPr lvl="1"/>
            <a:r>
              <a:rPr lang="en-US" sz="1600" b="1"/>
              <a:t>SSH</a:t>
            </a:r>
            <a:r>
              <a:rPr lang="en-US" sz="1600"/>
              <a:t> → securely log into remote Linux machines (like Raspberry Pi).</a:t>
            </a:r>
          </a:p>
          <a:p>
            <a:pPr lvl="1"/>
            <a:r>
              <a:rPr lang="en-US" sz="1600" b="1"/>
              <a:t>Telnet / Raw / Rlogin</a:t>
            </a:r>
            <a:r>
              <a:rPr lang="en-US" sz="1600"/>
              <a:t> → older protocols, rarely used today.</a:t>
            </a:r>
          </a:p>
          <a:p>
            <a:pPr lvl="1"/>
            <a:endParaRPr lang="en-US" sz="1600"/>
          </a:p>
          <a:p>
            <a:r>
              <a:rPr lang="en-US" sz="1600"/>
              <a:t>Think of PuTTY as the </a:t>
            </a:r>
            <a:r>
              <a:rPr lang="en-US" sz="1600" b="1"/>
              <a:t>window between your PC and your device’s serial/command line interface</a:t>
            </a:r>
            <a:r>
              <a:rPr lang="en-US" sz="1600"/>
              <a:t>.</a:t>
            </a:r>
          </a:p>
          <a:p>
            <a:pPr lvl="1">
              <a:buFont typeface="Wingdings" panose="05000000000000000000" pitchFamily="2" charset="2"/>
              <a:buChar char="à"/>
            </a:pPr>
            <a:r>
              <a:rPr lang="en-US" sz="1400">
                <a:sym typeface="Wingdings" panose="05000000000000000000" pitchFamily="2" charset="2"/>
              </a:rPr>
              <a:t>It’s like the Serial monitor available in the Arduino IDE, but with more features. </a:t>
            </a:r>
          </a:p>
          <a:p>
            <a:pPr marL="457200" lvl="1" indent="0">
              <a:buNone/>
            </a:pPr>
            <a:endParaRPr lang="en-US" sz="1200"/>
          </a:p>
          <a:p>
            <a:r>
              <a:rPr lang="en-US" sz="1600"/>
              <a:t>For this lab we’ll be using a portable (no install required) version of PuTTY, available on Teams. </a:t>
            </a:r>
          </a:p>
          <a:p>
            <a:endParaRPr lang="en-US" sz="1600"/>
          </a:p>
        </p:txBody>
      </p:sp>
      <p:sp>
        <p:nvSpPr>
          <p:cNvPr id="4" name="Footer Placeholder 3">
            <a:extLst>
              <a:ext uri="{FF2B5EF4-FFF2-40B4-BE49-F238E27FC236}">
                <a16:creationId xmlns:a16="http://schemas.microsoft.com/office/drawing/2014/main" id="{70D0943A-8926-05EF-D40E-0E12D1BC358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9F265B47-AD25-B5CC-DB9D-F3C71590076E}"/>
              </a:ext>
            </a:extLst>
          </p:cNvPr>
          <p:cNvSpPr>
            <a:spLocks noGrp="1"/>
          </p:cNvSpPr>
          <p:nvPr>
            <p:ph type="sldNum" sz="quarter" idx="12"/>
          </p:nvPr>
        </p:nvSpPr>
        <p:spPr/>
        <p:txBody>
          <a:bodyPr/>
          <a:lstStyle/>
          <a:p>
            <a:fld id="{9A3029B7-FE6B-4680-9049-80E8298A0825}" type="slidenum">
              <a:rPr lang="en-US" smtClean="0"/>
              <a:t>20</a:t>
            </a:fld>
            <a:endParaRPr lang="en-US"/>
          </a:p>
        </p:txBody>
      </p:sp>
      <p:pic>
        <p:nvPicPr>
          <p:cNvPr id="7" name="Picture 6">
            <a:extLst>
              <a:ext uri="{FF2B5EF4-FFF2-40B4-BE49-F238E27FC236}">
                <a16:creationId xmlns:a16="http://schemas.microsoft.com/office/drawing/2014/main" id="{41D8206D-C7DC-2B9B-83BF-6DCDCE7277F9}"/>
              </a:ext>
            </a:extLst>
          </p:cNvPr>
          <p:cNvPicPr>
            <a:picLocks noChangeAspect="1"/>
          </p:cNvPicPr>
          <p:nvPr/>
        </p:nvPicPr>
        <p:blipFill>
          <a:blip r:embed="rId2"/>
          <a:stretch>
            <a:fillRect/>
          </a:stretch>
        </p:blipFill>
        <p:spPr>
          <a:xfrm>
            <a:off x="4381603" y="4693300"/>
            <a:ext cx="1257475" cy="1533739"/>
          </a:xfrm>
          <a:prstGeom prst="rect">
            <a:avLst/>
          </a:prstGeom>
        </p:spPr>
      </p:pic>
      <p:sp>
        <p:nvSpPr>
          <p:cNvPr id="6" name="Content Placeholder 5">
            <a:extLst>
              <a:ext uri="{FF2B5EF4-FFF2-40B4-BE49-F238E27FC236}">
                <a16:creationId xmlns:a16="http://schemas.microsoft.com/office/drawing/2014/main" id="{94F18662-6180-31B5-1485-F41C7EC9790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10721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p:txBody>
          <a:bodyPr>
            <a:normAutofit/>
          </a:bodyPr>
          <a:lstStyle/>
          <a:p>
            <a:pPr marL="0" indent="0">
              <a:buNone/>
            </a:pPr>
            <a:endParaRPr lang="en-US" sz="2000" dirty="0"/>
          </a:p>
          <a:p>
            <a:pPr marL="0" indent="0">
              <a:buNone/>
            </a:pPr>
            <a:r>
              <a:rPr lang="en-US" sz="2000" dirty="0"/>
              <a:t>(1) Complete the </a:t>
            </a:r>
            <a:r>
              <a:rPr lang="en-US" sz="2000" b="1" dirty="0"/>
              <a:t>Prelab Report </a:t>
            </a:r>
            <a:r>
              <a:rPr lang="en-US" sz="2000" dirty="0"/>
              <a:t>per the instructions here:</a:t>
            </a:r>
          </a:p>
          <a:p>
            <a:pPr marL="0" indent="0" algn="ctr">
              <a:buNone/>
            </a:pPr>
            <a:r>
              <a:rPr lang="en-US" sz="2000" dirty="0">
                <a:hlinkClick r:id="rId2" tooltip="https://www.overleaf.com/read/fjwgcgrknrph#81580d"/>
              </a:rPr>
              <a:t>https://www.overleaf.com/read/fjwgcgrknrph#81580d</a:t>
            </a:r>
            <a:endParaRPr lang="en-US" sz="2000" dirty="0"/>
          </a:p>
          <a:p>
            <a:pPr marL="0" indent="0">
              <a:buNone/>
            </a:pPr>
            <a:endParaRPr lang="en-US" sz="2000" dirty="0"/>
          </a:p>
          <a:p>
            <a:pPr marL="0" indent="0">
              <a:buNone/>
            </a:pPr>
            <a:r>
              <a:rPr lang="en-US" sz="2000" dirty="0"/>
              <a:t>(2) Read and understand the </a:t>
            </a:r>
            <a:r>
              <a:rPr lang="en-US" sz="2000" b="1" dirty="0"/>
              <a:t>Reference</a:t>
            </a:r>
            <a:r>
              <a:rPr lang="en-US" sz="2000" dirty="0"/>
              <a:t> slides of this document. </a:t>
            </a:r>
          </a:p>
          <a:p>
            <a:pPr marL="0" indent="0">
              <a:buNone/>
            </a:pPr>
            <a:endParaRPr lang="en-US" sz="2000" dirty="0"/>
          </a:p>
        </p:txBody>
      </p:sp>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21</a:t>
            </a:fld>
            <a:endParaRPr lang="en-US"/>
          </a:p>
        </p:txBody>
      </p:sp>
      <p:sp>
        <p:nvSpPr>
          <p:cNvPr id="7" name="Content Placeholder 5">
            <a:extLst>
              <a:ext uri="{FF2B5EF4-FFF2-40B4-BE49-F238E27FC236}">
                <a16:creationId xmlns:a16="http://schemas.microsoft.com/office/drawing/2014/main" id="{CFA8CDC5-FBCD-B611-13F3-717D78EC59F2}"/>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b="1">
                <a:solidFill>
                  <a:srgbClr val="00B0F0"/>
                </a:solidFill>
              </a:rPr>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43608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77FF-7CD5-E055-173E-5EC53613F32F}"/>
              </a:ext>
            </a:extLst>
          </p:cNvPr>
          <p:cNvSpPr>
            <a:spLocks noGrp="1"/>
          </p:cNvSpPr>
          <p:nvPr>
            <p:ph type="title"/>
          </p:nvPr>
        </p:nvSpPr>
        <p:spPr/>
        <p:txBody>
          <a:bodyPr/>
          <a:lstStyle/>
          <a:p>
            <a:r>
              <a:rPr lang="en-US" b="1" dirty="0"/>
              <a:t>Reference – AT Commands</a:t>
            </a:r>
          </a:p>
        </p:txBody>
      </p:sp>
      <p:sp>
        <p:nvSpPr>
          <p:cNvPr id="3" name="Content Placeholder 2">
            <a:extLst>
              <a:ext uri="{FF2B5EF4-FFF2-40B4-BE49-F238E27FC236}">
                <a16:creationId xmlns:a16="http://schemas.microsoft.com/office/drawing/2014/main" id="{28D95BAB-EB5F-2EDD-3B04-7397D41A4F6A}"/>
              </a:ext>
            </a:extLst>
          </p:cNvPr>
          <p:cNvSpPr>
            <a:spLocks noGrp="1"/>
          </p:cNvSpPr>
          <p:nvPr>
            <p:ph idx="1"/>
          </p:nvPr>
        </p:nvSpPr>
        <p:spPr>
          <a:xfrm>
            <a:off x="1106341" y="1002507"/>
            <a:ext cx="7654888" cy="3229252"/>
          </a:xfrm>
        </p:spPr>
        <p:txBody>
          <a:bodyPr>
            <a:noAutofit/>
          </a:bodyPr>
          <a:lstStyle/>
          <a:p>
            <a:pPr marL="0" indent="0">
              <a:lnSpc>
                <a:spcPct val="100000"/>
              </a:lnSpc>
              <a:buNone/>
            </a:pPr>
            <a:r>
              <a:rPr lang="en-US" sz="1100" b="1"/>
              <a:t>AT commands (short for </a:t>
            </a:r>
            <a:r>
              <a:rPr lang="en-US" sz="1100" b="1" i="1"/>
              <a:t>Attention commands</a:t>
            </a:r>
            <a:r>
              <a:rPr lang="en-US" sz="1100" b="1"/>
              <a:t>) are a simple text-based way to configure and control modems or radio modules.</a:t>
            </a:r>
          </a:p>
          <a:p>
            <a:pPr>
              <a:lnSpc>
                <a:spcPct val="100000"/>
              </a:lnSpc>
              <a:spcBef>
                <a:spcPts val="0"/>
              </a:spcBef>
            </a:pPr>
            <a:r>
              <a:rPr lang="en-US" sz="1100" dirty="0"/>
              <a:t>The letters </a:t>
            </a:r>
            <a:r>
              <a:rPr lang="en-US" sz="1100" b="1" dirty="0"/>
              <a:t>“AT”</a:t>
            </a:r>
            <a:r>
              <a:rPr lang="en-US" sz="1100" dirty="0"/>
              <a:t> tell the device to pay </a:t>
            </a:r>
            <a:r>
              <a:rPr lang="en-US" sz="1100" b="1" dirty="0"/>
              <a:t>attention</a:t>
            </a:r>
            <a:r>
              <a:rPr lang="en-US" sz="1100" dirty="0"/>
              <a:t> to the next command.</a:t>
            </a:r>
          </a:p>
          <a:p>
            <a:pPr>
              <a:lnSpc>
                <a:spcPct val="100000"/>
              </a:lnSpc>
              <a:spcBef>
                <a:spcPts val="0"/>
              </a:spcBef>
            </a:pPr>
            <a:r>
              <a:rPr lang="en-US" sz="1100" dirty="0"/>
              <a:t>After “AT”, you type short codes that change settings or ask for information.</a:t>
            </a:r>
          </a:p>
          <a:p>
            <a:pPr marL="0" indent="0">
              <a:lnSpc>
                <a:spcPct val="100000"/>
              </a:lnSpc>
              <a:buNone/>
            </a:pPr>
            <a:r>
              <a:rPr lang="en-US" sz="1100" b="1" u="sng" dirty="0"/>
              <a:t>How it Works with </a:t>
            </a:r>
            <a:r>
              <a:rPr lang="en-US" sz="1100" b="1" u="sng" dirty="0" err="1"/>
              <a:t>XBee</a:t>
            </a:r>
            <a:endParaRPr lang="en-US" sz="1100" b="1" dirty="0"/>
          </a:p>
          <a:p>
            <a:pPr>
              <a:lnSpc>
                <a:spcPct val="100000"/>
              </a:lnSpc>
              <a:spcBef>
                <a:spcPts val="0"/>
              </a:spcBef>
            </a:pPr>
            <a:r>
              <a:rPr lang="en-US" sz="1100" b="1" dirty="0"/>
              <a:t>Enter command mode:</a:t>
            </a:r>
            <a:endParaRPr lang="en-US" sz="1100" dirty="0"/>
          </a:p>
          <a:p>
            <a:pPr lvl="1">
              <a:lnSpc>
                <a:spcPct val="100000"/>
              </a:lnSpc>
              <a:spcBef>
                <a:spcPts val="0"/>
              </a:spcBef>
            </a:pPr>
            <a:r>
              <a:rPr lang="en-US" sz="1100" dirty="0"/>
              <a:t>Type +++ (with a 1-second pause before and after) to switch the </a:t>
            </a:r>
            <a:r>
              <a:rPr lang="en-US" sz="1100" dirty="0" err="1"/>
              <a:t>XBee</a:t>
            </a:r>
            <a:r>
              <a:rPr lang="en-US" sz="1100" dirty="0"/>
              <a:t> from data mode into command mode. </a:t>
            </a:r>
            <a:r>
              <a:rPr lang="en-US" sz="1100" dirty="0">
                <a:sym typeface="Wingdings" panose="05000000000000000000" pitchFamily="2" charset="2"/>
              </a:rPr>
              <a:t> </a:t>
            </a:r>
            <a:r>
              <a:rPr lang="en-US" sz="1100" dirty="0"/>
              <a:t>The module replies with OK.</a:t>
            </a:r>
          </a:p>
          <a:p>
            <a:pPr>
              <a:lnSpc>
                <a:spcPct val="100000"/>
              </a:lnSpc>
              <a:spcBef>
                <a:spcPts val="0"/>
              </a:spcBef>
            </a:pPr>
            <a:r>
              <a:rPr lang="en-US" sz="1100" b="1" dirty="0"/>
              <a:t>Send AT commands:</a:t>
            </a:r>
            <a:endParaRPr lang="en-US" sz="1100" dirty="0"/>
          </a:p>
          <a:p>
            <a:pPr lvl="1">
              <a:lnSpc>
                <a:spcPct val="100000"/>
              </a:lnSpc>
              <a:spcBef>
                <a:spcPts val="0"/>
              </a:spcBef>
            </a:pPr>
            <a:r>
              <a:rPr lang="en-US" sz="1100" dirty="0"/>
              <a:t>Example: ATID 1234 → sets the </a:t>
            </a:r>
            <a:r>
              <a:rPr lang="en-US" sz="1100" b="1" dirty="0"/>
              <a:t>PAN ID</a:t>
            </a:r>
            <a:r>
              <a:rPr lang="en-US" sz="1100" dirty="0"/>
              <a:t> (network ID).</a:t>
            </a:r>
          </a:p>
          <a:p>
            <a:pPr lvl="1">
              <a:lnSpc>
                <a:spcPct val="100000"/>
              </a:lnSpc>
              <a:spcBef>
                <a:spcPts val="0"/>
              </a:spcBef>
            </a:pPr>
            <a:r>
              <a:rPr lang="en-US" sz="1100" dirty="0"/>
              <a:t>Example: ATVR → asks for the firmware version (module replies with the number).</a:t>
            </a:r>
          </a:p>
          <a:p>
            <a:pPr>
              <a:lnSpc>
                <a:spcPct val="100000"/>
              </a:lnSpc>
              <a:spcBef>
                <a:spcPts val="0"/>
              </a:spcBef>
            </a:pPr>
            <a:r>
              <a:rPr lang="en-US" sz="1100" b="1" dirty="0"/>
              <a:t>Exit command mode: </a:t>
            </a:r>
            <a:r>
              <a:rPr lang="en-US" sz="1100" dirty="0"/>
              <a:t>Type ATCN to go back to normal data mode </a:t>
            </a:r>
            <a:r>
              <a:rPr lang="en-US" sz="1100" i="1" dirty="0"/>
              <a:t>or</a:t>
            </a:r>
            <a:r>
              <a:rPr lang="en-US" sz="1100" dirty="0"/>
              <a:t> </a:t>
            </a:r>
            <a:r>
              <a:rPr lang="en-US" sz="1100" dirty="0" err="1">
                <a:solidFill>
                  <a:srgbClr val="FF0000"/>
                </a:solidFill>
              </a:rPr>
              <a:t>Xbee’s</a:t>
            </a:r>
            <a:r>
              <a:rPr lang="en-US" sz="1100" dirty="0">
                <a:solidFill>
                  <a:srgbClr val="FF0000"/>
                </a:solidFill>
              </a:rPr>
              <a:t> exit command mode after 10 seconds without receiving a command.</a:t>
            </a:r>
          </a:p>
          <a:p>
            <a:pPr marL="0" indent="0">
              <a:lnSpc>
                <a:spcPct val="100000"/>
              </a:lnSpc>
              <a:spcBef>
                <a:spcPts val="0"/>
              </a:spcBef>
              <a:buNone/>
            </a:pPr>
            <a:endParaRPr lang="en-US" sz="1100" dirty="0">
              <a:solidFill>
                <a:srgbClr val="FF0000"/>
              </a:solidFill>
            </a:endParaRPr>
          </a:p>
          <a:p>
            <a:pPr marL="0" indent="0">
              <a:lnSpc>
                <a:spcPct val="100000"/>
              </a:lnSpc>
              <a:spcBef>
                <a:spcPts val="0"/>
              </a:spcBef>
              <a:buNone/>
            </a:pPr>
            <a:r>
              <a:rPr lang="en-US" sz="1100" b="1" u="sng" dirty="0"/>
              <a:t>Why Use AT Commands?</a:t>
            </a:r>
          </a:p>
          <a:p>
            <a:pPr>
              <a:lnSpc>
                <a:spcPct val="100000"/>
              </a:lnSpc>
              <a:spcBef>
                <a:spcPts val="0"/>
              </a:spcBef>
            </a:pPr>
            <a:r>
              <a:rPr lang="en-US" sz="1100" b="1" dirty="0"/>
              <a:t>Easy setup:</a:t>
            </a:r>
            <a:r>
              <a:rPr lang="en-US" sz="1100" dirty="0"/>
              <a:t> No special software required, just a serial terminal.</a:t>
            </a:r>
          </a:p>
          <a:p>
            <a:pPr>
              <a:lnSpc>
                <a:spcPct val="100000"/>
              </a:lnSpc>
              <a:spcBef>
                <a:spcPts val="0"/>
              </a:spcBef>
            </a:pPr>
            <a:r>
              <a:rPr lang="en-US" sz="1100" b="1" dirty="0"/>
              <a:t>Quick testing:</a:t>
            </a:r>
            <a:r>
              <a:rPr lang="en-US" sz="1100" dirty="0"/>
              <a:t> You can directly change settings and confirm they work.</a:t>
            </a:r>
          </a:p>
          <a:p>
            <a:pPr>
              <a:lnSpc>
                <a:spcPct val="100000"/>
              </a:lnSpc>
              <a:spcBef>
                <a:spcPts val="0"/>
              </a:spcBef>
            </a:pPr>
            <a:r>
              <a:rPr lang="en-US" sz="1100" b="1" dirty="0"/>
              <a:t>Learning tool:</a:t>
            </a:r>
            <a:r>
              <a:rPr lang="en-US" sz="1100" dirty="0"/>
              <a:t> AT commands expose the same configuration parameters that matter in larger communication systems (frequency, addresses, baud rate, power levels, etc.).</a:t>
            </a:r>
          </a:p>
          <a:p>
            <a:pPr marL="0" indent="0">
              <a:lnSpc>
                <a:spcPct val="100000"/>
              </a:lnSpc>
              <a:buNone/>
            </a:pPr>
            <a:endParaRPr lang="en-US" sz="1100" dirty="0"/>
          </a:p>
        </p:txBody>
      </p:sp>
      <p:sp>
        <p:nvSpPr>
          <p:cNvPr id="4" name="Footer Placeholder 3">
            <a:extLst>
              <a:ext uri="{FF2B5EF4-FFF2-40B4-BE49-F238E27FC236}">
                <a16:creationId xmlns:a16="http://schemas.microsoft.com/office/drawing/2014/main" id="{75458D74-FB52-6BA9-DD02-53D9C3563049}"/>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9A02E7D-59CF-4F3F-7DC7-7818E483832C}"/>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9" name="Picture 8">
            <a:extLst>
              <a:ext uri="{FF2B5EF4-FFF2-40B4-BE49-F238E27FC236}">
                <a16:creationId xmlns:a16="http://schemas.microsoft.com/office/drawing/2014/main" id="{52675B1F-4639-4C5D-DEFE-99679D33A069}"/>
              </a:ext>
            </a:extLst>
          </p:cNvPr>
          <p:cNvPicPr>
            <a:picLocks noChangeAspect="1"/>
          </p:cNvPicPr>
          <p:nvPr/>
        </p:nvPicPr>
        <p:blipFill>
          <a:blip r:embed="rId2"/>
          <a:stretch>
            <a:fillRect/>
          </a:stretch>
        </p:blipFill>
        <p:spPr>
          <a:xfrm>
            <a:off x="1191727" y="4552607"/>
            <a:ext cx="6117275" cy="1557417"/>
          </a:xfrm>
          <a:prstGeom prst="rect">
            <a:avLst/>
          </a:prstGeom>
        </p:spPr>
      </p:pic>
      <p:pic>
        <p:nvPicPr>
          <p:cNvPr id="11" name="Picture 10">
            <a:extLst>
              <a:ext uri="{FF2B5EF4-FFF2-40B4-BE49-F238E27FC236}">
                <a16:creationId xmlns:a16="http://schemas.microsoft.com/office/drawing/2014/main" id="{7746242B-05D7-BF88-871F-2065EAFE15DC}"/>
              </a:ext>
            </a:extLst>
          </p:cNvPr>
          <p:cNvPicPr>
            <a:picLocks noChangeAspect="1"/>
          </p:cNvPicPr>
          <p:nvPr/>
        </p:nvPicPr>
        <p:blipFill>
          <a:blip r:embed="rId3"/>
          <a:stretch>
            <a:fillRect/>
          </a:stretch>
        </p:blipFill>
        <p:spPr>
          <a:xfrm>
            <a:off x="7173461" y="4552607"/>
            <a:ext cx="1790950" cy="1486107"/>
          </a:xfrm>
          <a:prstGeom prst="rect">
            <a:avLst/>
          </a:prstGeom>
        </p:spPr>
      </p:pic>
      <p:sp>
        <p:nvSpPr>
          <p:cNvPr id="13" name="TextBox 12">
            <a:extLst>
              <a:ext uri="{FF2B5EF4-FFF2-40B4-BE49-F238E27FC236}">
                <a16:creationId xmlns:a16="http://schemas.microsoft.com/office/drawing/2014/main" id="{1154C7C5-3719-5B5B-F3AA-919454AFB681}"/>
              </a:ext>
            </a:extLst>
          </p:cNvPr>
          <p:cNvSpPr txBox="1"/>
          <p:nvPr/>
        </p:nvSpPr>
        <p:spPr>
          <a:xfrm>
            <a:off x="6379535" y="6174896"/>
            <a:ext cx="1360967" cy="369332"/>
          </a:xfrm>
          <a:prstGeom prst="rect">
            <a:avLst/>
          </a:prstGeom>
          <a:noFill/>
        </p:spPr>
        <p:txBody>
          <a:bodyPr wrap="square">
            <a:spAutoFit/>
          </a:bodyPr>
          <a:lstStyle/>
          <a:p>
            <a:r>
              <a:rPr lang="en-US" sz="1800" dirty="0">
                <a:latin typeface="Segoe UI" panose="020B0502040204020203" pitchFamily="34" charset="0"/>
                <a:cs typeface="Segoe UI" panose="020B0502040204020203" pitchFamily="34" charset="0"/>
                <a:hlinkClick r:id="rId4"/>
              </a:rPr>
              <a:t>Reference</a:t>
            </a:r>
            <a:endParaRPr lang="en-US" dirty="0">
              <a:latin typeface="Segoe UI" panose="020B0502040204020203" pitchFamily="34" charset="0"/>
              <a:cs typeface="Segoe UI" panose="020B0502040204020203" pitchFamily="34" charset="0"/>
            </a:endParaRPr>
          </a:p>
        </p:txBody>
      </p:sp>
      <p:sp>
        <p:nvSpPr>
          <p:cNvPr id="6" name="Content Placeholder 5">
            <a:extLst>
              <a:ext uri="{FF2B5EF4-FFF2-40B4-BE49-F238E27FC236}">
                <a16:creationId xmlns:a16="http://schemas.microsoft.com/office/drawing/2014/main" id="{B3436AA1-765C-9FEB-7E84-50DECF648B9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8940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F56E-38AD-47D5-8166-7E89DB382987}"/>
              </a:ext>
            </a:extLst>
          </p:cNvPr>
          <p:cNvSpPr>
            <a:spLocks noGrp="1"/>
          </p:cNvSpPr>
          <p:nvPr>
            <p:ph type="title"/>
          </p:nvPr>
        </p:nvSpPr>
        <p:spPr/>
        <p:txBody>
          <a:bodyPr>
            <a:normAutofit/>
          </a:bodyPr>
          <a:lstStyle/>
          <a:p>
            <a:r>
              <a:rPr lang="en-US" sz="2400" b="1"/>
              <a:t>Reference – Common AT Commands</a:t>
            </a:r>
            <a:endParaRPr lang="en-US" sz="2400"/>
          </a:p>
        </p:txBody>
      </p:sp>
      <p:graphicFrame>
        <p:nvGraphicFramePr>
          <p:cNvPr id="6" name="Content Placeholder 5">
            <a:extLst>
              <a:ext uri="{FF2B5EF4-FFF2-40B4-BE49-F238E27FC236}">
                <a16:creationId xmlns:a16="http://schemas.microsoft.com/office/drawing/2014/main" id="{EFC13B2D-0960-838A-32A0-3C127C3DEF20}"/>
              </a:ext>
            </a:extLst>
          </p:cNvPr>
          <p:cNvGraphicFramePr>
            <a:graphicFrameLocks noGrp="1"/>
          </p:cNvGraphicFramePr>
          <p:nvPr>
            <p:ph idx="1"/>
          </p:nvPr>
        </p:nvGraphicFramePr>
        <p:xfrm>
          <a:off x="1168404" y="1350409"/>
          <a:ext cx="7886700" cy="4516422"/>
        </p:xfrm>
        <a:graphic>
          <a:graphicData uri="http://schemas.openxmlformats.org/drawingml/2006/table">
            <a:tbl>
              <a:tblPr/>
              <a:tblGrid>
                <a:gridCol w="1155214">
                  <a:extLst>
                    <a:ext uri="{9D8B030D-6E8A-4147-A177-3AD203B41FA5}">
                      <a16:colId xmlns:a16="http://schemas.microsoft.com/office/drawing/2014/main" val="179017730"/>
                    </a:ext>
                  </a:extLst>
                </a:gridCol>
                <a:gridCol w="2788136">
                  <a:extLst>
                    <a:ext uri="{9D8B030D-6E8A-4147-A177-3AD203B41FA5}">
                      <a16:colId xmlns:a16="http://schemas.microsoft.com/office/drawing/2014/main" val="4048894454"/>
                    </a:ext>
                  </a:extLst>
                </a:gridCol>
                <a:gridCol w="1103380">
                  <a:extLst>
                    <a:ext uri="{9D8B030D-6E8A-4147-A177-3AD203B41FA5}">
                      <a16:colId xmlns:a16="http://schemas.microsoft.com/office/drawing/2014/main" val="1547149478"/>
                    </a:ext>
                  </a:extLst>
                </a:gridCol>
                <a:gridCol w="2839970">
                  <a:extLst>
                    <a:ext uri="{9D8B030D-6E8A-4147-A177-3AD203B41FA5}">
                      <a16:colId xmlns:a16="http://schemas.microsoft.com/office/drawing/2014/main" val="408913077"/>
                    </a:ext>
                  </a:extLst>
                </a:gridCol>
              </a:tblGrid>
              <a:tr h="156805">
                <a:tc>
                  <a:txBody>
                    <a:bodyPr/>
                    <a:lstStyle/>
                    <a:p>
                      <a:pPr>
                        <a:buNone/>
                      </a:pPr>
                      <a:r>
                        <a:rPr lang="en-US" sz="1600" b="1" dirty="0"/>
                        <a:t>Command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Meaning</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Example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Notes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154493218"/>
                  </a:ext>
                </a:extLst>
              </a:tr>
              <a:tr h="509616">
                <a:tc>
                  <a:txBody>
                    <a:bodyPr/>
                    <a:lstStyle/>
                    <a:p>
                      <a:pPr algn="ctr">
                        <a:buNone/>
                      </a:pPr>
                      <a:r>
                        <a:rPr lang="en-US" sz="1200" dirty="0">
                          <a:latin typeface="Courier New" panose="02070309020205020404" pitchFamily="49" charset="0"/>
                        </a:rPr>
                        <a:t>+++</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Enter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Wait ~1 sec silence before and after; reply = </a:t>
                      </a:r>
                      <a:r>
                        <a:rPr lang="en-US" sz="1200">
                          <a:latin typeface="Courier New" panose="02070309020205020404" pitchFamily="49" charset="0"/>
                        </a:rPr>
                        <a:t>OK</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2310168"/>
                  </a:ext>
                </a:extLst>
              </a:tr>
              <a:tr h="392012">
                <a:tc>
                  <a:txBody>
                    <a:bodyPr/>
                    <a:lstStyle/>
                    <a:p>
                      <a:pPr algn="ct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Exit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Returns to normal (transparent)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2946035"/>
                  </a:ext>
                </a:extLst>
              </a:tr>
              <a:tr h="392012">
                <a:tc>
                  <a:txBody>
                    <a:bodyPr/>
                    <a:lstStyle/>
                    <a:p>
                      <a:pPr algn="ctr">
                        <a:buNone/>
                      </a:pPr>
                      <a:r>
                        <a:rPr lang="en-US" sz="1200">
                          <a:latin typeface="Courier New" panose="02070309020205020404" pitchFamily="49" charset="0"/>
                        </a:rPr>
                        <a:t>ATID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PAN ID (network ID)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ATID 1234</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Modules must share the same PAN ID to talk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693272"/>
                  </a:ext>
                </a:extLst>
              </a:tr>
              <a:tr h="392012">
                <a:tc>
                  <a:txBody>
                    <a:bodyPr/>
                    <a:lstStyle/>
                    <a:p>
                      <a:pPr algn="ctr">
                        <a:buNone/>
                      </a:pPr>
                      <a:r>
                        <a:rPr lang="en-US" sz="1200" dirty="0">
                          <a:latin typeface="Courier New" panose="02070309020205020404" pitchFamily="49" charset="0"/>
                        </a:rPr>
                        <a:t>ATMY</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my address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ATMY 1</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Unique ID for each module in the network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645262"/>
                  </a:ext>
                </a:extLst>
              </a:tr>
              <a:tr h="392012">
                <a:tc>
                  <a:txBody>
                    <a:bodyPr/>
                    <a:lstStyle/>
                    <a:p>
                      <a:pPr algn="ctr">
                        <a:buNone/>
                      </a:pPr>
                      <a:r>
                        <a:rPr lang="en-US" sz="1200">
                          <a:latin typeface="Courier New" panose="02070309020205020404" pitchFamily="49" charset="0"/>
                        </a:rPr>
                        <a:t>ATDL</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(low)</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ATDL 2</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The address of the device you want to talk to</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940619"/>
                  </a:ext>
                </a:extLst>
              </a:tr>
              <a:tr h="392012">
                <a:tc>
                  <a:txBody>
                    <a:bodyPr/>
                    <a:lstStyle/>
                    <a:p>
                      <a:pPr algn="ctr">
                        <a:buNone/>
                      </a:pPr>
                      <a:r>
                        <a:rPr lang="en-US" sz="1200">
                          <a:latin typeface="Courier New" panose="02070309020205020404" pitchFamily="49" charset="0"/>
                        </a:rPr>
                        <a:t>ATDH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(high)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ATDH 0</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Usually </a:t>
                      </a:r>
                      <a:r>
                        <a:rPr lang="en-US" sz="1200" dirty="0">
                          <a:latin typeface="Courier New" panose="02070309020205020404" pitchFamily="49" charset="0"/>
                        </a:rPr>
                        <a:t>0</a:t>
                      </a:r>
                      <a:r>
                        <a:rPr lang="en-US" sz="1200" dirty="0"/>
                        <a:t> for point-to-point setups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0418849"/>
                  </a:ext>
                </a:extLst>
              </a:tr>
              <a:tr h="392012">
                <a:tc>
                  <a:txBody>
                    <a:bodyPr/>
                    <a:lstStyle/>
                    <a:p>
                      <a:pPr algn="ctr">
                        <a:buNone/>
                      </a:pPr>
                      <a:r>
                        <a:rPr lang="en-US" sz="1200">
                          <a:latin typeface="Courier New" panose="02070309020205020404" pitchFamily="49" charset="0"/>
                        </a:rPr>
                        <a:t>ATCH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RF channel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ATCH 0C</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Must match between modules (hexadecimal)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428390"/>
                  </a:ext>
                </a:extLst>
              </a:tr>
              <a:tr h="274409">
                <a:tc>
                  <a:txBody>
                    <a:bodyPr/>
                    <a:lstStyle/>
                    <a:p>
                      <a:pPr algn="ct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Read firmware version</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Useful to check module details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857373"/>
                  </a:ext>
                </a:extLst>
              </a:tr>
              <a:tr h="392012">
                <a:tc>
                  <a:txBody>
                    <a:bodyPr/>
                    <a:lstStyle/>
                    <a:p>
                      <a:pPr algn="ctr">
                        <a:buNone/>
                      </a:pPr>
                      <a:r>
                        <a:rPr lang="en-US" sz="1200">
                          <a:latin typeface="Courier New" panose="02070309020205020404" pitchFamily="49" charset="0"/>
                        </a:rPr>
                        <a:t>ATBD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UART baud rate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ATBD 3</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3</a:t>
                      </a:r>
                      <a:r>
                        <a:rPr lang="en-US" sz="1200" dirty="0"/>
                        <a:t> = 9600 baud; both ends must match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2035098"/>
                  </a:ext>
                </a:extLst>
              </a:tr>
              <a:tr h="392012">
                <a:tc>
                  <a:txBody>
                    <a:bodyPr/>
                    <a:lstStyle/>
                    <a:p>
                      <a:pPr algn="ct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Write settings to non-volatile memory</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Saves changes so they persist after reset</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957864"/>
                  </a:ext>
                </a:extLst>
              </a:tr>
              <a:tr h="274409">
                <a:tc>
                  <a:txBody>
                    <a:bodyPr/>
                    <a:lstStyle/>
                    <a:p>
                      <a:pPr algn="ct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Restore defaults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Handy if you get “stuck”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4800047"/>
                  </a:ext>
                </a:extLst>
              </a:tr>
            </a:tbl>
          </a:graphicData>
        </a:graphic>
      </p:graphicFrame>
      <p:sp>
        <p:nvSpPr>
          <p:cNvPr id="4" name="Footer Placeholder 3">
            <a:extLst>
              <a:ext uri="{FF2B5EF4-FFF2-40B4-BE49-F238E27FC236}">
                <a16:creationId xmlns:a16="http://schemas.microsoft.com/office/drawing/2014/main" id="{66ADA395-11C9-A686-B1A9-5EE32B04E687}"/>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F2F5AE-7B5A-9ECA-F375-72BEDAF0E169}"/>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3" name="Content Placeholder 5">
            <a:extLst>
              <a:ext uri="{FF2B5EF4-FFF2-40B4-BE49-F238E27FC236}">
                <a16:creationId xmlns:a16="http://schemas.microsoft.com/office/drawing/2014/main" id="{441A84F6-C839-884D-36B4-2BC53F5475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613055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BDEC7-63DD-D324-B943-3A067E76CD61}"/>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6A5D723-AB77-0FA3-B530-5A4C7AAF928D}"/>
              </a:ext>
            </a:extLst>
          </p:cNvPr>
          <p:cNvSpPr>
            <a:spLocks noGrp="1"/>
          </p:cNvSpPr>
          <p:nvPr>
            <p:ph idx="1"/>
          </p:nvPr>
        </p:nvSpPr>
        <p:spPr>
          <a:xfrm>
            <a:off x="1079725" y="2206137"/>
            <a:ext cx="3710209" cy="4515339"/>
          </a:xfrm>
        </p:spPr>
        <p:txBody>
          <a:bodyPr>
            <a:normAutofit/>
          </a:bodyPr>
          <a:lstStyle/>
          <a:p>
            <a:pPr marL="342900" indent="-342900">
              <a:buAutoNum type="arabicPeriod"/>
            </a:pPr>
            <a:r>
              <a:rPr lang="en-US" sz="1800" dirty="0"/>
              <a:t>Connect a </a:t>
            </a:r>
            <a:r>
              <a:rPr lang="en-US" sz="1800" dirty="0" err="1"/>
              <a:t>XBee</a:t>
            </a:r>
            <a:r>
              <a:rPr lang="en-US" sz="1800" dirty="0"/>
              <a:t> breakout board to your computer via USB.</a:t>
            </a:r>
          </a:p>
          <a:p>
            <a:pPr marL="342900" indent="-342900">
              <a:buAutoNum type="arabicPeriod"/>
            </a:pPr>
            <a:endParaRPr lang="en-US" sz="1800" dirty="0"/>
          </a:p>
          <a:p>
            <a:pPr marL="342900" indent="-342900">
              <a:buAutoNum type="arabicPeriod"/>
            </a:pPr>
            <a:r>
              <a:rPr lang="en-US" sz="1800" dirty="0"/>
              <a:t>Download PuTTY serial terminal folder from Teams and open </a:t>
            </a:r>
            <a:r>
              <a:rPr lang="en-US" sz="1800" b="1" i="1"/>
              <a:t>PuTTYPortable.exe</a:t>
            </a:r>
            <a:r>
              <a:rPr lang="en-US" sz="1800" dirty="0"/>
              <a:t>.</a:t>
            </a:r>
          </a:p>
          <a:p>
            <a:pPr marL="342900" indent="-342900">
              <a:buAutoNum type="arabicPeriod"/>
            </a:pPr>
            <a:endParaRPr lang="en-US" sz="1800" dirty="0"/>
          </a:p>
          <a:p>
            <a:pPr marL="342900" indent="-342900">
              <a:buAutoNum type="arabicPeriod"/>
            </a:pPr>
            <a:r>
              <a:rPr lang="en-US" sz="1800" dirty="0"/>
              <a:t>Configure PuTTY settings and connect to </a:t>
            </a:r>
            <a:r>
              <a:rPr lang="en-US" sz="1800" dirty="0" err="1"/>
              <a:t>Xbee</a:t>
            </a:r>
            <a:endParaRPr lang="en-US" sz="1800" dirty="0"/>
          </a:p>
          <a:p>
            <a:pPr marL="457200" lvl="1" indent="0">
              <a:buNone/>
            </a:pPr>
            <a:r>
              <a:rPr lang="en-US" sz="1200"/>
              <a:t>- Select '</a:t>
            </a:r>
            <a:r>
              <a:rPr lang="en-US" sz="1200" err="1"/>
              <a:t>XBee</a:t>
            </a:r>
            <a:r>
              <a:rPr lang="en-US" sz="1200"/>
              <a:t>’, click ‘Load’</a:t>
            </a:r>
          </a:p>
          <a:p>
            <a:pPr marL="457200" lvl="1" indent="0">
              <a:buNone/>
            </a:pPr>
            <a:r>
              <a:rPr lang="en-US" sz="1200"/>
              <a:t>- Select 'Serial'</a:t>
            </a:r>
          </a:p>
          <a:p>
            <a:pPr lvl="1">
              <a:buFontTx/>
              <a:buChar char="-"/>
            </a:pPr>
            <a:r>
              <a:rPr lang="en-US" sz="1200"/>
              <a:t>Change 'COM#' to the correct number (look at device list in Arduino IDE to determine radio's COM number)</a:t>
            </a:r>
          </a:p>
          <a:p>
            <a:pPr marL="457200" lvl="1" indent="0">
              <a:buNone/>
            </a:pPr>
            <a:r>
              <a:rPr lang="en-US" sz="1200"/>
              <a:t>- Click ‘Open’</a:t>
            </a:r>
            <a:endParaRPr lang="en-US" sz="2000"/>
          </a:p>
          <a:p>
            <a:pPr marL="0" indent="0">
              <a:buNone/>
            </a:pPr>
            <a:endParaRPr lang="en-US" sz="1600" dirty="0"/>
          </a:p>
        </p:txBody>
      </p:sp>
      <p:sp>
        <p:nvSpPr>
          <p:cNvPr id="4" name="Footer Placeholder 3">
            <a:extLst>
              <a:ext uri="{FF2B5EF4-FFF2-40B4-BE49-F238E27FC236}">
                <a16:creationId xmlns:a16="http://schemas.microsoft.com/office/drawing/2014/main" id="{1215B6F0-D328-9572-A38D-E4AFC06C78B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186A7B-EDC5-3CD0-EF89-F7C8E4D6F5C1}"/>
              </a:ext>
            </a:extLst>
          </p:cNvPr>
          <p:cNvSpPr>
            <a:spLocks noGrp="1"/>
          </p:cNvSpPr>
          <p:nvPr>
            <p:ph type="sldNum" sz="quarter" idx="12"/>
          </p:nvPr>
        </p:nvSpPr>
        <p:spPr/>
        <p:txBody>
          <a:bodyPr/>
          <a:lstStyle/>
          <a:p>
            <a:fld id="{9A3029B7-FE6B-4680-9049-80E8298A0825}" type="slidenum">
              <a:rPr lang="en-US" smtClean="0"/>
              <a:t>24</a:t>
            </a:fld>
            <a:endParaRPr lang="en-US"/>
          </a:p>
        </p:txBody>
      </p:sp>
      <p:sp>
        <p:nvSpPr>
          <p:cNvPr id="12" name="TextBox 11">
            <a:extLst>
              <a:ext uri="{FF2B5EF4-FFF2-40B4-BE49-F238E27FC236}">
                <a16:creationId xmlns:a16="http://schemas.microsoft.com/office/drawing/2014/main" id="{A02690DE-90F2-2C4A-1A80-235FB6B04B5D}"/>
              </a:ext>
            </a:extLst>
          </p:cNvPr>
          <p:cNvSpPr txBox="1"/>
          <p:nvPr/>
        </p:nvSpPr>
        <p:spPr>
          <a:xfrm>
            <a:off x="1106339" y="862222"/>
            <a:ext cx="7644255" cy="1477328"/>
          </a:xfrm>
          <a:prstGeom prst="rect">
            <a:avLst/>
          </a:prstGeom>
          <a:noFill/>
        </p:spPr>
        <p:txBody>
          <a:bodyPr wrap="square">
            <a:spAutoFit/>
          </a:bodyPr>
          <a:lstStyle/>
          <a:p>
            <a:pPr marL="0" indent="0">
              <a:buNone/>
            </a:pPr>
            <a:r>
              <a:rPr lang="en-US" sz="1800" b="1" dirty="0">
                <a:latin typeface="Segoe UI" panose="020B0502040204020203" pitchFamily="34" charset="0"/>
                <a:cs typeface="Segoe UI" panose="020B0502040204020203" pitchFamily="34" charset="0"/>
              </a:rPr>
              <a:t>In this task you’ll Pair your radios. Your radios must be configured with matching parameters. </a:t>
            </a:r>
          </a:p>
          <a:p>
            <a:pPr marL="0" indent="0">
              <a:buNone/>
            </a:pPr>
            <a:endParaRPr lang="en-US" sz="1800" b="1" dirty="0">
              <a:latin typeface="Segoe UI" panose="020B0502040204020203" pitchFamily="34" charset="0"/>
              <a:cs typeface="Segoe UI" panose="020B0502040204020203" pitchFamily="34" charset="0"/>
            </a:endParaRPr>
          </a:p>
          <a:p>
            <a:r>
              <a:rPr lang="en-US" b="1" u="sng" dirty="0">
                <a:solidFill>
                  <a:srgbClr val="FF0000"/>
                </a:solidFill>
              </a:rPr>
              <a:t>Complete this task three times-once for each radio. </a:t>
            </a:r>
          </a:p>
          <a:p>
            <a:pPr marL="0" indent="0">
              <a:buNone/>
            </a:pPr>
            <a:endParaRPr lang="en-US" sz="1800" b="1" dirty="0">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92E7F7A8-5606-A5EE-7D8D-729BAE5222B0}"/>
              </a:ext>
            </a:extLst>
          </p:cNvPr>
          <p:cNvGrpSpPr/>
          <p:nvPr/>
        </p:nvGrpSpPr>
        <p:grpSpPr>
          <a:xfrm>
            <a:off x="4694726" y="2211113"/>
            <a:ext cx="4402910" cy="3888868"/>
            <a:chOff x="4694726" y="1735644"/>
            <a:chExt cx="4402910" cy="3888868"/>
          </a:xfrm>
        </p:grpSpPr>
        <p:pic>
          <p:nvPicPr>
            <p:cNvPr id="10" name="Picture 9">
              <a:extLst>
                <a:ext uri="{FF2B5EF4-FFF2-40B4-BE49-F238E27FC236}">
                  <a16:creationId xmlns:a16="http://schemas.microsoft.com/office/drawing/2014/main" id="{40633E89-66C9-A72E-0041-FA7E7B4FD427}"/>
                </a:ext>
              </a:extLst>
            </p:cNvPr>
            <p:cNvPicPr>
              <a:picLocks noChangeAspect="1"/>
            </p:cNvPicPr>
            <p:nvPr/>
          </p:nvPicPr>
          <p:blipFill>
            <a:blip r:embed="rId2"/>
            <a:stretch>
              <a:fillRect/>
            </a:stretch>
          </p:blipFill>
          <p:spPr>
            <a:xfrm>
              <a:off x="4694726" y="1735644"/>
              <a:ext cx="4402910" cy="3885969"/>
            </a:xfrm>
            <a:prstGeom prst="rect">
              <a:avLst/>
            </a:prstGeom>
          </p:spPr>
        </p:pic>
        <p:sp>
          <p:nvSpPr>
            <p:cNvPr id="13" name="Oval 12">
              <a:extLst>
                <a:ext uri="{FF2B5EF4-FFF2-40B4-BE49-F238E27FC236}">
                  <a16:creationId xmlns:a16="http://schemas.microsoft.com/office/drawing/2014/main" id="{0830944C-00E6-89C1-CCB6-95D20EFA7CDD}"/>
                </a:ext>
              </a:extLst>
            </p:cNvPr>
            <p:cNvSpPr/>
            <p:nvPr/>
          </p:nvSpPr>
          <p:spPr>
            <a:xfrm>
              <a:off x="6273209" y="3859623"/>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406416C-EBDA-78AA-1075-D1FFCAF8400C}"/>
                </a:ext>
              </a:extLst>
            </p:cNvPr>
            <p:cNvSpPr/>
            <p:nvPr/>
          </p:nvSpPr>
          <p:spPr>
            <a:xfrm>
              <a:off x="6739125" y="2957256"/>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9A5CDE2-4D5E-94C8-C035-526188972259}"/>
                </a:ext>
              </a:extLst>
            </p:cNvPr>
            <p:cNvSpPr/>
            <p:nvPr/>
          </p:nvSpPr>
          <p:spPr>
            <a:xfrm>
              <a:off x="6437064" y="2563619"/>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08B7DA3-1BBE-AD51-A09D-1045759FF46B}"/>
                </a:ext>
              </a:extLst>
            </p:cNvPr>
            <p:cNvSpPr/>
            <p:nvPr/>
          </p:nvSpPr>
          <p:spPr>
            <a:xfrm>
              <a:off x="7378995" y="5263005"/>
              <a:ext cx="65866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Content Placeholder 5">
            <a:extLst>
              <a:ext uri="{FF2B5EF4-FFF2-40B4-BE49-F238E27FC236}">
                <a16:creationId xmlns:a16="http://schemas.microsoft.com/office/drawing/2014/main" id="{FD9633F5-F357-DEB0-F309-22989D29245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485954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BA24-DE74-B0E6-2880-94446194075F}"/>
              </a:ext>
            </a:extLst>
          </p:cNvPr>
          <p:cNvSpPr>
            <a:spLocks noGrp="1"/>
          </p:cNvSpPr>
          <p:nvPr>
            <p:ph type="title"/>
          </p:nvPr>
        </p:nvSpPr>
        <p:spPr/>
        <p:txBody>
          <a:bodyPr>
            <a:no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25DB8E5-9A6D-2261-0BC5-4C36A98900B1}"/>
              </a:ext>
            </a:extLst>
          </p:cNvPr>
          <p:cNvSpPr>
            <a:spLocks noGrp="1"/>
          </p:cNvSpPr>
          <p:nvPr>
            <p:ph idx="1"/>
          </p:nvPr>
        </p:nvSpPr>
        <p:spPr>
          <a:xfrm>
            <a:off x="1106340" y="3068695"/>
            <a:ext cx="7886700" cy="2568115"/>
          </a:xfrm>
        </p:spPr>
        <p:txBody>
          <a:bodyPr>
            <a:normAutofit/>
          </a:bodyPr>
          <a:lstStyle/>
          <a:p>
            <a:pPr marL="0" indent="0">
              <a:buNone/>
            </a:pPr>
            <a:r>
              <a:rPr lang="en-US" sz="1800" dirty="0"/>
              <a:t>4. Enter command mode.</a:t>
            </a:r>
          </a:p>
          <a:p>
            <a:pPr marL="0" indent="0">
              <a:buNone/>
            </a:pPr>
            <a:r>
              <a:rPr lang="en-US" sz="1800" dirty="0"/>
              <a:t>5. Enter relevant configuration commands (see table below). </a:t>
            </a:r>
          </a:p>
          <a:p>
            <a:pPr marL="0" indent="0">
              <a:buNone/>
            </a:pPr>
            <a:r>
              <a:rPr lang="en-US" sz="1800" dirty="0">
                <a:solidFill>
                  <a:srgbClr val="FF0000"/>
                </a:solidFill>
              </a:rPr>
              <a:t>NOTE: **</a:t>
            </a:r>
            <a:r>
              <a:rPr lang="en-US" sz="1800" b="1" dirty="0">
                <a:solidFill>
                  <a:srgbClr val="FF0000"/>
                </a:solidFill>
              </a:rPr>
              <a:t>DO</a:t>
            </a:r>
            <a:r>
              <a:rPr lang="en-US" sz="1800" dirty="0">
                <a:solidFill>
                  <a:srgbClr val="FF0000"/>
                </a:solidFill>
              </a:rPr>
              <a:t>** press `Enter` after entering an AT command.</a:t>
            </a:r>
          </a:p>
        </p:txBody>
      </p:sp>
      <p:sp>
        <p:nvSpPr>
          <p:cNvPr id="4" name="Footer Placeholder 3">
            <a:extLst>
              <a:ext uri="{FF2B5EF4-FFF2-40B4-BE49-F238E27FC236}">
                <a16:creationId xmlns:a16="http://schemas.microsoft.com/office/drawing/2014/main" id="{65695F96-A3BB-8188-955C-061B2E125FC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617BB5FC-A0CF-2F4F-FEC3-FD990B03EA60}"/>
              </a:ext>
            </a:extLst>
          </p:cNvPr>
          <p:cNvSpPr>
            <a:spLocks noGrp="1"/>
          </p:cNvSpPr>
          <p:nvPr>
            <p:ph type="sldNum" sz="quarter" idx="12"/>
          </p:nvPr>
        </p:nvSpPr>
        <p:spPr/>
        <p:txBody>
          <a:bodyPr/>
          <a:lstStyle/>
          <a:p>
            <a:fld id="{9A3029B7-FE6B-4680-9049-80E8298A0825}" type="slidenum">
              <a:rPr lang="en-US" smtClean="0"/>
              <a:t>25</a:t>
            </a:fld>
            <a:endParaRPr lang="en-US"/>
          </a:p>
        </p:txBody>
      </p:sp>
      <p:sp>
        <p:nvSpPr>
          <p:cNvPr id="8" name="TextBox 7">
            <a:extLst>
              <a:ext uri="{FF2B5EF4-FFF2-40B4-BE49-F238E27FC236}">
                <a16:creationId xmlns:a16="http://schemas.microsoft.com/office/drawing/2014/main" id="{3E556058-AAB5-D938-E11C-B2E73511BAFD}"/>
              </a:ext>
            </a:extLst>
          </p:cNvPr>
          <p:cNvSpPr txBox="1"/>
          <p:nvPr/>
        </p:nvSpPr>
        <p:spPr>
          <a:xfrm>
            <a:off x="1106340" y="967563"/>
            <a:ext cx="7886700" cy="2031325"/>
          </a:xfrm>
          <a:prstGeom prst="rect">
            <a:avLst/>
          </a:prstGeom>
          <a:noFill/>
          <a:ln>
            <a:solidFill>
              <a:schemeClr val="tx1"/>
            </a:solidFill>
          </a:ln>
        </p:spPr>
        <p:txBody>
          <a:bodyPr wrap="square">
            <a:spAutoFit/>
          </a:bodyPr>
          <a:lstStyle/>
          <a:p>
            <a:pPr marL="0" indent="0">
              <a:spcBef>
                <a:spcPts val="0"/>
              </a:spcBef>
              <a:buNone/>
            </a:pPr>
            <a:r>
              <a:rPr lang="en-US" sz="1400" dirty="0"/>
              <a:t>To configure a radio, you must enter AT command mode. </a:t>
            </a:r>
          </a:p>
          <a:p>
            <a:pPr marL="0" indent="0">
              <a:spcBef>
                <a:spcPts val="0"/>
              </a:spcBef>
              <a:buNone/>
            </a:pPr>
            <a:r>
              <a:rPr lang="en-US" sz="1400" dirty="0">
                <a:solidFill>
                  <a:srgbClr val="FF0000"/>
                </a:solidFill>
              </a:rPr>
              <a:t>**When entering data into a serial terminal, </a:t>
            </a:r>
            <a:r>
              <a:rPr lang="en-US" sz="1400" b="1" dirty="0">
                <a:solidFill>
                  <a:srgbClr val="FF0000"/>
                </a:solidFill>
              </a:rPr>
              <a:t>DO NOT TYPE BACKSPACE</a:t>
            </a:r>
            <a:r>
              <a:rPr lang="en-US" sz="1400" dirty="0">
                <a:solidFill>
                  <a:srgbClr val="FF0000"/>
                </a:solidFill>
              </a:rPr>
              <a:t>. The backspace key counts as a key and does not delete the previous keystroke. If you make a mistake, wait and try again.**</a:t>
            </a:r>
          </a:p>
          <a:p>
            <a:pPr marL="0" indent="0">
              <a:spcBef>
                <a:spcPts val="0"/>
              </a:spcBef>
              <a:buNone/>
            </a:pPr>
            <a:r>
              <a:rPr lang="en-US" sz="1400" u="sng" dirty="0"/>
              <a:t>To enter command mode: </a:t>
            </a:r>
          </a:p>
          <a:p>
            <a:pPr marL="0" indent="0">
              <a:spcBef>
                <a:spcPts val="0"/>
              </a:spcBef>
              <a:buNone/>
            </a:pPr>
            <a:r>
              <a:rPr lang="en-US" sz="1400" dirty="0"/>
              <a:t>- type nothing for 1 second</a:t>
            </a:r>
          </a:p>
          <a:p>
            <a:pPr marL="0" indent="0">
              <a:spcBef>
                <a:spcPts val="0"/>
              </a:spcBef>
              <a:buNone/>
            </a:pPr>
            <a:r>
              <a:rPr lang="en-US" sz="1400" dirty="0"/>
              <a:t>- type `+++` (</a:t>
            </a:r>
            <a:r>
              <a:rPr lang="en-US" sz="1400" b="1" dirty="0">
                <a:solidFill>
                  <a:srgbClr val="FF0000"/>
                </a:solidFill>
              </a:rPr>
              <a:t>DO NOT press Enter</a:t>
            </a:r>
            <a:r>
              <a:rPr lang="en-US" sz="1400" dirty="0"/>
              <a:t>)</a:t>
            </a:r>
          </a:p>
          <a:p>
            <a:pPr marL="0" indent="0">
              <a:spcBef>
                <a:spcPts val="0"/>
              </a:spcBef>
              <a:buNone/>
            </a:pPr>
            <a:r>
              <a:rPr lang="en-US" sz="1400" dirty="0"/>
              <a:t>- type nothing for 1 second</a:t>
            </a:r>
          </a:p>
          <a:p>
            <a:pPr marL="0" indent="0">
              <a:spcBef>
                <a:spcPts val="0"/>
              </a:spcBef>
              <a:buNone/>
            </a:pPr>
            <a:r>
              <a:rPr lang="en-US" sz="1400" dirty="0"/>
              <a:t>The connected radio will reply `OK`. You are now in command mode. </a:t>
            </a:r>
            <a:r>
              <a:rPr lang="en-US" sz="1400" b="1" dirty="0">
                <a:solidFill>
                  <a:srgbClr val="FF0000"/>
                </a:solidFill>
              </a:rPr>
              <a:t>Command mode will timeout after 10 seconds of inactivity. </a:t>
            </a:r>
          </a:p>
        </p:txBody>
      </p:sp>
      <p:pic>
        <p:nvPicPr>
          <p:cNvPr id="12" name="Picture 11">
            <a:extLst>
              <a:ext uri="{FF2B5EF4-FFF2-40B4-BE49-F238E27FC236}">
                <a16:creationId xmlns:a16="http://schemas.microsoft.com/office/drawing/2014/main" id="{C7773A55-340C-CD97-01E7-24284AE085AD}"/>
              </a:ext>
            </a:extLst>
          </p:cNvPr>
          <p:cNvPicPr>
            <a:picLocks noChangeAspect="1"/>
          </p:cNvPicPr>
          <p:nvPr/>
        </p:nvPicPr>
        <p:blipFill>
          <a:blip r:embed="rId2"/>
          <a:stretch>
            <a:fillRect/>
          </a:stretch>
        </p:blipFill>
        <p:spPr>
          <a:xfrm>
            <a:off x="1066991" y="4247607"/>
            <a:ext cx="7886700" cy="2217499"/>
          </a:xfrm>
          <a:prstGeom prst="rect">
            <a:avLst/>
          </a:prstGeom>
        </p:spPr>
      </p:pic>
      <p:sp>
        <p:nvSpPr>
          <p:cNvPr id="6" name="Content Placeholder 5">
            <a:extLst>
              <a:ext uri="{FF2B5EF4-FFF2-40B4-BE49-F238E27FC236}">
                <a16:creationId xmlns:a16="http://schemas.microsoft.com/office/drawing/2014/main" id="{308800F8-ADCE-207F-F176-2647A474DD6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905053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96FD15-4609-4EE3-A1D8-2CD66B672252}">
  <ds:schemaRefs>
    <ds:schemaRef ds:uri="http://schemas.microsoft.com/sharepoint/v3/contenttype/forms"/>
  </ds:schemaRefs>
</ds:datastoreItem>
</file>

<file path=customXml/itemProps2.xml><?xml version="1.0" encoding="utf-8"?>
<ds:datastoreItem xmlns:ds="http://schemas.openxmlformats.org/officeDocument/2006/customXml" ds:itemID="{24A86D4C-53C3-4038-A094-106A90C499BE}">
  <ds:schemaRefs>
    <ds:schemaRef ds:uri="http://schemas.microsoft.com/sharepoint/v3"/>
    <ds:schemaRef ds:uri="http://schemas.microsoft.com/office/infopath/2007/PartnerControls"/>
    <ds:schemaRef ds:uri="http://purl.org/dc/terms/"/>
    <ds:schemaRef ds:uri="http://purl.org/dc/dcmitype/"/>
    <ds:schemaRef ds:uri="http://schemas.microsoft.com/office/2006/documentManagement/types"/>
    <ds:schemaRef ds:uri="723aa48c-73f2-40da-86b1-f1ae286477fe"/>
    <ds:schemaRef ds:uri="7584c457-6b5a-4caa-be47-be979cbe6555"/>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2D87D4D1-6EC2-47F5-B078-C156F80181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2715</TotalTime>
  <Words>3448</Words>
  <Application>Microsoft Office PowerPoint</Application>
  <PresentationFormat>Letter Paper (8.5x11 in)</PresentationFormat>
  <Paragraphs>597</Paragraphs>
  <Slides>25</Slides>
  <Notes>2</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Cambria Math</vt:lpstr>
      <vt:lpstr>Courier New</vt:lpstr>
      <vt:lpstr>Open Sans</vt:lpstr>
      <vt:lpstr>Segoe UI</vt:lpstr>
      <vt:lpstr>var(--monospace)</vt:lpstr>
      <vt:lpstr>Wingdings</vt:lpstr>
      <vt:lpstr>Office Theme</vt:lpstr>
      <vt:lpstr>Lab #4</vt:lpstr>
      <vt:lpstr>Intro</vt:lpstr>
      <vt:lpstr>KestrelSAT Overview</vt:lpstr>
      <vt:lpstr>ESP32 Thing Plus Pinout Diagram</vt:lpstr>
      <vt:lpstr>Reference – Digi Xbee3</vt:lpstr>
      <vt:lpstr>Reference – Digi Xbee3 Performance Specs</vt:lpstr>
      <vt:lpstr>Reference – Received Signal Strength Indicator (RSSI)</vt:lpstr>
      <vt:lpstr>Reference – Serial Communication</vt:lpstr>
      <vt:lpstr>Reference – KestrelSAT Xbee Communication</vt:lpstr>
      <vt:lpstr>Reference – Digi XCTU</vt:lpstr>
      <vt:lpstr>Task 1 (1/2) – Configure XBee Radios</vt:lpstr>
      <vt:lpstr>Task 1 (2/2) – Configure XBee Radios</vt:lpstr>
      <vt:lpstr>Task 2 – Connect XBee to KestrelSAT</vt:lpstr>
      <vt:lpstr>Task 3 – Program KestrelSAT &amp; Test Link</vt:lpstr>
      <vt:lpstr>Task 4A – Gather RSSI Data (PCB antenna)</vt:lpstr>
      <vt:lpstr>Task 4B – Gather RSSI Data (dipole antenna)</vt:lpstr>
      <vt:lpstr>Task 5 (optional but recommended)</vt:lpstr>
      <vt:lpstr>Turn-In Requirements</vt:lpstr>
      <vt:lpstr>Deprecated Slides</vt:lpstr>
      <vt:lpstr>Reference – PuTTY</vt:lpstr>
      <vt:lpstr>Prelab Tasks</vt:lpstr>
      <vt:lpstr>Reference – AT Commands</vt:lpstr>
      <vt:lpstr>Reference – Common AT Commands</vt:lpstr>
      <vt:lpstr>Task 1 (1/2) – Configure XBee Radios</vt:lpstr>
      <vt:lpstr>Task 1 (2/2) – Configure XBee Radios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2026-02-05T20:56:45Z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