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3" r:id="rId6"/>
  </p:sldMasterIdLst>
  <p:notesMasterIdLst>
    <p:notesMasterId r:id="rId40"/>
  </p:notesMasterIdLst>
  <p:sldIdLst>
    <p:sldId id="256" r:id="rId7"/>
    <p:sldId id="276" r:id="rId8"/>
    <p:sldId id="381" r:id="rId9"/>
    <p:sldId id="261" r:id="rId10"/>
    <p:sldId id="258" r:id="rId11"/>
    <p:sldId id="273" r:id="rId12"/>
    <p:sldId id="272" r:id="rId13"/>
    <p:sldId id="262" r:id="rId14"/>
    <p:sldId id="263" r:id="rId15"/>
    <p:sldId id="260" r:id="rId16"/>
    <p:sldId id="264" r:id="rId17"/>
    <p:sldId id="270" r:id="rId18"/>
    <p:sldId id="275" r:id="rId19"/>
    <p:sldId id="271" r:id="rId20"/>
    <p:sldId id="257" r:id="rId21"/>
    <p:sldId id="265" r:id="rId22"/>
    <p:sldId id="266" r:id="rId23"/>
    <p:sldId id="267" r:id="rId24"/>
    <p:sldId id="269" r:id="rId25"/>
    <p:sldId id="268" r:id="rId26"/>
    <p:sldId id="274" r:id="rId27"/>
    <p:sldId id="382" r:id="rId28"/>
    <p:sldId id="380" r:id="rId29"/>
    <p:sldId id="312" r:id="rId30"/>
    <p:sldId id="294" r:id="rId31"/>
    <p:sldId id="284" r:id="rId32"/>
    <p:sldId id="383" r:id="rId33"/>
    <p:sldId id="384" r:id="rId34"/>
    <p:sldId id="386" r:id="rId35"/>
    <p:sldId id="387" r:id="rId36"/>
    <p:sldId id="388" r:id="rId37"/>
    <p:sldId id="389" r:id="rId38"/>
    <p:sldId id="39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9" autoAdjust="0"/>
    <p:restoredTop sz="88498" autoAdjust="0"/>
  </p:normalViewPr>
  <p:slideViewPr>
    <p:cSldViewPr snapToGrid="0">
      <p:cViewPr varScale="1">
        <p:scale>
          <a:sx n="134" d="100"/>
          <a:sy n="134" d="100"/>
        </p:scale>
        <p:origin x="119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custSel modSld">
      <pc:chgData name="Harris, Wyatt J Lt Col USAF USAFA DF/DFAS" userId="768bfb95-c272-4014-8fa2-010c15306053" providerId="ADAL" clId="{E18DAD13-4A53-44B8-9F3F-46E167733190}" dt="2026-02-10T15:13:39.831" v="5" actId="729"/>
      <pc:docMkLst>
        <pc:docMk/>
      </pc:docMkLst>
      <pc:sldChg chg="modSp mod">
        <pc:chgData name="Harris, Wyatt J Lt Col USAF USAFA DF/DFAS" userId="768bfb95-c272-4014-8fa2-010c15306053" providerId="ADAL" clId="{E18DAD13-4A53-44B8-9F3F-46E167733190}" dt="2026-02-10T15:11:54.091" v="4" actId="20577"/>
        <pc:sldMkLst>
          <pc:docMk/>
          <pc:sldMk cId="2351628488" sldId="261"/>
        </pc:sldMkLst>
        <pc:spChg chg="mod">
          <ac:chgData name="Harris, Wyatt J Lt Col USAF USAFA DF/DFAS" userId="768bfb95-c272-4014-8fa2-010c15306053" providerId="ADAL" clId="{E18DAD13-4A53-44B8-9F3F-46E167733190}" dt="2026-02-10T15:11:54.091" v="4" actId="20577"/>
          <ac:spMkLst>
            <pc:docMk/>
            <pc:sldMk cId="2351628488" sldId="261"/>
            <ac:spMk id="9" creationId="{095DC935-3264-43C7-A7E7-9973F59D6AFF}"/>
          </ac:spMkLst>
        </pc:spChg>
        <pc:picChg chg="mod">
          <ac:chgData name="Harris, Wyatt J Lt Col USAF USAFA DF/DFAS" userId="768bfb95-c272-4014-8fa2-010c15306053" providerId="ADAL" clId="{E18DAD13-4A53-44B8-9F3F-46E167733190}" dt="2026-02-10T15:11:17.758" v="2" actId="1076"/>
          <ac:picMkLst>
            <pc:docMk/>
            <pc:sldMk cId="2351628488" sldId="261"/>
            <ac:picMk id="5" creationId="{404DBB37-7F91-42DD-B931-20B2771836E1}"/>
          </ac:picMkLst>
        </pc:picChg>
      </pc:sldChg>
      <pc:sldChg chg="mod modShow">
        <pc:chgData name="Harris, Wyatt J Lt Col USAF USAFA DF/DFAS" userId="768bfb95-c272-4014-8fa2-010c15306053" providerId="ADAL" clId="{E18DAD13-4A53-44B8-9F3F-46E167733190}" dt="2026-02-10T15:13:39.831" v="5" actId="729"/>
        <pc:sldMkLst>
          <pc:docMk/>
          <pc:sldMk cId="1092936524" sldId="275"/>
        </pc:sldMkLst>
      </pc:sldChg>
      <pc:sldChg chg="delSp modSp mod">
        <pc:chgData name="Harris, Wyatt J Lt Col USAF USAFA DF/DFAS" userId="768bfb95-c272-4014-8fa2-010c15306053" providerId="ADAL" clId="{E18DAD13-4A53-44B8-9F3F-46E167733190}" dt="2026-02-06T16:15:49.411" v="1" actId="478"/>
        <pc:sldMkLst>
          <pc:docMk/>
          <pc:sldMk cId="1588934719" sldId="38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37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Perigee Rotation</a:t>
            </a:r>
          </a:p>
        </c:rich>
      </c:tx>
      <c:layout>
        <c:manualLayout>
          <c:xMode val="edge"/>
          <c:yMode val="edge"/>
          <c:x val="0.43195876288659796"/>
          <c:y val="1.9943019943019943E-2"/>
        </c:manualLayout>
      </c:layout>
      <c:overlay val="0"/>
      <c:spPr>
        <a:noFill/>
        <a:ln w="24061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0824742268041238"/>
          <c:y val="0.11396011396011396"/>
          <c:w val="0.75979381443298966"/>
          <c:h val="0.7920227920227920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'arg perig data'!$I$2</c:f>
              <c:strCache>
                <c:ptCount val="1"/>
                <c:pt idx="0">
                  <c:v>alt = 200</c:v>
                </c:pt>
              </c:strCache>
            </c:strRef>
          </c:tx>
          <c:spPr>
            <a:ln w="24061">
              <a:solidFill>
                <a:srgbClr val="000080"/>
              </a:solidFill>
              <a:prstDash val="solid"/>
            </a:ln>
          </c:spPr>
          <c:marker>
            <c:symbol val="none"/>
          </c:marker>
          <c:xVal>
            <c:numRef>
              <c:f>'arg perig data'!$H$3:$H$183</c:f>
              <c:numCache>
                <c:formatCode>General</c:formatCode>
                <c:ptCount val="18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</c:numCache>
            </c:numRef>
          </c:xVal>
          <c:yVal>
            <c:numRef>
              <c:f>'arg perig data'!$I$3:$I$183</c:f>
              <c:numCache>
                <c:formatCode>0.0000</c:formatCode>
                <c:ptCount val="181"/>
                <c:pt idx="0">
                  <c:v>17.88820754454153</c:v>
                </c:pt>
                <c:pt idx="1">
                  <c:v>17.881396911595939</c:v>
                </c:pt>
                <c:pt idx="2">
                  <c:v>17.860973310466321</c:v>
                </c:pt>
                <c:pt idx="3">
                  <c:v>17.826961624164628</c:v>
                </c:pt>
                <c:pt idx="4">
                  <c:v>17.77940329069153</c:v>
                </c:pt>
                <c:pt idx="5">
                  <c:v>17.718356252550556</c:v>
                </c:pt>
                <c:pt idx="6">
                  <c:v>17.643894886154111</c:v>
                </c:pt>
                <c:pt idx="7">
                  <c:v>17.556109911207251</c:v>
                </c:pt>
                <c:pt idx="8">
                  <c:v>17.455108280179711</c:v>
                </c:pt>
                <c:pt idx="9">
                  <c:v>17.341013048000793</c:v>
                </c:pt>
                <c:pt idx="10">
                  <c:v>17.213963222135877</c:v>
                </c:pt>
                <c:pt idx="11">
                  <c:v>17.074113593227263</c:v>
                </c:pt>
                <c:pt idx="12">
                  <c:v>16.921634546505583</c:v>
                </c:pt>
                <c:pt idx="13">
                  <c:v>16.756711854201679</c:v>
                </c:pt>
                <c:pt idx="14">
                  <c:v>16.579546449211723</c:v>
                </c:pt>
                <c:pt idx="15">
                  <c:v>16.39035418029146</c:v>
                </c:pt>
                <c:pt idx="16">
                  <c:v>16.189365549077735</c:v>
                </c:pt>
                <c:pt idx="17">
                  <c:v>15.976825429257756</c:v>
                </c:pt>
                <c:pt idx="18">
                  <c:v>15.752992768228228</c:v>
                </c:pt>
                <c:pt idx="19">
                  <c:v>15.518140271607836</c:v>
                </c:pt>
                <c:pt idx="20">
                  <c:v>15.272554070987461</c:v>
                </c:pt>
                <c:pt idx="21">
                  <c:v>15.016533375322899</c:v>
                </c:pt>
                <c:pt idx="22">
                  <c:v>14.75039010639486</c:v>
                </c:pt>
                <c:pt idx="23">
                  <c:v>14.474448518780298</c:v>
                </c:pt>
                <c:pt idx="24">
                  <c:v>14.189044804798185</c:v>
                </c:pt>
                <c:pt idx="25">
                  <c:v>13.894526684910929</c:v>
                </c:pt>
                <c:pt idx="26">
                  <c:v>13.59125298408058</c:v>
                </c:pt>
                <c:pt idx="27">
                  <c:v>13.279593194595865</c:v>
                </c:pt>
                <c:pt idx="28">
                  <c:v>12.959927025902758</c:v>
                </c:pt>
                <c:pt idx="29">
                  <c:v>12.632643941987018</c:v>
                </c:pt>
                <c:pt idx="30">
                  <c:v>12.298142686872302</c:v>
                </c:pt>
                <c:pt idx="31">
                  <c:v>11.956830798811996</c:v>
                </c:pt>
                <c:pt idx="32">
                  <c:v>11.609124113766635</c:v>
                </c:pt>
                <c:pt idx="33">
                  <c:v>11.255446258771839</c:v>
                </c:pt>
                <c:pt idx="34">
                  <c:v>10.896228135814022</c:v>
                </c:pt>
                <c:pt idx="35">
                  <c:v>10.531907396842703</c:v>
                </c:pt>
                <c:pt idx="36">
                  <c:v>10.162927910559</c:v>
                </c:pt>
                <c:pt idx="37">
                  <c:v>9.7897392216300254</c:v>
                </c:pt>
                <c:pt idx="38">
                  <c:v>9.4127960029879301</c:v>
                </c:pt>
                <c:pt idx="39">
                  <c:v>9.0325575018809694</c:v>
                </c:pt>
                <c:pt idx="40">
                  <c:v>8.6494869803514938</c:v>
                </c:pt>
                <c:pt idx="41">
                  <c:v>8.264051150822505</c:v>
                </c:pt>
                <c:pt idx="42">
                  <c:v>7.87671960748043</c:v>
                </c:pt>
                <c:pt idx="43">
                  <c:v>7.4879642541469975</c:v>
                </c:pt>
                <c:pt idx="44">
                  <c:v>7.0982587293370623</c:v>
                </c:pt>
                <c:pt idx="45">
                  <c:v>6.7080778292030754</c:v>
                </c:pt>
                <c:pt idx="46">
                  <c:v>6.3178969290690894</c:v>
                </c:pt>
                <c:pt idx="47">
                  <c:v>5.9281914042591541</c:v>
                </c:pt>
                <c:pt idx="48">
                  <c:v>5.5394360509257217</c:v>
                </c:pt>
                <c:pt idx="49">
                  <c:v>5.1521045075836467</c:v>
                </c:pt>
                <c:pt idx="50">
                  <c:v>4.7666686780546552</c:v>
                </c:pt>
                <c:pt idx="51">
                  <c:v>4.3835981565251858</c:v>
                </c:pt>
                <c:pt idx="52">
                  <c:v>4.0033596554182198</c:v>
                </c:pt>
                <c:pt idx="53">
                  <c:v>3.6264164367761236</c:v>
                </c:pt>
                <c:pt idx="54">
                  <c:v>3.2532277478471472</c:v>
                </c:pt>
                <c:pt idx="55">
                  <c:v>2.8842482615634482</c:v>
                </c:pt>
                <c:pt idx="56">
                  <c:v>2.5199275225921229</c:v>
                </c:pt>
                <c:pt idx="57">
                  <c:v>2.1607093996343107</c:v>
                </c:pt>
                <c:pt idx="58">
                  <c:v>1.8070315446395142</c:v>
                </c:pt>
                <c:pt idx="59">
                  <c:v>1.4593248595941557</c:v>
                </c:pt>
                <c:pt idx="60">
                  <c:v>1.1180129715338476</c:v>
                </c:pt>
                <c:pt idx="61">
                  <c:v>0.78351171641913098</c:v>
                </c:pt>
                <c:pt idx="62">
                  <c:v>0.45622863250339102</c:v>
                </c:pt>
                <c:pt idx="63">
                  <c:v>0.13656246381028486</c:v>
                </c:pt>
                <c:pt idx="64">
                  <c:v>-0.17509732567443304</c:v>
                </c:pt>
                <c:pt idx="65">
                  <c:v>-0.47837102650478203</c:v>
                </c:pt>
                <c:pt idx="66">
                  <c:v>-0.77288914639203465</c:v>
                </c:pt>
                <c:pt idx="67">
                  <c:v>-1.058292860374147</c:v>
                </c:pt>
                <c:pt idx="68">
                  <c:v>-1.3342344479887134</c:v>
                </c:pt>
                <c:pt idx="69">
                  <c:v>-1.6003777169167541</c:v>
                </c:pt>
                <c:pt idx="70">
                  <c:v>-1.8563984125813089</c:v>
                </c:pt>
                <c:pt idx="71">
                  <c:v>-2.1019846132016831</c:v>
                </c:pt>
                <c:pt idx="72">
                  <c:v>-2.336837109822079</c:v>
                </c:pt>
                <c:pt idx="73">
                  <c:v>-2.5606697708516073</c:v>
                </c:pt>
                <c:pt idx="74">
                  <c:v>-2.7732098906715903</c:v>
                </c:pt>
                <c:pt idx="75">
                  <c:v>-2.9741985218853166</c:v>
                </c:pt>
                <c:pt idx="76">
                  <c:v>-3.1633907908055749</c:v>
                </c:pt>
                <c:pt idx="77">
                  <c:v>-3.3405561957955312</c:v>
                </c:pt>
                <c:pt idx="78">
                  <c:v>-3.505478888099435</c:v>
                </c:pt>
                <c:pt idx="79">
                  <c:v>-3.657957934821118</c:v>
                </c:pt>
                <c:pt idx="80">
                  <c:v>-3.7978075637297297</c:v>
                </c:pt>
                <c:pt idx="81">
                  <c:v>-3.9248573895946461</c:v>
                </c:pt>
                <c:pt idx="82">
                  <c:v>-4.0389526217735607</c:v>
                </c:pt>
                <c:pt idx="83">
                  <c:v>-4.1399542528011013</c:v>
                </c:pt>
                <c:pt idx="84">
                  <c:v>-4.2277392277479589</c:v>
                </c:pt>
                <c:pt idx="85">
                  <c:v>-4.302200594144411</c:v>
                </c:pt>
                <c:pt idx="86">
                  <c:v>-4.3632476322853817</c:v>
                </c:pt>
                <c:pt idx="87">
                  <c:v>-4.4108059657584775</c:v>
                </c:pt>
                <c:pt idx="88">
                  <c:v>-4.4448176520601761</c:v>
                </c:pt>
                <c:pt idx="89">
                  <c:v>-4.4652412531897925</c:v>
                </c:pt>
                <c:pt idx="90">
                  <c:v>-4.4720518861353824</c:v>
                </c:pt>
                <c:pt idx="91">
                  <c:v>-4.4652412531897925</c:v>
                </c:pt>
                <c:pt idx="92">
                  <c:v>-4.4448176520601761</c:v>
                </c:pt>
                <c:pt idx="93">
                  <c:v>-4.4108059657584775</c:v>
                </c:pt>
                <c:pt idx="94">
                  <c:v>-4.3632476322853817</c:v>
                </c:pt>
                <c:pt idx="95">
                  <c:v>-4.302200594144411</c:v>
                </c:pt>
                <c:pt idx="96">
                  <c:v>-4.2277392277479668</c:v>
                </c:pt>
                <c:pt idx="97">
                  <c:v>-4.1399542528011049</c:v>
                </c:pt>
                <c:pt idx="98">
                  <c:v>-4.0389526217735687</c:v>
                </c:pt>
                <c:pt idx="99">
                  <c:v>-3.9248573895946421</c:v>
                </c:pt>
                <c:pt idx="100">
                  <c:v>-3.7978075637297297</c:v>
                </c:pt>
                <c:pt idx="101">
                  <c:v>-3.657957934821118</c:v>
                </c:pt>
                <c:pt idx="102">
                  <c:v>-3.505478888099443</c:v>
                </c:pt>
                <c:pt idx="103">
                  <c:v>-3.3405561957955312</c:v>
                </c:pt>
                <c:pt idx="104">
                  <c:v>-3.1633907908055749</c:v>
                </c:pt>
                <c:pt idx="105">
                  <c:v>-2.9741985218853166</c:v>
                </c:pt>
                <c:pt idx="106">
                  <c:v>-2.7732098906715903</c:v>
                </c:pt>
                <c:pt idx="107">
                  <c:v>-2.5606697708516113</c:v>
                </c:pt>
                <c:pt idx="108">
                  <c:v>-2.336837109822083</c:v>
                </c:pt>
                <c:pt idx="109">
                  <c:v>-2.1019846132016911</c:v>
                </c:pt>
                <c:pt idx="110">
                  <c:v>-1.8563984125813129</c:v>
                </c:pt>
                <c:pt idx="111">
                  <c:v>-1.6003777169167541</c:v>
                </c:pt>
                <c:pt idx="112">
                  <c:v>-1.3342344479887134</c:v>
                </c:pt>
                <c:pt idx="113">
                  <c:v>-1.058292860374155</c:v>
                </c:pt>
                <c:pt idx="114">
                  <c:v>-0.77288914639203854</c:v>
                </c:pt>
                <c:pt idx="115">
                  <c:v>-0.47837102650478602</c:v>
                </c:pt>
                <c:pt idx="116">
                  <c:v>-0.17509732567442907</c:v>
                </c:pt>
                <c:pt idx="117">
                  <c:v>0.13656246381028089</c:v>
                </c:pt>
                <c:pt idx="118">
                  <c:v>0.45622863250338108</c:v>
                </c:pt>
                <c:pt idx="119">
                  <c:v>0.78351171641912498</c:v>
                </c:pt>
                <c:pt idx="120">
                  <c:v>1.1180129715338436</c:v>
                </c:pt>
                <c:pt idx="121">
                  <c:v>1.4593248595941497</c:v>
                </c:pt>
                <c:pt idx="122">
                  <c:v>1.8070315446395082</c:v>
                </c:pt>
                <c:pt idx="123">
                  <c:v>2.1607093996343107</c:v>
                </c:pt>
                <c:pt idx="124">
                  <c:v>2.5199275225921229</c:v>
                </c:pt>
                <c:pt idx="125">
                  <c:v>2.8842482615634384</c:v>
                </c:pt>
                <c:pt idx="126">
                  <c:v>3.2532277478471472</c:v>
                </c:pt>
                <c:pt idx="127">
                  <c:v>3.6264164367761258</c:v>
                </c:pt>
                <c:pt idx="128">
                  <c:v>4.0033596554182198</c:v>
                </c:pt>
                <c:pt idx="129">
                  <c:v>4.383598156525176</c:v>
                </c:pt>
                <c:pt idx="130">
                  <c:v>4.7666686780546552</c:v>
                </c:pt>
                <c:pt idx="131">
                  <c:v>5.1521045075836547</c:v>
                </c:pt>
                <c:pt idx="132">
                  <c:v>5.5394360509257154</c:v>
                </c:pt>
                <c:pt idx="133">
                  <c:v>5.9281914042591479</c:v>
                </c:pt>
                <c:pt idx="134">
                  <c:v>6.317896929069077</c:v>
                </c:pt>
                <c:pt idx="135">
                  <c:v>6.7080778292030718</c:v>
                </c:pt>
                <c:pt idx="136">
                  <c:v>7.0982587293370658</c:v>
                </c:pt>
                <c:pt idx="137">
                  <c:v>7.4879642541469931</c:v>
                </c:pt>
                <c:pt idx="138">
                  <c:v>7.8767196074804255</c:v>
                </c:pt>
                <c:pt idx="139">
                  <c:v>8.2640511508224996</c:v>
                </c:pt>
                <c:pt idx="140">
                  <c:v>8.6494869803514884</c:v>
                </c:pt>
                <c:pt idx="141">
                  <c:v>9.032557501880957</c:v>
                </c:pt>
                <c:pt idx="142">
                  <c:v>9.4127960029879212</c:v>
                </c:pt>
                <c:pt idx="143">
                  <c:v>9.7897392216300272</c:v>
                </c:pt>
                <c:pt idx="144">
                  <c:v>10.162927910558997</c:v>
                </c:pt>
                <c:pt idx="145">
                  <c:v>10.531907396842692</c:v>
                </c:pt>
                <c:pt idx="146">
                  <c:v>10.896228135814022</c:v>
                </c:pt>
                <c:pt idx="147">
                  <c:v>11.255446258771842</c:v>
                </c:pt>
                <c:pt idx="148">
                  <c:v>11.609124113766635</c:v>
                </c:pt>
                <c:pt idx="149">
                  <c:v>11.956830798811991</c:v>
                </c:pt>
                <c:pt idx="150">
                  <c:v>12.298142686872302</c:v>
                </c:pt>
                <c:pt idx="151">
                  <c:v>12.632643941987016</c:v>
                </c:pt>
                <c:pt idx="152">
                  <c:v>12.959927025902752</c:v>
                </c:pt>
                <c:pt idx="153">
                  <c:v>13.279593194595863</c:v>
                </c:pt>
                <c:pt idx="154">
                  <c:v>13.591252984080581</c:v>
                </c:pt>
                <c:pt idx="155">
                  <c:v>13.894526684910927</c:v>
                </c:pt>
                <c:pt idx="156">
                  <c:v>14.189044804798179</c:v>
                </c:pt>
                <c:pt idx="157">
                  <c:v>14.47444851878029</c:v>
                </c:pt>
                <c:pt idx="158">
                  <c:v>14.750390106394857</c:v>
                </c:pt>
                <c:pt idx="159">
                  <c:v>15.016533375322901</c:v>
                </c:pt>
                <c:pt idx="160">
                  <c:v>15.272554070987457</c:v>
                </c:pt>
                <c:pt idx="161">
                  <c:v>15.51814027160783</c:v>
                </c:pt>
                <c:pt idx="162">
                  <c:v>15.752992768228227</c:v>
                </c:pt>
                <c:pt idx="163">
                  <c:v>15.976825429257753</c:v>
                </c:pt>
                <c:pt idx="164">
                  <c:v>16.189365549077728</c:v>
                </c:pt>
                <c:pt idx="165">
                  <c:v>16.390354180291457</c:v>
                </c:pt>
                <c:pt idx="166">
                  <c:v>16.579546449211723</c:v>
                </c:pt>
                <c:pt idx="167">
                  <c:v>16.756711854201679</c:v>
                </c:pt>
                <c:pt idx="168">
                  <c:v>16.921634546505583</c:v>
                </c:pt>
                <c:pt idx="169">
                  <c:v>17.07411359322726</c:v>
                </c:pt>
                <c:pt idx="170">
                  <c:v>17.213963222135881</c:v>
                </c:pt>
                <c:pt idx="171">
                  <c:v>17.341013048000793</c:v>
                </c:pt>
                <c:pt idx="172">
                  <c:v>17.455108280179711</c:v>
                </c:pt>
                <c:pt idx="173">
                  <c:v>17.556109911207251</c:v>
                </c:pt>
                <c:pt idx="174">
                  <c:v>17.643894886154108</c:v>
                </c:pt>
                <c:pt idx="175">
                  <c:v>17.718356252550553</c:v>
                </c:pt>
                <c:pt idx="176">
                  <c:v>17.77940329069153</c:v>
                </c:pt>
                <c:pt idx="177">
                  <c:v>17.826961624164628</c:v>
                </c:pt>
                <c:pt idx="178">
                  <c:v>17.860973310466321</c:v>
                </c:pt>
                <c:pt idx="179">
                  <c:v>17.881396911595939</c:v>
                </c:pt>
                <c:pt idx="180">
                  <c:v>17.88820754454153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DB5-4C69-A503-F14E71E783A4}"/>
            </c:ext>
          </c:extLst>
        </c:ser>
        <c:ser>
          <c:idx val="1"/>
          <c:order val="1"/>
          <c:tx>
            <c:strRef>
              <c:f>'arg perig data'!$J$2</c:f>
              <c:strCache>
                <c:ptCount val="1"/>
                <c:pt idx="0">
                  <c:v>alt = 500</c:v>
                </c:pt>
              </c:strCache>
            </c:strRef>
          </c:tx>
          <c:spPr>
            <a:ln w="24061">
              <a:solidFill>
                <a:srgbClr val="FF0000"/>
              </a:solidFill>
              <a:prstDash val="solid"/>
            </a:ln>
          </c:spPr>
          <c:marker>
            <c:symbol val="none"/>
          </c:marker>
          <c:xVal>
            <c:numRef>
              <c:f>'arg perig data'!$H$3:$H$183</c:f>
              <c:numCache>
                <c:formatCode>General</c:formatCode>
                <c:ptCount val="18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</c:numCache>
            </c:numRef>
          </c:xVal>
          <c:yVal>
            <c:numRef>
              <c:f>'arg perig data'!$J$3:$J$183</c:f>
              <c:numCache>
                <c:formatCode>0.0000</c:formatCode>
                <c:ptCount val="181"/>
                <c:pt idx="0">
                  <c:v>15.303041882693456</c:v>
                </c:pt>
                <c:pt idx="1">
                  <c:v>15.297215507918091</c:v>
                </c:pt>
                <c:pt idx="2">
                  <c:v>15.279743482132178</c:v>
                </c:pt>
                <c:pt idx="3">
                  <c:v>15.250647092307775</c:v>
                </c:pt>
                <c:pt idx="4">
                  <c:v>15.209961787913929</c:v>
                </c:pt>
                <c:pt idx="5">
                  <c:v>15.157737137726954</c:v>
                </c:pt>
                <c:pt idx="6">
                  <c:v>15.094036769438512</c:v>
                </c:pt>
                <c:pt idx="7">
                  <c:v>15.01893829213507</c:v>
                </c:pt>
                <c:pt idx="8">
                  <c:v>14.932533201743194</c:v>
                </c:pt>
                <c:pt idx="9">
                  <c:v>14.834926769555839</c:v>
                </c:pt>
                <c:pt idx="10">
                  <c:v>14.726237913975506</c:v>
                </c:pt>
                <c:pt idx="11">
                  <c:v>14.606599055630488</c:v>
                </c:pt>
                <c:pt idx="12">
                  <c:v>14.476155956040722</c:v>
                </c:pt>
                <c:pt idx="13">
                  <c:v>14.335067540029842</c:v>
                </c:pt>
                <c:pt idx="14">
                  <c:v>14.183505702099753</c:v>
                </c:pt>
                <c:pt idx="15">
                  <c:v>14.021655097003658</c:v>
                </c:pt>
                <c:pt idx="16">
                  <c:v>13.849712914772692</c:v>
                </c:pt>
                <c:pt idx="17">
                  <c:v>13.667888640470245</c:v>
                </c:pt>
                <c:pt idx="18">
                  <c:v>13.47640379896667</c:v>
                </c:pt>
                <c:pt idx="19">
                  <c:v>13.275491685045358</c:v>
                </c:pt>
                <c:pt idx="20">
                  <c:v>13.065397079168989</c:v>
                </c:pt>
                <c:pt idx="21">
                  <c:v>12.846375949252224</c:v>
                </c:pt>
                <c:pt idx="22">
                  <c:v>12.618695138804252</c:v>
                </c:pt>
                <c:pt idx="23">
                  <c:v>12.38263204182106</c:v>
                </c:pt>
                <c:pt idx="24">
                  <c:v>12.138474264823593</c:v>
                </c:pt>
                <c:pt idx="25">
                  <c:v>11.8865192764535</c:v>
                </c:pt>
                <c:pt idx="26">
                  <c:v>11.627074045053417</c:v>
                </c:pt>
                <c:pt idx="27">
                  <c:v>11.360454664673332</c:v>
                </c:pt>
                <c:pt idx="28">
                  <c:v>11.086985969958668</c:v>
                </c:pt>
                <c:pt idx="29">
                  <c:v>10.807001140389318</c:v>
                </c:pt>
                <c:pt idx="30">
                  <c:v>10.520841294351751</c:v>
                </c:pt>
                <c:pt idx="31">
                  <c:v>10.228855073538821</c:v>
                </c:pt>
                <c:pt idx="32">
                  <c:v>9.9313982181835545</c:v>
                </c:pt>
                <c:pt idx="33">
                  <c:v>9.6288331336444895</c:v>
                </c:pt>
                <c:pt idx="34">
                  <c:v>9.3215284488705592</c:v>
                </c:pt>
                <c:pt idx="35">
                  <c:v>9.0098585672835032</c:v>
                </c:pt>
                <c:pt idx="36">
                  <c:v>8.6942032106249645</c:v>
                </c:pt>
                <c:pt idx="37">
                  <c:v>8.3749469563240577</c:v>
                </c:pt>
                <c:pt idx="38">
                  <c:v>8.0524787689489923</c:v>
                </c:pt>
                <c:pt idx="39">
                  <c:v>7.7271915263136632</c:v>
                </c:pt>
                <c:pt idx="40">
                  <c:v>7.3994815408165655</c:v>
                </c:pt>
                <c:pt idx="41">
                  <c:v>7.0697480765951788</c:v>
                </c:pt>
                <c:pt idx="42">
                  <c:v>6.7383928630840986</c:v>
                </c:pt>
                <c:pt idx="43">
                  <c:v>6.4058196055696452</c:v>
                </c:pt>
                <c:pt idx="44">
                  <c:v>6.0724334933371065</c:v>
                </c:pt>
                <c:pt idx="45">
                  <c:v>5.7386407060100479</c:v>
                </c:pt>
                <c:pt idx="46">
                  <c:v>5.4048479186829894</c:v>
                </c:pt>
                <c:pt idx="47">
                  <c:v>5.0714618064504506</c:v>
                </c:pt>
                <c:pt idx="48">
                  <c:v>4.7388885489359964</c:v>
                </c:pt>
                <c:pt idx="49">
                  <c:v>4.4075333354249171</c:v>
                </c:pt>
                <c:pt idx="50">
                  <c:v>4.0777998712035286</c:v>
                </c:pt>
                <c:pt idx="51">
                  <c:v>3.7500898857064353</c:v>
                </c:pt>
                <c:pt idx="52">
                  <c:v>3.4248026430711023</c:v>
                </c:pt>
                <c:pt idx="53">
                  <c:v>3.1023344556960368</c:v>
                </c:pt>
                <c:pt idx="54">
                  <c:v>2.7830782013951278</c:v>
                </c:pt>
                <c:pt idx="55">
                  <c:v>2.4674228447365927</c:v>
                </c:pt>
                <c:pt idx="56">
                  <c:v>2.1557529631495322</c:v>
                </c:pt>
                <c:pt idx="57">
                  <c:v>1.8484482783756047</c:v>
                </c:pt>
                <c:pt idx="58">
                  <c:v>1.5458831938365392</c:v>
                </c:pt>
                <c:pt idx="59">
                  <c:v>1.2484263384812757</c:v>
                </c:pt>
                <c:pt idx="60">
                  <c:v>0.95644011766834269</c:v>
                </c:pt>
                <c:pt idx="61">
                  <c:v>0.6702802716307763</c:v>
                </c:pt>
                <c:pt idx="62">
                  <c:v>0.39029544206142502</c:v>
                </c:pt>
                <c:pt idx="63">
                  <c:v>0.11682674734676218</c:v>
                </c:pt>
                <c:pt idx="64">
                  <c:v>-0.14979263303332499</c:v>
                </c:pt>
                <c:pt idx="65">
                  <c:v>-0.40923786443340737</c:v>
                </c:pt>
                <c:pt idx="66">
                  <c:v>-0.66119285280349971</c:v>
                </c:pt>
                <c:pt idx="67">
                  <c:v>-0.90535062980096415</c:v>
                </c:pt>
                <c:pt idx="68">
                  <c:v>-1.1414137267841593</c:v>
                </c:pt>
                <c:pt idx="69">
                  <c:v>-1.3690945372321321</c:v>
                </c:pt>
                <c:pt idx="70">
                  <c:v>-1.5881156671488921</c:v>
                </c:pt>
                <c:pt idx="71">
                  <c:v>-1.7982102730252612</c:v>
                </c:pt>
                <c:pt idx="72">
                  <c:v>-1.9991223869465755</c:v>
                </c:pt>
                <c:pt idx="73">
                  <c:v>-2.1906072284501512</c:v>
                </c:pt>
                <c:pt idx="74">
                  <c:v>-2.3724315027526015</c:v>
                </c:pt>
                <c:pt idx="75">
                  <c:v>-2.544373684983567</c:v>
                </c:pt>
                <c:pt idx="76">
                  <c:v>-2.7062242900796583</c:v>
                </c:pt>
                <c:pt idx="77">
                  <c:v>-2.8577861280097503</c:v>
                </c:pt>
                <c:pt idx="78">
                  <c:v>-2.9988745440206284</c:v>
                </c:pt>
                <c:pt idx="79">
                  <c:v>-3.1293176436103973</c:v>
                </c:pt>
                <c:pt idx="80">
                  <c:v>-3.2489565019554116</c:v>
                </c:pt>
                <c:pt idx="81">
                  <c:v>-3.3576453575357461</c:v>
                </c:pt>
                <c:pt idx="82">
                  <c:v>-3.4552517897230981</c:v>
                </c:pt>
                <c:pt idx="83">
                  <c:v>-3.5416568801149766</c:v>
                </c:pt>
                <c:pt idx="84">
                  <c:v>-3.6167553574184161</c:v>
                </c:pt>
                <c:pt idx="85">
                  <c:v>-3.6804557257068642</c:v>
                </c:pt>
                <c:pt idx="86">
                  <c:v>-3.7326803758938372</c:v>
                </c:pt>
                <c:pt idx="87">
                  <c:v>-3.7733656802876792</c:v>
                </c:pt>
                <c:pt idx="88">
                  <c:v>-3.8024620701120888</c:v>
                </c:pt>
                <c:pt idx="89">
                  <c:v>-3.8199340958979993</c:v>
                </c:pt>
                <c:pt idx="90">
                  <c:v>-3.8257604706733641</c:v>
                </c:pt>
                <c:pt idx="91">
                  <c:v>-3.8199340958979993</c:v>
                </c:pt>
                <c:pt idx="92">
                  <c:v>-3.8024620701120888</c:v>
                </c:pt>
                <c:pt idx="93">
                  <c:v>-3.7733656802876792</c:v>
                </c:pt>
                <c:pt idx="94">
                  <c:v>-3.7326803758938372</c:v>
                </c:pt>
                <c:pt idx="95">
                  <c:v>-3.6804557257068642</c:v>
                </c:pt>
                <c:pt idx="96">
                  <c:v>-3.6167553574184228</c:v>
                </c:pt>
                <c:pt idx="97">
                  <c:v>-3.5416568801149801</c:v>
                </c:pt>
                <c:pt idx="98">
                  <c:v>-3.4552517897231052</c:v>
                </c:pt>
                <c:pt idx="99">
                  <c:v>-3.357645357535743</c:v>
                </c:pt>
                <c:pt idx="100">
                  <c:v>-3.2489565019554116</c:v>
                </c:pt>
                <c:pt idx="101">
                  <c:v>-3.1293176436103973</c:v>
                </c:pt>
                <c:pt idx="102">
                  <c:v>-2.998874544020635</c:v>
                </c:pt>
                <c:pt idx="103">
                  <c:v>-2.8577861280097503</c:v>
                </c:pt>
                <c:pt idx="104">
                  <c:v>-2.7062242900796583</c:v>
                </c:pt>
                <c:pt idx="105">
                  <c:v>-2.544373684983567</c:v>
                </c:pt>
                <c:pt idx="106">
                  <c:v>-2.3724315027526015</c:v>
                </c:pt>
                <c:pt idx="107">
                  <c:v>-2.1906072284501548</c:v>
                </c:pt>
                <c:pt idx="108">
                  <c:v>-1.9991223869465788</c:v>
                </c:pt>
                <c:pt idx="109">
                  <c:v>-1.798210273025268</c:v>
                </c:pt>
                <c:pt idx="110">
                  <c:v>-1.5881156671488956</c:v>
                </c:pt>
                <c:pt idx="111">
                  <c:v>-1.3690945372321321</c:v>
                </c:pt>
                <c:pt idx="112">
                  <c:v>-1.1414137267841593</c:v>
                </c:pt>
                <c:pt idx="113">
                  <c:v>-0.90535062980097092</c:v>
                </c:pt>
                <c:pt idx="114">
                  <c:v>-0.66119285280350304</c:v>
                </c:pt>
                <c:pt idx="115">
                  <c:v>-0.40923786443341076</c:v>
                </c:pt>
                <c:pt idx="116">
                  <c:v>-0.1497926330333216</c:v>
                </c:pt>
                <c:pt idx="117">
                  <c:v>0.1168267473467588</c:v>
                </c:pt>
                <c:pt idx="118">
                  <c:v>0.39029544206141648</c:v>
                </c:pt>
                <c:pt idx="119">
                  <c:v>0.6702802716307712</c:v>
                </c:pt>
                <c:pt idx="120">
                  <c:v>0.95644011766833936</c:v>
                </c:pt>
                <c:pt idx="121">
                  <c:v>1.2484263384812706</c:v>
                </c:pt>
                <c:pt idx="122">
                  <c:v>1.5458831938365341</c:v>
                </c:pt>
                <c:pt idx="123">
                  <c:v>1.8484482783756047</c:v>
                </c:pt>
                <c:pt idx="124">
                  <c:v>2.1557529631495322</c:v>
                </c:pt>
                <c:pt idx="125">
                  <c:v>2.4674228447365842</c:v>
                </c:pt>
                <c:pt idx="126">
                  <c:v>2.7830782013951278</c:v>
                </c:pt>
                <c:pt idx="127">
                  <c:v>3.1023344556960386</c:v>
                </c:pt>
                <c:pt idx="128">
                  <c:v>3.4248026430711023</c:v>
                </c:pt>
                <c:pt idx="129">
                  <c:v>3.7500898857064269</c:v>
                </c:pt>
                <c:pt idx="130">
                  <c:v>4.0777998712035286</c:v>
                </c:pt>
                <c:pt idx="131">
                  <c:v>4.4075333354249242</c:v>
                </c:pt>
                <c:pt idx="132">
                  <c:v>4.738888548935992</c:v>
                </c:pt>
                <c:pt idx="133">
                  <c:v>5.0714618064504453</c:v>
                </c:pt>
                <c:pt idx="134">
                  <c:v>5.4048479186829796</c:v>
                </c:pt>
                <c:pt idx="135">
                  <c:v>5.7386407060100444</c:v>
                </c:pt>
                <c:pt idx="136">
                  <c:v>6.0724334933371091</c:v>
                </c:pt>
                <c:pt idx="137">
                  <c:v>6.4058196055696417</c:v>
                </c:pt>
                <c:pt idx="138">
                  <c:v>6.7383928630840959</c:v>
                </c:pt>
                <c:pt idx="139">
                  <c:v>7.0697480765951752</c:v>
                </c:pt>
                <c:pt idx="140">
                  <c:v>7.3994815408165602</c:v>
                </c:pt>
                <c:pt idx="141">
                  <c:v>7.7271915263136535</c:v>
                </c:pt>
                <c:pt idx="142">
                  <c:v>8.0524787689489852</c:v>
                </c:pt>
                <c:pt idx="143">
                  <c:v>8.3749469563240595</c:v>
                </c:pt>
                <c:pt idx="144">
                  <c:v>8.6942032106249609</c:v>
                </c:pt>
                <c:pt idx="145">
                  <c:v>9.0098585672834943</c:v>
                </c:pt>
                <c:pt idx="146">
                  <c:v>9.3215284488705592</c:v>
                </c:pt>
                <c:pt idx="147">
                  <c:v>9.628833133644493</c:v>
                </c:pt>
                <c:pt idx="148">
                  <c:v>9.9313982181835545</c:v>
                </c:pt>
                <c:pt idx="149">
                  <c:v>10.228855073538817</c:v>
                </c:pt>
                <c:pt idx="150">
                  <c:v>10.520841294351751</c:v>
                </c:pt>
                <c:pt idx="151">
                  <c:v>10.807001140389316</c:v>
                </c:pt>
                <c:pt idx="152">
                  <c:v>11.086985969958665</c:v>
                </c:pt>
                <c:pt idx="153">
                  <c:v>11.36045466467333</c:v>
                </c:pt>
                <c:pt idx="154">
                  <c:v>11.627074045053419</c:v>
                </c:pt>
                <c:pt idx="155">
                  <c:v>11.886519276453498</c:v>
                </c:pt>
                <c:pt idx="156">
                  <c:v>12.138474264823591</c:v>
                </c:pt>
                <c:pt idx="157">
                  <c:v>12.382632041821052</c:v>
                </c:pt>
                <c:pt idx="158">
                  <c:v>12.618695138804249</c:v>
                </c:pt>
                <c:pt idx="159">
                  <c:v>12.846375949252225</c:v>
                </c:pt>
                <c:pt idx="160">
                  <c:v>13.065397079168987</c:v>
                </c:pt>
                <c:pt idx="161">
                  <c:v>13.275491685045354</c:v>
                </c:pt>
                <c:pt idx="162">
                  <c:v>13.476403798966668</c:v>
                </c:pt>
                <c:pt idx="163">
                  <c:v>13.667888640470242</c:v>
                </c:pt>
                <c:pt idx="164">
                  <c:v>13.849712914772686</c:v>
                </c:pt>
                <c:pt idx="165">
                  <c:v>14.021655097003654</c:v>
                </c:pt>
                <c:pt idx="166">
                  <c:v>14.183505702099753</c:v>
                </c:pt>
                <c:pt idx="167">
                  <c:v>14.335067540029844</c:v>
                </c:pt>
                <c:pt idx="168">
                  <c:v>14.476155956040722</c:v>
                </c:pt>
                <c:pt idx="169">
                  <c:v>14.606599055630486</c:v>
                </c:pt>
                <c:pt idx="170">
                  <c:v>14.726237913975508</c:v>
                </c:pt>
                <c:pt idx="171">
                  <c:v>14.834926769555837</c:v>
                </c:pt>
                <c:pt idx="172">
                  <c:v>14.932533201743192</c:v>
                </c:pt>
                <c:pt idx="173">
                  <c:v>15.01893829213507</c:v>
                </c:pt>
                <c:pt idx="174">
                  <c:v>15.09403676943851</c:v>
                </c:pt>
                <c:pt idx="175">
                  <c:v>15.157737137726953</c:v>
                </c:pt>
                <c:pt idx="176">
                  <c:v>15.209961787913929</c:v>
                </c:pt>
                <c:pt idx="177">
                  <c:v>15.250647092307775</c:v>
                </c:pt>
                <c:pt idx="178">
                  <c:v>15.279743482132178</c:v>
                </c:pt>
                <c:pt idx="179">
                  <c:v>15.297215507918091</c:v>
                </c:pt>
                <c:pt idx="180">
                  <c:v>15.303041882693456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DB5-4C69-A503-F14E71E783A4}"/>
            </c:ext>
          </c:extLst>
        </c:ser>
        <c:ser>
          <c:idx val="2"/>
          <c:order val="2"/>
          <c:tx>
            <c:strRef>
              <c:f>'arg perig data'!$K$2</c:f>
              <c:strCache>
                <c:ptCount val="1"/>
                <c:pt idx="0">
                  <c:v>alt = 1000</c:v>
                </c:pt>
              </c:strCache>
            </c:strRef>
          </c:tx>
          <c:spPr>
            <a:ln w="24061">
              <a:solidFill>
                <a:srgbClr val="FFFF00"/>
              </a:solidFill>
              <a:prstDash val="solid"/>
            </a:ln>
          </c:spPr>
          <c:marker>
            <c:symbol val="none"/>
          </c:marker>
          <c:xVal>
            <c:numRef>
              <c:f>'arg perig data'!$H$3:$H$183</c:f>
              <c:numCache>
                <c:formatCode>General</c:formatCode>
                <c:ptCount val="18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</c:numCache>
            </c:numRef>
          </c:xVal>
          <c:yVal>
            <c:numRef>
              <c:f>'arg perig data'!$K$3:$K$183</c:f>
              <c:numCache>
                <c:formatCode>0.0000</c:formatCode>
                <c:ptCount val="181"/>
                <c:pt idx="0">
                  <c:v>11.970439305315161</c:v>
                </c:pt>
                <c:pt idx="1">
                  <c:v>11.965881762693691</c:v>
                </c:pt>
                <c:pt idx="2">
                  <c:v>11.952214687492928</c:v>
                </c:pt>
                <c:pt idx="3">
                  <c:v>11.929454730938755</c:v>
                </c:pt>
                <c:pt idx="4">
                  <c:v>11.897629622532328</c:v>
                </c:pt>
                <c:pt idx="5">
                  <c:v>11.856778136265961</c:v>
                </c:pt>
                <c:pt idx="6">
                  <c:v>11.806950043382978</c:v>
                </c:pt>
                <c:pt idx="7">
                  <c:v>11.748206051739128</c:v>
                </c:pt>
                <c:pt idx="8">
                  <c:v>11.680617731839412</c:v>
                </c:pt>
                <c:pt idx="9">
                  <c:v>11.604267429640444</c:v>
                </c:pt>
                <c:pt idx="10">
                  <c:v>11.519248166224592</c:v>
                </c:pt>
                <c:pt idx="11">
                  <c:v>11.425663524468115</c:v>
                </c:pt>
                <c:pt idx="12">
                  <c:v>11.323627522841383</c:v>
                </c:pt>
                <c:pt idx="13">
                  <c:v>11.213264476494937</c:v>
                </c:pt>
                <c:pt idx="14">
                  <c:v>11.094708845800627</c:v>
                </c:pt>
                <c:pt idx="15">
                  <c:v>10.968105072532358</c:v>
                </c:pt>
                <c:pt idx="16">
                  <c:v>10.833607403886042</c:v>
                </c:pt>
                <c:pt idx="17">
                  <c:v>10.691379704553148</c:v>
                </c:pt>
                <c:pt idx="18">
                  <c:v>10.541595257076814</c:v>
                </c:pt>
                <c:pt idx="19">
                  <c:v>10.384436550733763</c:v>
                </c:pt>
                <c:pt idx="20">
                  <c:v>10.220095059199235</c:v>
                </c:pt>
                <c:pt idx="21">
                  <c:v>10.048771007265794</c:v>
                </c:pt>
                <c:pt idx="22">
                  <c:v>9.8706731269002788</c:v>
                </c:pt>
                <c:pt idx="23">
                  <c:v>9.6860184029360354</c:v>
                </c:pt>
                <c:pt idx="24">
                  <c:v>9.4950318087103369</c:v>
                </c:pt>
                <c:pt idx="25">
                  <c:v>9.2979460319690173</c:v>
                </c:pt>
                <c:pt idx="26">
                  <c:v>9.0950011913722975</c:v>
                </c:pt>
                <c:pt idx="27">
                  <c:v>8.8864445439471904</c:v>
                </c:pt>
                <c:pt idx="28">
                  <c:v>8.672530183842893</c:v>
                </c:pt>
                <c:pt idx="29">
                  <c:v>8.4535187327562138</c:v>
                </c:pt>
                <c:pt idx="30">
                  <c:v>8.2296770224041733</c:v>
                </c:pt>
                <c:pt idx="31">
                  <c:v>8.0012777694306614</c:v>
                </c:pt>
                <c:pt idx="32">
                  <c:v>7.7685992431432194</c:v>
                </c:pt>
                <c:pt idx="33">
                  <c:v>7.5319249264847485</c:v>
                </c:pt>
                <c:pt idx="34">
                  <c:v>7.291543170653215</c:v>
                </c:pt>
                <c:pt idx="35">
                  <c:v>7.0477468437901303</c:v>
                </c:pt>
                <c:pt idx="36">
                  <c:v>6.800832974165826</c:v>
                </c:pt>
                <c:pt idx="37">
                  <c:v>6.5511023882962771</c:v>
                </c:pt>
                <c:pt idx="38">
                  <c:v>6.2988593444323202</c:v>
                </c:pt>
                <c:pt idx="39">
                  <c:v>6.0444111618678367</c:v>
                </c:pt>
                <c:pt idx="40">
                  <c:v>5.788067846518544</c:v>
                </c:pt>
                <c:pt idx="41">
                  <c:v>5.5301417132275397</c:v>
                </c:pt>
                <c:pt idx="42">
                  <c:v>5.2709470052577538</c:v>
                </c:pt>
                <c:pt idx="43">
                  <c:v>5.0107995114349757</c:v>
                </c:pt>
                <c:pt idx="44">
                  <c:v>4.7500161814077702</c:v>
                </c:pt>
                <c:pt idx="45">
                  <c:v>4.4889147394931861</c:v>
                </c:pt>
                <c:pt idx="46">
                  <c:v>4.2278132975786029</c:v>
                </c:pt>
                <c:pt idx="47">
                  <c:v>3.9670299675513978</c:v>
                </c:pt>
                <c:pt idx="48">
                  <c:v>3.7068824737286192</c:v>
                </c:pt>
                <c:pt idx="49">
                  <c:v>3.4476877657588334</c:v>
                </c:pt>
                <c:pt idx="50">
                  <c:v>3.1897616324678277</c:v>
                </c:pt>
                <c:pt idx="51">
                  <c:v>2.9334183171185386</c:v>
                </c:pt>
                <c:pt idx="52">
                  <c:v>2.6789701345540511</c:v>
                </c:pt>
                <c:pt idx="53">
                  <c:v>2.4267270906900942</c:v>
                </c:pt>
                <c:pt idx="54">
                  <c:v>2.1769965048205449</c:v>
                </c:pt>
                <c:pt idx="55">
                  <c:v>1.9300826351962426</c:v>
                </c:pt>
                <c:pt idx="56">
                  <c:v>1.6862863083331538</c:v>
                </c:pt>
                <c:pt idx="57">
                  <c:v>1.445904552501623</c:v>
                </c:pt>
                <c:pt idx="58">
                  <c:v>1.2092302358431521</c:v>
                </c:pt>
                <c:pt idx="59">
                  <c:v>0.97655170955571169</c:v>
                </c:pt>
                <c:pt idx="60">
                  <c:v>0.74815245658219887</c:v>
                </c:pt>
                <c:pt idx="61">
                  <c:v>0.52431074623015794</c:v>
                </c:pt>
                <c:pt idx="62">
                  <c:v>0.3052992951434782</c:v>
                </c:pt>
                <c:pt idx="63">
                  <c:v>9.1384935039180881E-2</c:v>
                </c:pt>
                <c:pt idx="64">
                  <c:v>-0.11717171238592773</c:v>
                </c:pt>
                <c:pt idx="65">
                  <c:v>-0.32011655298264641</c:v>
                </c:pt>
                <c:pt idx="66">
                  <c:v>-0.5172023297239654</c:v>
                </c:pt>
                <c:pt idx="67">
                  <c:v>-0.70818892394966249</c:v>
                </c:pt>
                <c:pt idx="68">
                  <c:v>-0.89284364791390913</c:v>
                </c:pt>
                <c:pt idx="69">
                  <c:v>-1.0709415282794255</c:v>
                </c:pt>
                <c:pt idx="70">
                  <c:v>-1.2422655802128615</c:v>
                </c:pt>
                <c:pt idx="71">
                  <c:v>-1.4066070717473891</c:v>
                </c:pt>
                <c:pt idx="72">
                  <c:v>-1.5637657780904417</c:v>
                </c:pt>
                <c:pt idx="73">
                  <c:v>-1.7135502255667763</c:v>
                </c:pt>
                <c:pt idx="74">
                  <c:v>-1.8557779248996735</c:v>
                </c:pt>
                <c:pt idx="75">
                  <c:v>-1.9902755935459899</c:v>
                </c:pt>
                <c:pt idx="76">
                  <c:v>-2.1168793668142554</c:v>
                </c:pt>
                <c:pt idx="77">
                  <c:v>-2.2354349975085666</c:v>
                </c:pt>
                <c:pt idx="78">
                  <c:v>-2.3457980438550106</c:v>
                </c:pt>
                <c:pt idx="79">
                  <c:v>-2.4478340454817458</c:v>
                </c:pt>
                <c:pt idx="80">
                  <c:v>-2.5414186872382203</c:v>
                </c:pt>
                <c:pt idx="81">
                  <c:v>-2.6264379506540747</c:v>
                </c:pt>
                <c:pt idx="82">
                  <c:v>-2.7027882528530389</c:v>
                </c:pt>
                <c:pt idx="83">
                  <c:v>-2.7703765727527561</c:v>
                </c:pt>
                <c:pt idx="84">
                  <c:v>-2.8291205643966046</c:v>
                </c:pt>
                <c:pt idx="85">
                  <c:v>-2.8789486572795915</c:v>
                </c:pt>
                <c:pt idx="86">
                  <c:v>-2.9198001435459577</c:v>
                </c:pt>
                <c:pt idx="87">
                  <c:v>-2.9516252519523811</c:v>
                </c:pt>
                <c:pt idx="88">
                  <c:v>-2.9743852085065603</c:v>
                </c:pt>
                <c:pt idx="89">
                  <c:v>-2.9880522837073196</c:v>
                </c:pt>
                <c:pt idx="90">
                  <c:v>-2.9926098263287901</c:v>
                </c:pt>
                <c:pt idx="91">
                  <c:v>-2.9880522837073196</c:v>
                </c:pt>
                <c:pt idx="92">
                  <c:v>-2.9743852085065603</c:v>
                </c:pt>
                <c:pt idx="93">
                  <c:v>-2.9516252519523811</c:v>
                </c:pt>
                <c:pt idx="94">
                  <c:v>-2.9198001435459577</c:v>
                </c:pt>
                <c:pt idx="95">
                  <c:v>-2.8789486572795915</c:v>
                </c:pt>
                <c:pt idx="96">
                  <c:v>-2.82912056439661</c:v>
                </c:pt>
                <c:pt idx="97">
                  <c:v>-2.7703765727527587</c:v>
                </c:pt>
                <c:pt idx="98">
                  <c:v>-2.7027882528530442</c:v>
                </c:pt>
                <c:pt idx="99">
                  <c:v>-2.626437950654072</c:v>
                </c:pt>
                <c:pt idx="100">
                  <c:v>-2.5414186872382203</c:v>
                </c:pt>
                <c:pt idx="101">
                  <c:v>-2.4478340454817458</c:v>
                </c:pt>
                <c:pt idx="102">
                  <c:v>-2.3457980438550159</c:v>
                </c:pt>
                <c:pt idx="103">
                  <c:v>-2.2354349975085666</c:v>
                </c:pt>
                <c:pt idx="104">
                  <c:v>-2.1168793668142554</c:v>
                </c:pt>
                <c:pt idx="105">
                  <c:v>-1.9902755935459899</c:v>
                </c:pt>
                <c:pt idx="106">
                  <c:v>-1.8557779248996735</c:v>
                </c:pt>
                <c:pt idx="107">
                  <c:v>-1.7135502255667789</c:v>
                </c:pt>
                <c:pt idx="108">
                  <c:v>-1.5637657780904444</c:v>
                </c:pt>
                <c:pt idx="109">
                  <c:v>-1.4066070717473942</c:v>
                </c:pt>
                <c:pt idx="110">
                  <c:v>-1.2422655802128642</c:v>
                </c:pt>
                <c:pt idx="111">
                  <c:v>-1.0709415282794255</c:v>
                </c:pt>
                <c:pt idx="112">
                  <c:v>-0.89284364791390913</c:v>
                </c:pt>
                <c:pt idx="113">
                  <c:v>-0.70818892394966781</c:v>
                </c:pt>
                <c:pt idx="114">
                  <c:v>-0.51720232972396807</c:v>
                </c:pt>
                <c:pt idx="115">
                  <c:v>-0.32011655298264907</c:v>
                </c:pt>
                <c:pt idx="116">
                  <c:v>-0.11717171238592507</c:v>
                </c:pt>
                <c:pt idx="117">
                  <c:v>9.1384935039178217E-2</c:v>
                </c:pt>
                <c:pt idx="118">
                  <c:v>0.30529929514347154</c:v>
                </c:pt>
                <c:pt idx="119">
                  <c:v>0.52431074623015395</c:v>
                </c:pt>
                <c:pt idx="120">
                  <c:v>0.7481524565821962</c:v>
                </c:pt>
                <c:pt idx="121">
                  <c:v>0.97655170955570769</c:v>
                </c:pt>
                <c:pt idx="122">
                  <c:v>1.2092302358431481</c:v>
                </c:pt>
                <c:pt idx="123">
                  <c:v>1.445904552501623</c:v>
                </c:pt>
                <c:pt idx="124">
                  <c:v>1.6862863083331538</c:v>
                </c:pt>
                <c:pt idx="125">
                  <c:v>1.9300826351962359</c:v>
                </c:pt>
                <c:pt idx="126">
                  <c:v>2.1769965048205449</c:v>
                </c:pt>
                <c:pt idx="127">
                  <c:v>2.4267270906900955</c:v>
                </c:pt>
                <c:pt idx="128">
                  <c:v>2.6789701345540511</c:v>
                </c:pt>
                <c:pt idx="129">
                  <c:v>2.933418317118532</c:v>
                </c:pt>
                <c:pt idx="130">
                  <c:v>3.1897616324678277</c:v>
                </c:pt>
                <c:pt idx="131">
                  <c:v>3.4476877657588387</c:v>
                </c:pt>
                <c:pt idx="132">
                  <c:v>3.7068824737286152</c:v>
                </c:pt>
                <c:pt idx="133">
                  <c:v>3.9670299675513938</c:v>
                </c:pt>
                <c:pt idx="134">
                  <c:v>4.2278132975785949</c:v>
                </c:pt>
                <c:pt idx="135">
                  <c:v>4.4889147394931843</c:v>
                </c:pt>
                <c:pt idx="136">
                  <c:v>4.7500161814077728</c:v>
                </c:pt>
                <c:pt idx="137">
                  <c:v>5.010799511434973</c:v>
                </c:pt>
                <c:pt idx="138">
                  <c:v>5.2709470052577512</c:v>
                </c:pt>
                <c:pt idx="139">
                  <c:v>5.530141713227537</c:v>
                </c:pt>
                <c:pt idx="140">
                  <c:v>5.7880678465185404</c:v>
                </c:pt>
                <c:pt idx="141">
                  <c:v>6.0444111618678287</c:v>
                </c:pt>
                <c:pt idx="142">
                  <c:v>6.2988593444323149</c:v>
                </c:pt>
                <c:pt idx="143">
                  <c:v>6.5511023882962789</c:v>
                </c:pt>
                <c:pt idx="144">
                  <c:v>6.8008329741658233</c:v>
                </c:pt>
                <c:pt idx="145">
                  <c:v>7.0477468437901241</c:v>
                </c:pt>
                <c:pt idx="146">
                  <c:v>7.291543170653215</c:v>
                </c:pt>
                <c:pt idx="147">
                  <c:v>7.5319249264847512</c:v>
                </c:pt>
                <c:pt idx="148">
                  <c:v>7.7685992431432194</c:v>
                </c:pt>
                <c:pt idx="149">
                  <c:v>8.0012777694306596</c:v>
                </c:pt>
                <c:pt idx="150">
                  <c:v>8.2296770224041733</c:v>
                </c:pt>
                <c:pt idx="151">
                  <c:v>8.453518732756212</c:v>
                </c:pt>
                <c:pt idx="152">
                  <c:v>8.6725301838428894</c:v>
                </c:pt>
                <c:pt idx="153">
                  <c:v>8.8864445439471904</c:v>
                </c:pt>
                <c:pt idx="154">
                  <c:v>9.0950011913722992</c:v>
                </c:pt>
                <c:pt idx="155">
                  <c:v>9.2979460319690155</c:v>
                </c:pt>
                <c:pt idx="156">
                  <c:v>9.4950318087103351</c:v>
                </c:pt>
                <c:pt idx="157">
                  <c:v>9.6860184029360301</c:v>
                </c:pt>
                <c:pt idx="158">
                  <c:v>9.870673126900277</c:v>
                </c:pt>
                <c:pt idx="159">
                  <c:v>10.048771007265795</c:v>
                </c:pt>
                <c:pt idx="160">
                  <c:v>10.220095059199233</c:v>
                </c:pt>
                <c:pt idx="161">
                  <c:v>10.38443655073376</c:v>
                </c:pt>
                <c:pt idx="162">
                  <c:v>10.541595257076812</c:v>
                </c:pt>
                <c:pt idx="163">
                  <c:v>10.691379704553146</c:v>
                </c:pt>
                <c:pt idx="164">
                  <c:v>10.833607403886038</c:v>
                </c:pt>
                <c:pt idx="165">
                  <c:v>10.968105072532357</c:v>
                </c:pt>
                <c:pt idx="166">
                  <c:v>11.094708845800627</c:v>
                </c:pt>
                <c:pt idx="167">
                  <c:v>11.213264476494938</c:v>
                </c:pt>
                <c:pt idx="168">
                  <c:v>11.323627522841383</c:v>
                </c:pt>
                <c:pt idx="169">
                  <c:v>11.425663524468114</c:v>
                </c:pt>
                <c:pt idx="170">
                  <c:v>11.519248166224594</c:v>
                </c:pt>
                <c:pt idx="171">
                  <c:v>11.604267429640444</c:v>
                </c:pt>
                <c:pt idx="172">
                  <c:v>11.68061773183941</c:v>
                </c:pt>
                <c:pt idx="173">
                  <c:v>11.748206051739128</c:v>
                </c:pt>
                <c:pt idx="174">
                  <c:v>11.806950043382976</c:v>
                </c:pt>
                <c:pt idx="175">
                  <c:v>11.856778136265959</c:v>
                </c:pt>
                <c:pt idx="176">
                  <c:v>11.897629622532328</c:v>
                </c:pt>
                <c:pt idx="177">
                  <c:v>11.929454730938755</c:v>
                </c:pt>
                <c:pt idx="178">
                  <c:v>11.952214687492928</c:v>
                </c:pt>
                <c:pt idx="179">
                  <c:v>11.965881762693691</c:v>
                </c:pt>
                <c:pt idx="180">
                  <c:v>11.970439305315161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DB5-4C69-A503-F14E71E783A4}"/>
            </c:ext>
          </c:extLst>
        </c:ser>
        <c:ser>
          <c:idx val="3"/>
          <c:order val="3"/>
          <c:tx>
            <c:strRef>
              <c:f>'arg perig data'!$L$2</c:f>
              <c:strCache>
                <c:ptCount val="1"/>
                <c:pt idx="0">
                  <c:v>alt = 2000</c:v>
                </c:pt>
              </c:strCache>
            </c:strRef>
          </c:tx>
          <c:spPr>
            <a:ln w="24061">
              <a:solidFill>
                <a:srgbClr val="00FFFF"/>
              </a:solidFill>
              <a:prstDash val="solid"/>
            </a:ln>
          </c:spPr>
          <c:marker>
            <c:symbol val="none"/>
          </c:marker>
          <c:xVal>
            <c:numRef>
              <c:f>'arg perig data'!$H$3:$H$183</c:f>
              <c:numCache>
                <c:formatCode>General</c:formatCode>
                <c:ptCount val="18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</c:numCache>
            </c:numRef>
          </c:xVal>
          <c:yVal>
            <c:numRef>
              <c:f>'arg perig data'!$L$3:$L$183</c:f>
              <c:numCache>
                <c:formatCode>0.0000</c:formatCode>
                <c:ptCount val="181"/>
                <c:pt idx="0">
                  <c:v>7.6719209797016639</c:v>
                </c:pt>
                <c:pt idx="1">
                  <c:v>7.6690000253438715</c:v>
                </c:pt>
                <c:pt idx="2">
                  <c:v>7.6602407210034427</c:v>
                </c:pt>
                <c:pt idx="3">
                  <c:v>7.6456537385434489</c:v>
                </c:pt>
                <c:pt idx="4">
                  <c:v>7.625256849955063</c:v>
                </c:pt>
                <c:pt idx="5">
                  <c:v>7.599074905705133</c:v>
                </c:pt>
                <c:pt idx="6">
                  <c:v>7.5671398044597051</c:v>
                </c:pt>
                <c:pt idx="7">
                  <c:v>7.529490454220424</c:v>
                </c:pt>
                <c:pt idx="8">
                  <c:v>7.4861727249211176</c:v>
                </c:pt>
                <c:pt idx="9">
                  <c:v>7.4372393925423532</c:v>
                </c:pt>
                <c:pt idx="10">
                  <c:v>7.38275007481203</c:v>
                </c:pt>
                <c:pt idx="11">
                  <c:v>7.3227711585703696</c:v>
                </c:pt>
                <c:pt idx="12">
                  <c:v>7.2573757188877659</c:v>
                </c:pt>
                <c:pt idx="13">
                  <c:v>7.1866434300340787</c:v>
                </c:pt>
                <c:pt idx="14">
                  <c:v>7.1106604684078016</c:v>
                </c:pt>
                <c:pt idx="15">
                  <c:v>7.0295194075433987</c:v>
                </c:pt>
                <c:pt idx="16">
                  <c:v>6.9433191053247105</c:v>
                </c:pt>
                <c:pt idx="17">
                  <c:v>6.8521645835418523</c:v>
                </c:pt>
                <c:pt idx="18">
                  <c:v>6.7561668999383375</c:v>
                </c:pt>
                <c:pt idx="19">
                  <c:v>6.6554430129043292</c:v>
                </c:pt>
                <c:pt idx="20">
                  <c:v>6.550115638980853</c:v>
                </c:pt>
                <c:pt idx="21">
                  <c:v>6.4403131033485943</c:v>
                </c:pt>
                <c:pt idx="22">
                  <c:v>6.3261691834834393</c:v>
                </c:pt>
                <c:pt idx="23">
                  <c:v>6.2078229461692187</c:v>
                </c:pt>
                <c:pt idx="24">
                  <c:v>6.0854185780662613</c:v>
                </c:pt>
                <c:pt idx="25">
                  <c:v>5.9591052100421527</c:v>
                </c:pt>
                <c:pt idx="26">
                  <c:v>5.8290367354787467</c:v>
                </c:pt>
                <c:pt idx="27">
                  <c:v>5.6953716227767872</c:v>
                </c:pt>
                <c:pt idx="28">
                  <c:v>5.5582727222865671</c:v>
                </c:pt>
                <c:pt idx="29">
                  <c:v>5.4179070678998702</c:v>
                </c:pt>
                <c:pt idx="30">
                  <c:v>5.2744456735448937</c:v>
                </c:pt>
                <c:pt idx="31">
                  <c:v>5.1280633248321257</c:v>
                </c:pt>
                <c:pt idx="32">
                  <c:v>4.978938366105</c:v>
                </c:pt>
                <c:pt idx="33">
                  <c:v>4.8272524831547861</c:v>
                </c:pt>
                <c:pt idx="34">
                  <c:v>4.6731904818644399</c:v>
                </c:pt>
                <c:pt idx="35">
                  <c:v>4.5169400630511047</c:v>
                </c:pt>
                <c:pt idx="36">
                  <c:v>4.3586915937815682</c:v>
                </c:pt>
                <c:pt idx="37">
                  <c:v>4.1986378754393296</c:v>
                </c:pt>
                <c:pt idx="38">
                  <c:v>4.0369739088258045</c:v>
                </c:pt>
                <c:pt idx="39">
                  <c:v>3.8738966565818838</c:v>
                </c:pt>
                <c:pt idx="40">
                  <c:v>3.7096048032193023</c:v>
                </c:pt>
                <c:pt idx="41">
                  <c:v>3.5442985130541658</c:v>
                </c:pt>
                <c:pt idx="42">
                  <c:v>3.3781791863375519</c:v>
                </c:pt>
                <c:pt idx="43">
                  <c:v>3.2114492138803516</c:v>
                </c:pt>
                <c:pt idx="44">
                  <c:v>3.0443117304712159</c:v>
                </c:pt>
                <c:pt idx="45">
                  <c:v>2.8769703673881248</c:v>
                </c:pt>
                <c:pt idx="46">
                  <c:v>2.7096290043050337</c:v>
                </c:pt>
                <c:pt idx="47">
                  <c:v>2.542491520895898</c:v>
                </c:pt>
                <c:pt idx="48">
                  <c:v>2.3757615484386978</c:v>
                </c:pt>
                <c:pt idx="49">
                  <c:v>2.2096422217220839</c:v>
                </c:pt>
                <c:pt idx="50">
                  <c:v>2.0443359315569465</c:v>
                </c:pt>
                <c:pt idx="51">
                  <c:v>1.8800440781943675</c:v>
                </c:pt>
                <c:pt idx="52">
                  <c:v>1.7169668259504445</c:v>
                </c:pt>
                <c:pt idx="53">
                  <c:v>1.5553028593369194</c:v>
                </c:pt>
                <c:pt idx="54">
                  <c:v>1.3952491409946799</c:v>
                </c:pt>
                <c:pt idx="55">
                  <c:v>1.2370006717251445</c:v>
                </c:pt>
                <c:pt idx="56">
                  <c:v>1.0807502529118067</c:v>
                </c:pt>
                <c:pt idx="57">
                  <c:v>0.92668825162146318</c:v>
                </c:pt>
                <c:pt idx="58">
                  <c:v>0.77500236867124894</c:v>
                </c:pt>
                <c:pt idx="59">
                  <c:v>0.62587740994412389</c:v>
                </c:pt>
                <c:pt idx="60">
                  <c:v>0.47949506123135482</c:v>
                </c:pt>
                <c:pt idx="61">
                  <c:v>0.33603366687637864</c:v>
                </c:pt>
                <c:pt idx="62">
                  <c:v>0.19566801248968146</c:v>
                </c:pt>
                <c:pt idx="63">
                  <c:v>5.8569111999461979E-2</c:v>
                </c:pt>
                <c:pt idx="64">
                  <c:v>-7.5096000702498944E-2</c:v>
                </c:pt>
                <c:pt idx="65">
                  <c:v>-0.20516447526590456</c:v>
                </c:pt>
                <c:pt idx="66">
                  <c:v>-0.33147784329001273</c:v>
                </c:pt>
                <c:pt idx="67">
                  <c:v>-0.45388221139296908</c:v>
                </c:pt>
                <c:pt idx="68">
                  <c:v>-0.57222844870719147</c:v>
                </c:pt>
                <c:pt idx="69">
                  <c:v>-0.68637236857234696</c:v>
                </c:pt>
                <c:pt idx="70">
                  <c:v>-0.79617490420460302</c:v>
                </c:pt>
                <c:pt idx="71">
                  <c:v>-0.90150227812807904</c:v>
                </c:pt>
                <c:pt idx="72">
                  <c:v>-1.0022261651620892</c:v>
                </c:pt>
                <c:pt idx="73">
                  <c:v>-1.0982238487656033</c:v>
                </c:pt>
                <c:pt idx="74">
                  <c:v>-1.1893783705484633</c:v>
                </c:pt>
                <c:pt idx="75">
                  <c:v>-1.2755786727671521</c:v>
                </c:pt>
                <c:pt idx="76">
                  <c:v>-1.3567197336315533</c:v>
                </c:pt>
                <c:pt idx="77">
                  <c:v>-1.432702695257831</c:v>
                </c:pt>
                <c:pt idx="78">
                  <c:v>-1.5034349841115171</c:v>
                </c:pt>
                <c:pt idx="79">
                  <c:v>-1.5688304237941224</c:v>
                </c:pt>
                <c:pt idx="80">
                  <c:v>-1.6288093400357815</c:v>
                </c:pt>
                <c:pt idx="81">
                  <c:v>-1.6832986577661051</c:v>
                </c:pt>
                <c:pt idx="82">
                  <c:v>-1.7322319901448684</c:v>
                </c:pt>
                <c:pt idx="83">
                  <c:v>-1.7755497194441754</c:v>
                </c:pt>
                <c:pt idx="84">
                  <c:v>-1.8131990696834559</c:v>
                </c:pt>
                <c:pt idx="85">
                  <c:v>-1.8451341709288858</c:v>
                </c:pt>
                <c:pt idx="86">
                  <c:v>-1.8713161151788154</c:v>
                </c:pt>
                <c:pt idx="87">
                  <c:v>-1.8917130037671988</c:v>
                </c:pt>
                <c:pt idx="88">
                  <c:v>-1.906299986227197</c:v>
                </c:pt>
                <c:pt idx="89">
                  <c:v>-1.915059290567624</c:v>
                </c:pt>
                <c:pt idx="90">
                  <c:v>-1.917980244925416</c:v>
                </c:pt>
                <c:pt idx="91">
                  <c:v>-1.915059290567624</c:v>
                </c:pt>
                <c:pt idx="92">
                  <c:v>-1.906299986227197</c:v>
                </c:pt>
                <c:pt idx="93">
                  <c:v>-1.8917130037671988</c:v>
                </c:pt>
                <c:pt idx="94">
                  <c:v>-1.8713161151788154</c:v>
                </c:pt>
                <c:pt idx="95">
                  <c:v>-1.8451341709288858</c:v>
                </c:pt>
                <c:pt idx="96">
                  <c:v>-1.8131990696834592</c:v>
                </c:pt>
                <c:pt idx="97">
                  <c:v>-1.7755497194441769</c:v>
                </c:pt>
                <c:pt idx="98">
                  <c:v>-1.7322319901448717</c:v>
                </c:pt>
                <c:pt idx="99">
                  <c:v>-1.6832986577661035</c:v>
                </c:pt>
                <c:pt idx="100">
                  <c:v>-1.6288093400357815</c:v>
                </c:pt>
                <c:pt idx="101">
                  <c:v>-1.5688304237941224</c:v>
                </c:pt>
                <c:pt idx="102">
                  <c:v>-1.5034349841115207</c:v>
                </c:pt>
                <c:pt idx="103">
                  <c:v>-1.432702695257831</c:v>
                </c:pt>
                <c:pt idx="104">
                  <c:v>-1.3567197336315533</c:v>
                </c:pt>
                <c:pt idx="105">
                  <c:v>-1.2755786727671521</c:v>
                </c:pt>
                <c:pt idx="106">
                  <c:v>-1.1893783705484633</c:v>
                </c:pt>
                <c:pt idx="107">
                  <c:v>-1.0982238487656049</c:v>
                </c:pt>
                <c:pt idx="108">
                  <c:v>-1.002226165162091</c:v>
                </c:pt>
                <c:pt idx="109">
                  <c:v>-0.90150227812808248</c:v>
                </c:pt>
                <c:pt idx="110">
                  <c:v>-0.79617490420460468</c:v>
                </c:pt>
                <c:pt idx="111">
                  <c:v>-0.68637236857234696</c:v>
                </c:pt>
                <c:pt idx="112">
                  <c:v>-0.57222844870719147</c:v>
                </c:pt>
                <c:pt idx="113">
                  <c:v>-0.45388221139297247</c:v>
                </c:pt>
                <c:pt idx="114">
                  <c:v>-0.33147784329001445</c:v>
                </c:pt>
                <c:pt idx="115">
                  <c:v>-0.20516447526590625</c:v>
                </c:pt>
                <c:pt idx="116">
                  <c:v>-7.5096000702497237E-2</c:v>
                </c:pt>
                <c:pt idx="117">
                  <c:v>5.8569111999460272E-2</c:v>
                </c:pt>
                <c:pt idx="118">
                  <c:v>0.19566801248967719</c:v>
                </c:pt>
                <c:pt idx="119">
                  <c:v>0.33603366687637609</c:v>
                </c:pt>
                <c:pt idx="120">
                  <c:v>0.47949506123135316</c:v>
                </c:pt>
                <c:pt idx="121">
                  <c:v>0.62587740994412133</c:v>
                </c:pt>
                <c:pt idx="122">
                  <c:v>0.77500236867124639</c:v>
                </c:pt>
                <c:pt idx="123">
                  <c:v>0.92668825162146318</c:v>
                </c:pt>
                <c:pt idx="124">
                  <c:v>1.0807502529118067</c:v>
                </c:pt>
                <c:pt idx="125">
                  <c:v>1.2370006717251403</c:v>
                </c:pt>
                <c:pt idx="126">
                  <c:v>1.3952491409946799</c:v>
                </c:pt>
                <c:pt idx="127">
                  <c:v>1.5553028593369203</c:v>
                </c:pt>
                <c:pt idx="128">
                  <c:v>1.7169668259504445</c:v>
                </c:pt>
                <c:pt idx="129">
                  <c:v>1.8800440781943633</c:v>
                </c:pt>
                <c:pt idx="130">
                  <c:v>2.0443359315569465</c:v>
                </c:pt>
                <c:pt idx="131">
                  <c:v>2.2096422217220875</c:v>
                </c:pt>
                <c:pt idx="132">
                  <c:v>2.3757615484386951</c:v>
                </c:pt>
                <c:pt idx="133">
                  <c:v>2.5424915208958954</c:v>
                </c:pt>
                <c:pt idx="134">
                  <c:v>2.7096290043050288</c:v>
                </c:pt>
                <c:pt idx="135">
                  <c:v>2.8769703673881231</c:v>
                </c:pt>
                <c:pt idx="136">
                  <c:v>3.0443117304712173</c:v>
                </c:pt>
                <c:pt idx="137">
                  <c:v>3.2114492138803499</c:v>
                </c:pt>
                <c:pt idx="138">
                  <c:v>3.3781791863375501</c:v>
                </c:pt>
                <c:pt idx="139">
                  <c:v>3.544298513054164</c:v>
                </c:pt>
                <c:pt idx="140">
                  <c:v>3.7096048032192996</c:v>
                </c:pt>
                <c:pt idx="141">
                  <c:v>3.8738966565818789</c:v>
                </c:pt>
                <c:pt idx="142">
                  <c:v>4.036973908825801</c:v>
                </c:pt>
                <c:pt idx="143">
                  <c:v>4.1986378754393305</c:v>
                </c:pt>
                <c:pt idx="144">
                  <c:v>4.3586915937815665</c:v>
                </c:pt>
                <c:pt idx="145">
                  <c:v>4.5169400630511012</c:v>
                </c:pt>
                <c:pt idx="146">
                  <c:v>4.6731904818644399</c:v>
                </c:pt>
                <c:pt idx="147">
                  <c:v>4.8272524831547869</c:v>
                </c:pt>
                <c:pt idx="148">
                  <c:v>4.978938366105</c:v>
                </c:pt>
                <c:pt idx="149">
                  <c:v>5.1280633248321239</c:v>
                </c:pt>
                <c:pt idx="150">
                  <c:v>5.2744456735448937</c:v>
                </c:pt>
                <c:pt idx="151">
                  <c:v>5.4179070678998693</c:v>
                </c:pt>
                <c:pt idx="152">
                  <c:v>5.5582727222865644</c:v>
                </c:pt>
                <c:pt idx="153">
                  <c:v>5.6953716227767863</c:v>
                </c:pt>
                <c:pt idx="154">
                  <c:v>5.8290367354787476</c:v>
                </c:pt>
                <c:pt idx="155">
                  <c:v>5.9591052100421518</c:v>
                </c:pt>
                <c:pt idx="156">
                  <c:v>6.0854185780662595</c:v>
                </c:pt>
                <c:pt idx="157">
                  <c:v>6.2078229461692152</c:v>
                </c:pt>
                <c:pt idx="158">
                  <c:v>6.3261691834834375</c:v>
                </c:pt>
                <c:pt idx="159">
                  <c:v>6.4403131033485952</c:v>
                </c:pt>
                <c:pt idx="160">
                  <c:v>6.5501156389808521</c:v>
                </c:pt>
                <c:pt idx="161">
                  <c:v>6.6554430129043265</c:v>
                </c:pt>
                <c:pt idx="162">
                  <c:v>6.7561668999383366</c:v>
                </c:pt>
                <c:pt idx="163">
                  <c:v>6.8521645835418505</c:v>
                </c:pt>
                <c:pt idx="164">
                  <c:v>6.9433191053247079</c:v>
                </c:pt>
                <c:pt idx="165">
                  <c:v>7.0295194075433978</c:v>
                </c:pt>
                <c:pt idx="166">
                  <c:v>7.1106604684078016</c:v>
                </c:pt>
                <c:pt idx="167">
                  <c:v>7.1866434300340796</c:v>
                </c:pt>
                <c:pt idx="168">
                  <c:v>7.2573757188877659</c:v>
                </c:pt>
                <c:pt idx="169">
                  <c:v>7.3227711585703688</c:v>
                </c:pt>
                <c:pt idx="170">
                  <c:v>7.3827500748120309</c:v>
                </c:pt>
                <c:pt idx="171">
                  <c:v>7.4372393925423523</c:v>
                </c:pt>
                <c:pt idx="172">
                  <c:v>7.4861727249211167</c:v>
                </c:pt>
                <c:pt idx="173">
                  <c:v>7.529490454220424</c:v>
                </c:pt>
                <c:pt idx="174">
                  <c:v>7.5671398044597042</c:v>
                </c:pt>
                <c:pt idx="175">
                  <c:v>7.5990749057051321</c:v>
                </c:pt>
                <c:pt idx="176">
                  <c:v>7.625256849955063</c:v>
                </c:pt>
                <c:pt idx="177">
                  <c:v>7.6456537385434489</c:v>
                </c:pt>
                <c:pt idx="178">
                  <c:v>7.6602407210034427</c:v>
                </c:pt>
                <c:pt idx="179">
                  <c:v>7.6690000253438715</c:v>
                </c:pt>
                <c:pt idx="180">
                  <c:v>7.6719209797016639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8DB5-4C69-A503-F14E71E783A4}"/>
            </c:ext>
          </c:extLst>
        </c:ser>
        <c:ser>
          <c:idx val="4"/>
          <c:order val="4"/>
          <c:tx>
            <c:strRef>
              <c:f>'arg perig data'!$M$2</c:f>
              <c:strCache>
                <c:ptCount val="1"/>
                <c:pt idx="0">
                  <c:v>alt = 4000</c:v>
                </c:pt>
              </c:strCache>
            </c:strRef>
          </c:tx>
          <c:spPr>
            <a:ln w="24061">
              <a:solidFill>
                <a:srgbClr val="FF9900"/>
              </a:solidFill>
              <a:prstDash val="solid"/>
            </a:ln>
          </c:spPr>
          <c:marker>
            <c:symbol val="none"/>
          </c:marker>
          <c:xVal>
            <c:numRef>
              <c:f>'arg perig data'!$H$3:$H$183</c:f>
              <c:numCache>
                <c:formatCode>General</c:formatCode>
                <c:ptCount val="18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</c:numCache>
            </c:numRef>
          </c:xVal>
          <c:yVal>
            <c:numRef>
              <c:f>'arg perig data'!$M$3:$M$183</c:f>
              <c:numCache>
                <c:formatCode>0.0000</c:formatCode>
                <c:ptCount val="181"/>
                <c:pt idx="0">
                  <c:v>3.6265822768037697</c:v>
                </c:pt>
                <c:pt idx="1">
                  <c:v>3.625201516843735</c:v>
                </c:pt>
                <c:pt idx="2">
                  <c:v>3.6210609192069532</c:v>
                </c:pt>
                <c:pt idx="3">
                  <c:v>3.6141655285738343</c:v>
                </c:pt>
                <c:pt idx="4">
                  <c:v>3.6045237459157109</c:v>
                </c:pt>
                <c:pt idx="5">
                  <c:v>3.59214731825955</c:v>
                </c:pt>
                <c:pt idx="6">
                  <c:v>3.5770513243760074</c:v>
                </c:pt>
                <c:pt idx="7">
                  <c:v>3.55925415640827</c:v>
                </c:pt>
                <c:pt idx="8">
                  <c:v>3.5387774974640647</c:v>
                </c:pt>
                <c:pt idx="9">
                  <c:v>3.5156462951981258</c:v>
                </c:pt>
                <c:pt idx="10">
                  <c:v>3.4898887314173268</c:v>
                </c:pt>
                <c:pt idx="11">
                  <c:v>3.4615361877454855</c:v>
                </c:pt>
                <c:pt idx="12">
                  <c:v>3.4306232073896918</c:v>
                </c:pt>
                <c:pt idx="13">
                  <c:v>3.3971874530547299</c:v>
                </c:pt>
                <c:pt idx="14">
                  <c:v>3.3612696610568733</c:v>
                </c:pt>
                <c:pt idx="15">
                  <c:v>3.3229135916929597</c:v>
                </c:pt>
                <c:pt idx="16">
                  <c:v>3.2821659759252095</c:v>
                </c:pt>
                <c:pt idx="17">
                  <c:v>3.2390764584467471</c:v>
                </c:pt>
                <c:pt idx="18">
                  <c:v>3.1936975371971883</c:v>
                </c:pt>
                <c:pt idx="19">
                  <c:v>3.1460844994019888</c:v>
                </c:pt>
                <c:pt idx="20">
                  <c:v>3.0962953542134759</c:v>
                </c:pt>
                <c:pt idx="21">
                  <c:v>3.0443907620356314</c:v>
                </c:pt>
                <c:pt idx="22">
                  <c:v>2.9904339606187356</c:v>
                </c:pt>
                <c:pt idx="23">
                  <c:v>2.9344906880139052</c:v>
                </c:pt>
                <c:pt idx="24">
                  <c:v>2.8766291024814103</c:v>
                </c:pt>
                <c:pt idx="25">
                  <c:v>2.8169196994503278</c:v>
                </c:pt>
                <c:pt idx="26">
                  <c:v>2.7554352256307224</c:v>
                </c:pt>
                <c:pt idx="27">
                  <c:v>2.6922505903829856</c:v>
                </c:pt>
                <c:pt idx="28">
                  <c:v>2.6274427744523208</c:v>
                </c:pt>
                <c:pt idx="29">
                  <c:v>2.5610907361795601</c:v>
                </c:pt>
                <c:pt idx="30">
                  <c:v>2.4932753153025917</c:v>
                </c:pt>
                <c:pt idx="31">
                  <c:v>2.4240791344655888</c:v>
                </c:pt>
                <c:pt idx="32">
                  <c:v>2.3535864985560462</c:v>
                </c:pt>
                <c:pt idx="33">
                  <c:v>2.281883291992262</c:v>
                </c:pt>
                <c:pt idx="34">
                  <c:v>2.2090568740864023</c:v>
                </c:pt>
                <c:pt idx="35">
                  <c:v>2.1351959726106364</c:v>
                </c:pt>
                <c:pt idx="36">
                  <c:v>2.0603905756960104</c:v>
                </c:pt>
                <c:pt idx="37">
                  <c:v>1.9847318221957784</c:v>
                </c:pt>
                <c:pt idx="38">
                  <c:v>1.9083118906467436</c:v>
                </c:pt>
                <c:pt idx="39">
                  <c:v>1.8312238869639086</c:v>
                </c:pt>
                <c:pt idx="40">
                  <c:v>1.7535617310052649</c:v>
                </c:pt>
                <c:pt idx="41">
                  <c:v>1.6754200421449112</c:v>
                </c:pt>
                <c:pt idx="42">
                  <c:v>1.5968940239939171</c:v>
                </c:pt>
                <c:pt idx="43">
                  <c:v>1.5180793484093966</c:v>
                </c:pt>
                <c:pt idx="44">
                  <c:v>1.4390720389330773</c:v>
                </c:pt>
                <c:pt idx="45">
                  <c:v>1.359968353801414</c:v>
                </c:pt>
                <c:pt idx="46">
                  <c:v>1.2808646686697507</c:v>
                </c:pt>
                <c:pt idx="47">
                  <c:v>1.2018573591934314</c:v>
                </c:pt>
                <c:pt idx="48">
                  <c:v>1.1230426836089109</c:v>
                </c:pt>
                <c:pt idx="49">
                  <c:v>1.0445166654579168</c:v>
                </c:pt>
                <c:pt idx="50">
                  <c:v>0.96637497659756266</c:v>
                </c:pt>
                <c:pt idx="51">
                  <c:v>0.88871282063892021</c:v>
                </c:pt>
                <c:pt idx="52">
                  <c:v>0.81162481695608413</c:v>
                </c:pt>
                <c:pt idx="53">
                  <c:v>0.7352048854070492</c:v>
                </c:pt>
                <c:pt idx="54">
                  <c:v>0.65954613190681699</c:v>
                </c:pt>
                <c:pt idx="55">
                  <c:v>0.58474073499219181</c:v>
                </c:pt>
                <c:pt idx="56">
                  <c:v>0.51087983351642441</c:v>
                </c:pt>
                <c:pt idx="57">
                  <c:v>0.43805341561056554</c:v>
                </c:pt>
                <c:pt idx="58">
                  <c:v>0.36635020904678139</c:v>
                </c:pt>
                <c:pt idx="59">
                  <c:v>0.29585757313723948</c:v>
                </c:pt>
                <c:pt idx="60">
                  <c:v>0.22666139230023602</c:v>
                </c:pt>
                <c:pt idx="61">
                  <c:v>0.15884597142326748</c:v>
                </c:pt>
                <c:pt idx="62">
                  <c:v>9.2493933150506941E-2</c:v>
                </c:pt>
                <c:pt idx="63">
                  <c:v>2.7686117219841801E-2</c:v>
                </c:pt>
                <c:pt idx="64">
                  <c:v>-3.5498518027895096E-2</c:v>
                </c:pt>
                <c:pt idx="65">
                  <c:v>-9.6982991847500546E-2</c:v>
                </c:pt>
                <c:pt idx="66">
                  <c:v>-0.15669239487858289</c:v>
                </c:pt>
                <c:pt idx="67">
                  <c:v>-0.21455398041107729</c:v>
                </c:pt>
                <c:pt idx="68">
                  <c:v>-0.27049725301590821</c:v>
                </c:pt>
                <c:pt idx="69">
                  <c:v>-0.32445405443280445</c:v>
                </c:pt>
                <c:pt idx="70">
                  <c:v>-0.37635864661064766</c:v>
                </c:pt>
                <c:pt idx="71">
                  <c:v>-0.42614779179916024</c:v>
                </c:pt>
                <c:pt idx="72">
                  <c:v>-0.47376082959436061</c:v>
                </c:pt>
                <c:pt idx="73">
                  <c:v>-0.5191397508439195</c:v>
                </c:pt>
                <c:pt idx="74">
                  <c:v>-0.56222926832238262</c:v>
                </c:pt>
                <c:pt idx="75">
                  <c:v>-0.60297688409013284</c:v>
                </c:pt>
                <c:pt idx="76">
                  <c:v>-0.64133295345404551</c:v>
                </c:pt>
                <c:pt idx="77">
                  <c:v>-0.67725074545190245</c:v>
                </c:pt>
                <c:pt idx="78">
                  <c:v>-0.71068649978686416</c:v>
                </c:pt>
                <c:pt idx="79">
                  <c:v>-0.74159948014265875</c:v>
                </c:pt>
                <c:pt idx="80">
                  <c:v>-0.76995202381449901</c:v>
                </c:pt>
                <c:pt idx="81">
                  <c:v>-0.79570958759529875</c:v>
                </c:pt>
                <c:pt idx="82">
                  <c:v>-0.81884078986123654</c:v>
                </c:pt>
                <c:pt idx="83">
                  <c:v>-0.83931744880544257</c:v>
                </c:pt>
                <c:pt idx="84">
                  <c:v>-0.85711461677317913</c:v>
                </c:pt>
                <c:pt idx="85">
                  <c:v>-0.87221061065672312</c:v>
                </c:pt>
                <c:pt idx="86">
                  <c:v>-0.88458703831288388</c:v>
                </c:pt>
                <c:pt idx="87">
                  <c:v>-0.8942288209710062</c:v>
                </c:pt>
                <c:pt idx="88">
                  <c:v>-0.90112421160412692</c:v>
                </c:pt>
                <c:pt idx="89">
                  <c:v>-0.90526480924090791</c:v>
                </c:pt>
                <c:pt idx="90">
                  <c:v>-0.90664556920094241</c:v>
                </c:pt>
                <c:pt idx="91">
                  <c:v>-0.90526480924090791</c:v>
                </c:pt>
                <c:pt idx="92">
                  <c:v>-0.90112421160412692</c:v>
                </c:pt>
                <c:pt idx="93">
                  <c:v>-0.8942288209710062</c:v>
                </c:pt>
                <c:pt idx="94">
                  <c:v>-0.88458703831288388</c:v>
                </c:pt>
                <c:pt idx="95">
                  <c:v>-0.87221061065672312</c:v>
                </c:pt>
                <c:pt idx="96">
                  <c:v>-0.85711461677318068</c:v>
                </c:pt>
                <c:pt idx="97">
                  <c:v>-0.83931744880544334</c:v>
                </c:pt>
                <c:pt idx="98">
                  <c:v>-0.81884078986123809</c:v>
                </c:pt>
                <c:pt idx="99">
                  <c:v>-0.79570958759529797</c:v>
                </c:pt>
                <c:pt idx="100">
                  <c:v>-0.76995202381449901</c:v>
                </c:pt>
                <c:pt idx="101">
                  <c:v>-0.74159948014265875</c:v>
                </c:pt>
                <c:pt idx="102">
                  <c:v>-0.71068649978686571</c:v>
                </c:pt>
                <c:pt idx="103">
                  <c:v>-0.67725074545190245</c:v>
                </c:pt>
                <c:pt idx="104">
                  <c:v>-0.64133295345404551</c:v>
                </c:pt>
                <c:pt idx="105">
                  <c:v>-0.60297688409013284</c:v>
                </c:pt>
                <c:pt idx="106">
                  <c:v>-0.56222926832238262</c:v>
                </c:pt>
                <c:pt idx="107">
                  <c:v>-0.51913975084392028</c:v>
                </c:pt>
                <c:pt idx="108">
                  <c:v>-0.47376082959436144</c:v>
                </c:pt>
                <c:pt idx="109">
                  <c:v>-0.42614779179916185</c:v>
                </c:pt>
                <c:pt idx="110">
                  <c:v>-0.3763586466106485</c:v>
                </c:pt>
                <c:pt idx="111">
                  <c:v>-0.32445405443280445</c:v>
                </c:pt>
                <c:pt idx="112">
                  <c:v>-0.27049725301590821</c:v>
                </c:pt>
                <c:pt idx="113">
                  <c:v>-0.2145539804110789</c:v>
                </c:pt>
                <c:pt idx="114">
                  <c:v>-0.15669239487858369</c:v>
                </c:pt>
                <c:pt idx="115">
                  <c:v>-9.6982991847501351E-2</c:v>
                </c:pt>
                <c:pt idx="116">
                  <c:v>-3.5498518027894291E-2</c:v>
                </c:pt>
                <c:pt idx="117">
                  <c:v>2.7686117219840996E-2</c:v>
                </c:pt>
                <c:pt idx="118">
                  <c:v>9.2493933150504928E-2</c:v>
                </c:pt>
                <c:pt idx="119">
                  <c:v>0.15884597142326626</c:v>
                </c:pt>
                <c:pt idx="120">
                  <c:v>0.22666139230023519</c:v>
                </c:pt>
                <c:pt idx="121">
                  <c:v>0.29585757313723826</c:v>
                </c:pt>
                <c:pt idx="122">
                  <c:v>0.36635020904678023</c:v>
                </c:pt>
                <c:pt idx="123">
                  <c:v>0.43805341561056554</c:v>
                </c:pt>
                <c:pt idx="124">
                  <c:v>0.51087983351642441</c:v>
                </c:pt>
                <c:pt idx="125">
                  <c:v>0.58474073499218981</c:v>
                </c:pt>
                <c:pt idx="126">
                  <c:v>0.65954613190681699</c:v>
                </c:pt>
                <c:pt idx="127">
                  <c:v>0.73520488540704965</c:v>
                </c:pt>
                <c:pt idx="128">
                  <c:v>0.81162481695608413</c:v>
                </c:pt>
                <c:pt idx="129">
                  <c:v>0.88871282063891821</c:v>
                </c:pt>
                <c:pt idx="130">
                  <c:v>0.96637497659756266</c:v>
                </c:pt>
                <c:pt idx="131">
                  <c:v>1.0445166654579183</c:v>
                </c:pt>
                <c:pt idx="132">
                  <c:v>1.1230426836089098</c:v>
                </c:pt>
                <c:pt idx="133">
                  <c:v>1.2018573591934301</c:v>
                </c:pt>
                <c:pt idx="134">
                  <c:v>1.2808646686697482</c:v>
                </c:pt>
                <c:pt idx="135">
                  <c:v>1.3599683538014131</c:v>
                </c:pt>
                <c:pt idx="136">
                  <c:v>1.4390720389330782</c:v>
                </c:pt>
                <c:pt idx="137">
                  <c:v>1.518079348409396</c:v>
                </c:pt>
                <c:pt idx="138">
                  <c:v>1.5968940239939164</c:v>
                </c:pt>
                <c:pt idx="139">
                  <c:v>1.6754200421449106</c:v>
                </c:pt>
                <c:pt idx="140">
                  <c:v>1.7535617310052638</c:v>
                </c:pt>
                <c:pt idx="141">
                  <c:v>1.8312238869639064</c:v>
                </c:pt>
                <c:pt idx="142">
                  <c:v>1.9083118906467418</c:v>
                </c:pt>
                <c:pt idx="143">
                  <c:v>1.9847318221957788</c:v>
                </c:pt>
                <c:pt idx="144">
                  <c:v>2.0603905756960095</c:v>
                </c:pt>
                <c:pt idx="145">
                  <c:v>2.1351959726106342</c:v>
                </c:pt>
                <c:pt idx="146">
                  <c:v>2.2090568740864023</c:v>
                </c:pt>
                <c:pt idx="147">
                  <c:v>2.2818832919922629</c:v>
                </c:pt>
                <c:pt idx="148">
                  <c:v>2.3535864985560462</c:v>
                </c:pt>
                <c:pt idx="149">
                  <c:v>2.4240791344655879</c:v>
                </c:pt>
                <c:pt idx="150">
                  <c:v>2.4932753153025917</c:v>
                </c:pt>
                <c:pt idx="151">
                  <c:v>2.5610907361795596</c:v>
                </c:pt>
                <c:pt idx="152">
                  <c:v>2.6274427744523194</c:v>
                </c:pt>
                <c:pt idx="153">
                  <c:v>2.6922505903829856</c:v>
                </c:pt>
                <c:pt idx="154">
                  <c:v>2.7554352256307229</c:v>
                </c:pt>
                <c:pt idx="155">
                  <c:v>2.8169196994503274</c:v>
                </c:pt>
                <c:pt idx="156">
                  <c:v>2.8766291024814099</c:v>
                </c:pt>
                <c:pt idx="157">
                  <c:v>2.9344906880139039</c:v>
                </c:pt>
                <c:pt idx="158">
                  <c:v>2.9904339606187347</c:v>
                </c:pt>
                <c:pt idx="159">
                  <c:v>3.0443907620356319</c:v>
                </c:pt>
                <c:pt idx="160">
                  <c:v>3.0962953542134755</c:v>
                </c:pt>
                <c:pt idx="161">
                  <c:v>3.1460844994019874</c:v>
                </c:pt>
                <c:pt idx="162">
                  <c:v>3.1936975371971879</c:v>
                </c:pt>
                <c:pt idx="163">
                  <c:v>3.2390764584467462</c:v>
                </c:pt>
                <c:pt idx="164">
                  <c:v>3.2821659759252082</c:v>
                </c:pt>
                <c:pt idx="165">
                  <c:v>3.3229135916929589</c:v>
                </c:pt>
                <c:pt idx="166">
                  <c:v>3.3612696610568733</c:v>
                </c:pt>
                <c:pt idx="167">
                  <c:v>3.3971874530547304</c:v>
                </c:pt>
                <c:pt idx="168">
                  <c:v>3.4306232073896918</c:v>
                </c:pt>
                <c:pt idx="169">
                  <c:v>3.4615361877454851</c:v>
                </c:pt>
                <c:pt idx="170">
                  <c:v>3.4898887314173268</c:v>
                </c:pt>
                <c:pt idx="171">
                  <c:v>3.5156462951981258</c:v>
                </c:pt>
                <c:pt idx="172">
                  <c:v>3.5387774974640642</c:v>
                </c:pt>
                <c:pt idx="173">
                  <c:v>3.55925415640827</c:v>
                </c:pt>
                <c:pt idx="174">
                  <c:v>3.5770513243760069</c:v>
                </c:pt>
                <c:pt idx="175">
                  <c:v>3.5921473182595496</c:v>
                </c:pt>
                <c:pt idx="176">
                  <c:v>3.6045237459157109</c:v>
                </c:pt>
                <c:pt idx="177">
                  <c:v>3.6141655285738343</c:v>
                </c:pt>
                <c:pt idx="178">
                  <c:v>3.6210609192069532</c:v>
                </c:pt>
                <c:pt idx="179">
                  <c:v>3.625201516843735</c:v>
                </c:pt>
                <c:pt idx="180">
                  <c:v>3.6265822768037697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8DB5-4C69-A503-F14E71E783A4}"/>
            </c:ext>
          </c:extLst>
        </c:ser>
        <c:ser>
          <c:idx val="5"/>
          <c:order val="5"/>
          <c:tx>
            <c:strRef>
              <c:f>'arg perig data'!$N$2</c:f>
              <c:strCache>
                <c:ptCount val="1"/>
                <c:pt idx="0">
                  <c:v>alt = 8000</c:v>
                </c:pt>
              </c:strCache>
            </c:strRef>
          </c:tx>
          <c:spPr>
            <a:ln w="24061">
              <a:solidFill>
                <a:srgbClr val="339966"/>
              </a:solidFill>
              <a:prstDash val="solid"/>
            </a:ln>
          </c:spPr>
          <c:marker>
            <c:symbol val="none"/>
          </c:marker>
          <c:xVal>
            <c:numRef>
              <c:f>'arg perig data'!$H$3:$H$183</c:f>
              <c:numCache>
                <c:formatCode>General</c:formatCode>
                <c:ptCount val="18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</c:numCache>
            </c:numRef>
          </c:xVal>
          <c:yVal>
            <c:numRef>
              <c:f>'arg perig data'!$N$3:$N$183</c:f>
              <c:numCache>
                <c:formatCode>0.0000</c:formatCode>
                <c:ptCount val="181"/>
                <c:pt idx="0">
                  <c:v>1.1586457944407524</c:v>
                </c:pt>
                <c:pt idx="1">
                  <c:v>1.1582046596204951</c:v>
                </c:pt>
                <c:pt idx="2">
                  <c:v>1.15688179261455</c:v>
                </c:pt>
                <c:pt idx="3">
                  <c:v>1.154678805132592</c:v>
                </c:pt>
                <c:pt idx="4">
                  <c:v>1.1515983811755237</c:v>
                </c:pt>
                <c:pt idx="5">
                  <c:v>1.1476442737654335</c:v>
                </c:pt>
                <c:pt idx="6">
                  <c:v>1.1428213003731174</c:v>
                </c:pt>
                <c:pt idx="7">
                  <c:v>1.1371353370487314</c:v>
                </c:pt>
                <c:pt idx="8">
                  <c:v>1.1305933112627313</c:v>
                </c:pt>
                <c:pt idx="9">
                  <c:v>1.1232031934658151</c:v>
                </c:pt>
                <c:pt idx="10">
                  <c:v>1.1149739873781581</c:v>
                </c:pt>
                <c:pt idx="11">
                  <c:v>1.1059157190197662</c:v>
                </c:pt>
                <c:pt idx="12">
                  <c:v>1.0960394244953147</c:v>
                </c:pt>
                <c:pt idx="13">
                  <c:v>1.0853571365483552</c:v>
                </c:pt>
                <c:pt idx="14">
                  <c:v>1.0738818699012707</c:v>
                </c:pt>
                <c:pt idx="15">
                  <c:v>1.0616276053988412</c:v>
                </c:pt>
                <c:pt idx="16">
                  <c:v>1.0486092729747383</c:v>
                </c:pt>
                <c:pt idx="17">
                  <c:v>1.0348427334617005</c:v>
                </c:pt>
                <c:pt idx="18">
                  <c:v>1.0203447592675514</c:v>
                </c:pt>
                <c:pt idx="19">
                  <c:v>1.0051330139406049</c:v>
                </c:pt>
                <c:pt idx="20">
                  <c:v>0.98922603064935222</c:v>
                </c:pt>
                <c:pt idx="21">
                  <c:v>0.97264318960265073</c:v>
                </c:pt>
                <c:pt idx="22">
                  <c:v>0.95540469443792519</c:v>
                </c:pt>
                <c:pt idx="23">
                  <c:v>0.93753154760614676</c:v>
                </c:pt>
                <c:pt idx="24">
                  <c:v>0.91904552478358326</c:v>
                </c:pt>
                <c:pt idx="25">
                  <c:v>0.89996914834149011</c:v>
                </c:pt>
                <c:pt idx="26">
                  <c:v>0.88032565990607159</c:v>
                </c:pt>
                <c:pt idx="27">
                  <c:v>0.86013899204213884</c:v>
                </c:pt>
                <c:pt idx="28">
                  <c:v>0.8394337390949661</c:v>
                </c:pt>
                <c:pt idx="29">
                  <c:v>0.81823512722587011</c:v>
                </c:pt>
                <c:pt idx="30">
                  <c:v>0.79656898367801732</c:v>
                </c:pt>
                <c:pt idx="31">
                  <c:v>0.77446170530990721</c:v>
                </c:pt>
                <c:pt idx="32">
                  <c:v>0.75194022643486613</c:v>
                </c:pt>
                <c:pt idx="33">
                  <c:v>0.72903198600573549</c:v>
                </c:pt>
                <c:pt idx="34">
                  <c:v>0.7057648941847342</c:v>
                </c:pt>
                <c:pt idx="35">
                  <c:v>0.68216729833922574</c:v>
                </c:pt>
                <c:pt idx="36">
                  <c:v>0.65826794850481629</c:v>
                </c:pt>
                <c:pt idx="37">
                  <c:v>0.6340959623578668</c:v>
                </c:pt>
                <c:pt idx="38">
                  <c:v>0.60968078974008844</c:v>
                </c:pt>
                <c:pt idx="39">
                  <c:v>0.58505217677844668</c:v>
                </c:pt>
                <c:pt idx="40">
                  <c:v>0.56024012964408809</c:v>
                </c:pt>
                <c:pt idx="41">
                  <c:v>0.53527487799444373</c:v>
                </c:pt>
                <c:pt idx="42">
                  <c:v>0.51018683814304544</c:v>
                </c:pt>
                <c:pt idx="43">
                  <c:v>0.48500657600193697</c:v>
                </c:pt>
                <c:pt idx="44">
                  <c:v>0.45976476984181452</c:v>
                </c:pt>
                <c:pt idx="45">
                  <c:v>0.4344921729152823</c:v>
                </c:pt>
                <c:pt idx="46">
                  <c:v>0.40921957598875008</c:v>
                </c:pt>
                <c:pt idx="47">
                  <c:v>0.38397776982862758</c:v>
                </c:pt>
                <c:pt idx="48">
                  <c:v>0.35879750768751911</c:v>
                </c:pt>
                <c:pt idx="49">
                  <c:v>0.33370946783612088</c:v>
                </c:pt>
                <c:pt idx="50">
                  <c:v>0.30874421618647635</c:v>
                </c:pt>
                <c:pt idx="51">
                  <c:v>0.28393216905211821</c:v>
                </c:pt>
                <c:pt idx="52">
                  <c:v>0.25930355609047601</c:v>
                </c:pt>
                <c:pt idx="53">
                  <c:v>0.23488838347269766</c:v>
                </c:pt>
                <c:pt idx="54">
                  <c:v>0.21071639732574809</c:v>
                </c:pt>
                <c:pt idx="55">
                  <c:v>0.18681704749133884</c:v>
                </c:pt>
                <c:pt idx="56">
                  <c:v>0.16321945164583002</c:v>
                </c:pt>
                <c:pt idx="57">
                  <c:v>0.13995235982482901</c:v>
                </c:pt>
                <c:pt idx="58">
                  <c:v>0.1170441193956983</c:v>
                </c:pt>
                <c:pt idx="59">
                  <c:v>9.4522640520657369E-2</c:v>
                </c:pt>
                <c:pt idx="60">
                  <c:v>7.2415362152547152E-2</c:v>
                </c:pt>
                <c:pt idx="61">
                  <c:v>5.0749218604694384E-2</c:v>
                </c:pt>
                <c:pt idx="62">
                  <c:v>2.9550606735598318E-2</c:v>
                </c:pt>
                <c:pt idx="63">
                  <c:v>8.8453537884256098E-3</c:v>
                </c:pt>
                <c:pt idx="64">
                  <c:v>-1.1341314075507295E-2</c:v>
                </c:pt>
                <c:pt idx="65">
                  <c:v>-3.0984802510925755E-2</c:v>
                </c:pt>
                <c:pt idx="66">
                  <c:v>-5.0061178953018766E-2</c:v>
                </c:pt>
                <c:pt idx="67">
                  <c:v>-6.8547201775582198E-2</c:v>
                </c:pt>
                <c:pt idx="68">
                  <c:v>-8.642034860736085E-2</c:v>
                </c:pt>
                <c:pt idx="69">
                  <c:v>-0.10365884377208655</c:v>
                </c:pt>
                <c:pt idx="70">
                  <c:v>-0.12024168481878768</c:v>
                </c:pt>
                <c:pt idx="71">
                  <c:v>-0.1361486681100402</c:v>
                </c:pt>
                <c:pt idx="72">
                  <c:v>-0.15136041343698692</c:v>
                </c:pt>
                <c:pt idx="73">
                  <c:v>-0.16585838763113597</c:v>
                </c:pt>
                <c:pt idx="74">
                  <c:v>-0.17962492714417405</c:v>
                </c:pt>
                <c:pt idx="75">
                  <c:v>-0.19264325956827699</c:v>
                </c:pt>
                <c:pt idx="76">
                  <c:v>-0.20489752407070613</c:v>
                </c:pt>
                <c:pt idx="77">
                  <c:v>-0.21637279071779081</c:v>
                </c:pt>
                <c:pt idx="78">
                  <c:v>-0.22705507866475022</c:v>
                </c:pt>
                <c:pt idx="79">
                  <c:v>-0.23693137318920202</c:v>
                </c:pt>
                <c:pt idx="80">
                  <c:v>-0.24598964154759365</c:v>
                </c:pt>
                <c:pt idx="81">
                  <c:v>-0.25421884763525077</c:v>
                </c:pt>
                <c:pt idx="82">
                  <c:v>-0.26160896543216666</c:v>
                </c:pt>
                <c:pt idx="83">
                  <c:v>-0.26815099121816693</c:v>
                </c:pt>
                <c:pt idx="84">
                  <c:v>-0.27383695454255269</c:v>
                </c:pt>
                <c:pt idx="85">
                  <c:v>-0.27865992793486932</c:v>
                </c:pt>
                <c:pt idx="86">
                  <c:v>-0.28261403534495932</c:v>
                </c:pt>
                <c:pt idx="87">
                  <c:v>-0.28569445930202753</c:v>
                </c:pt>
                <c:pt idx="88">
                  <c:v>-0.28789744678398604</c:v>
                </c:pt>
                <c:pt idx="89">
                  <c:v>-0.28922031378993079</c:v>
                </c:pt>
                <c:pt idx="90">
                  <c:v>-0.28966144861018811</c:v>
                </c:pt>
                <c:pt idx="91">
                  <c:v>-0.28922031378993079</c:v>
                </c:pt>
                <c:pt idx="92">
                  <c:v>-0.28789744678398604</c:v>
                </c:pt>
                <c:pt idx="93">
                  <c:v>-0.28569445930202753</c:v>
                </c:pt>
                <c:pt idx="94">
                  <c:v>-0.28261403534495932</c:v>
                </c:pt>
                <c:pt idx="95">
                  <c:v>-0.27865992793486932</c:v>
                </c:pt>
                <c:pt idx="96">
                  <c:v>-0.27383695454255325</c:v>
                </c:pt>
                <c:pt idx="97">
                  <c:v>-0.26815099121816721</c:v>
                </c:pt>
                <c:pt idx="98">
                  <c:v>-0.26160896543216716</c:v>
                </c:pt>
                <c:pt idx="99">
                  <c:v>-0.25421884763525054</c:v>
                </c:pt>
                <c:pt idx="100">
                  <c:v>-0.24598964154759365</c:v>
                </c:pt>
                <c:pt idx="101">
                  <c:v>-0.23693137318920202</c:v>
                </c:pt>
                <c:pt idx="102">
                  <c:v>-0.22705507866475072</c:v>
                </c:pt>
                <c:pt idx="103">
                  <c:v>-0.21637279071779081</c:v>
                </c:pt>
                <c:pt idx="104">
                  <c:v>-0.20489752407070613</c:v>
                </c:pt>
                <c:pt idx="105">
                  <c:v>-0.19264325956827699</c:v>
                </c:pt>
                <c:pt idx="106">
                  <c:v>-0.17962492714417405</c:v>
                </c:pt>
                <c:pt idx="107">
                  <c:v>-0.16585838763113625</c:v>
                </c:pt>
                <c:pt idx="108">
                  <c:v>-0.15136041343698717</c:v>
                </c:pt>
                <c:pt idx="109">
                  <c:v>-0.13614866811004073</c:v>
                </c:pt>
                <c:pt idx="110">
                  <c:v>-0.12024168481878793</c:v>
                </c:pt>
                <c:pt idx="111">
                  <c:v>-0.10365884377208655</c:v>
                </c:pt>
                <c:pt idx="112">
                  <c:v>-8.642034860736085E-2</c:v>
                </c:pt>
                <c:pt idx="113">
                  <c:v>-6.8547201775582711E-2</c:v>
                </c:pt>
                <c:pt idx="114">
                  <c:v>-5.0061178953019023E-2</c:v>
                </c:pt>
                <c:pt idx="115">
                  <c:v>-3.0984802510926012E-2</c:v>
                </c:pt>
                <c:pt idx="116">
                  <c:v>-1.1341314075507036E-2</c:v>
                </c:pt>
                <c:pt idx="117">
                  <c:v>8.845353788425353E-3</c:v>
                </c:pt>
                <c:pt idx="118">
                  <c:v>2.9550606735597677E-2</c:v>
                </c:pt>
                <c:pt idx="119">
                  <c:v>5.0749218604694002E-2</c:v>
                </c:pt>
                <c:pt idx="120">
                  <c:v>7.2415362152546903E-2</c:v>
                </c:pt>
                <c:pt idx="121">
                  <c:v>9.4522640520656981E-2</c:v>
                </c:pt>
                <c:pt idx="122">
                  <c:v>0.11704411939569791</c:v>
                </c:pt>
                <c:pt idx="123">
                  <c:v>0.13995235982482901</c:v>
                </c:pt>
                <c:pt idx="124">
                  <c:v>0.16321945164583002</c:v>
                </c:pt>
                <c:pt idx="125">
                  <c:v>0.18681704749133821</c:v>
                </c:pt>
                <c:pt idx="126">
                  <c:v>0.21071639732574809</c:v>
                </c:pt>
                <c:pt idx="127">
                  <c:v>0.2348883834726978</c:v>
                </c:pt>
                <c:pt idx="128">
                  <c:v>0.25930355609047601</c:v>
                </c:pt>
                <c:pt idx="129">
                  <c:v>0.28393216905211754</c:v>
                </c:pt>
                <c:pt idx="130">
                  <c:v>0.30874421618647635</c:v>
                </c:pt>
                <c:pt idx="131">
                  <c:v>0.33370946783612138</c:v>
                </c:pt>
                <c:pt idx="132">
                  <c:v>0.35879750768751872</c:v>
                </c:pt>
                <c:pt idx="133">
                  <c:v>0.38397776982862719</c:v>
                </c:pt>
                <c:pt idx="134">
                  <c:v>0.40921957598874931</c:v>
                </c:pt>
                <c:pt idx="135">
                  <c:v>0.43449217291528203</c:v>
                </c:pt>
                <c:pt idx="136">
                  <c:v>0.45976476984181475</c:v>
                </c:pt>
                <c:pt idx="137">
                  <c:v>0.48500657600193675</c:v>
                </c:pt>
                <c:pt idx="138">
                  <c:v>0.51018683814304522</c:v>
                </c:pt>
                <c:pt idx="139">
                  <c:v>0.53527487799444351</c:v>
                </c:pt>
                <c:pt idx="140">
                  <c:v>0.56024012964408776</c:v>
                </c:pt>
                <c:pt idx="141">
                  <c:v>0.5850521767784459</c:v>
                </c:pt>
                <c:pt idx="142">
                  <c:v>0.60968078974008799</c:v>
                </c:pt>
                <c:pt idx="143">
                  <c:v>0.63409596235786692</c:v>
                </c:pt>
                <c:pt idx="144">
                  <c:v>0.65826794850481596</c:v>
                </c:pt>
                <c:pt idx="145">
                  <c:v>0.68216729833922507</c:v>
                </c:pt>
                <c:pt idx="146">
                  <c:v>0.7057648941847342</c:v>
                </c:pt>
                <c:pt idx="147">
                  <c:v>0.72903198600573571</c:v>
                </c:pt>
                <c:pt idx="148">
                  <c:v>0.75194022643486613</c:v>
                </c:pt>
                <c:pt idx="149">
                  <c:v>0.77446170530990699</c:v>
                </c:pt>
                <c:pt idx="150">
                  <c:v>0.79656898367801732</c:v>
                </c:pt>
                <c:pt idx="151">
                  <c:v>0.81823512722587</c:v>
                </c:pt>
                <c:pt idx="152">
                  <c:v>0.83943373909496577</c:v>
                </c:pt>
                <c:pt idx="153">
                  <c:v>0.86013899204213873</c:v>
                </c:pt>
                <c:pt idx="154">
                  <c:v>0.8803256599060717</c:v>
                </c:pt>
                <c:pt idx="155">
                  <c:v>0.89996914834149</c:v>
                </c:pt>
                <c:pt idx="156">
                  <c:v>0.91904552478358292</c:v>
                </c:pt>
                <c:pt idx="157">
                  <c:v>0.93753154760614632</c:v>
                </c:pt>
                <c:pt idx="158">
                  <c:v>0.95540469443792497</c:v>
                </c:pt>
                <c:pt idx="159">
                  <c:v>0.97264318960265084</c:v>
                </c:pt>
                <c:pt idx="160">
                  <c:v>0.98922603064935211</c:v>
                </c:pt>
                <c:pt idx="161">
                  <c:v>1.0051330139406045</c:v>
                </c:pt>
                <c:pt idx="162">
                  <c:v>1.0203447592675512</c:v>
                </c:pt>
                <c:pt idx="163">
                  <c:v>1.0348427334617001</c:v>
                </c:pt>
                <c:pt idx="164">
                  <c:v>1.0486092729747378</c:v>
                </c:pt>
                <c:pt idx="165">
                  <c:v>1.0616276053988409</c:v>
                </c:pt>
                <c:pt idx="166">
                  <c:v>1.0738818699012707</c:v>
                </c:pt>
                <c:pt idx="167">
                  <c:v>1.0853571365483552</c:v>
                </c:pt>
                <c:pt idx="168">
                  <c:v>1.0960394244953147</c:v>
                </c:pt>
                <c:pt idx="169">
                  <c:v>1.1059157190197662</c:v>
                </c:pt>
                <c:pt idx="170">
                  <c:v>1.1149739873781581</c:v>
                </c:pt>
                <c:pt idx="171">
                  <c:v>1.1232031934658149</c:v>
                </c:pt>
                <c:pt idx="172">
                  <c:v>1.1305933112627311</c:v>
                </c:pt>
                <c:pt idx="173">
                  <c:v>1.1371353370487314</c:v>
                </c:pt>
                <c:pt idx="174">
                  <c:v>1.1428213003731171</c:v>
                </c:pt>
                <c:pt idx="175">
                  <c:v>1.1476442737654333</c:v>
                </c:pt>
                <c:pt idx="176">
                  <c:v>1.1515983811755237</c:v>
                </c:pt>
                <c:pt idx="177">
                  <c:v>1.154678805132592</c:v>
                </c:pt>
                <c:pt idx="178">
                  <c:v>1.15688179261455</c:v>
                </c:pt>
                <c:pt idx="179">
                  <c:v>1.1582046596204951</c:v>
                </c:pt>
                <c:pt idx="180">
                  <c:v>1.1586457944407524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8DB5-4C69-A503-F14E71E78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2046336"/>
        <c:axId val="82073088"/>
      </c:scatterChart>
      <c:valAx>
        <c:axId val="82046336"/>
        <c:scaling>
          <c:orientation val="minMax"/>
          <c:max val="180"/>
        </c:scaling>
        <c:delete val="0"/>
        <c:axPos val="b"/>
        <c:majorGridlines>
          <c:spPr>
            <a:ln w="3008">
              <a:solidFill>
                <a:srgbClr val="96969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18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Inclination (deg)</a:t>
                </a:r>
              </a:p>
            </c:rich>
          </c:tx>
          <c:layout>
            <c:manualLayout>
              <c:xMode val="edge"/>
              <c:yMode val="edge"/>
              <c:x val="0.42577319587628865"/>
              <c:y val="0.95014245014245013"/>
            </c:manualLayout>
          </c:layout>
          <c:overlay val="0"/>
          <c:spPr>
            <a:noFill/>
            <a:ln w="24061">
              <a:noFill/>
            </a:ln>
          </c:spPr>
        </c:title>
        <c:numFmt formatCode="General" sourceLinked="1"/>
        <c:majorTickMark val="cross"/>
        <c:minorTickMark val="in"/>
        <c:tickLblPos val="nextTo"/>
        <c:spPr>
          <a:ln w="300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18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82073088"/>
        <c:crossesAt val="-10"/>
        <c:crossBetween val="midCat"/>
        <c:majorUnit val="10"/>
        <c:minorUnit val="1"/>
      </c:valAx>
      <c:valAx>
        <c:axId val="82073088"/>
        <c:scaling>
          <c:orientation val="minMax"/>
        </c:scaling>
        <c:delete val="0"/>
        <c:axPos val="l"/>
        <c:majorGridlines>
          <c:spPr>
            <a:ln w="3008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18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omega dot (deg/day)</a:t>
                </a:r>
              </a:p>
            </c:rich>
          </c:tx>
          <c:layout>
            <c:manualLayout>
              <c:xMode val="edge"/>
              <c:yMode val="edge"/>
              <c:x val="1.134020618556701E-2"/>
              <c:y val="0.40455840455840458"/>
            </c:manualLayout>
          </c:layout>
          <c:overlay val="0"/>
          <c:spPr>
            <a:noFill/>
            <a:ln w="24061">
              <a:noFill/>
            </a:ln>
          </c:spPr>
        </c:title>
        <c:numFmt formatCode="0.0000" sourceLinked="1"/>
        <c:majorTickMark val="out"/>
        <c:minorTickMark val="none"/>
        <c:tickLblPos val="nextTo"/>
        <c:spPr>
          <a:ln w="300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18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82046336"/>
        <c:crosses val="autoZero"/>
        <c:crossBetween val="midCat"/>
      </c:valAx>
      <c:spPr>
        <a:solidFill>
          <a:srgbClr val="C0C0C0"/>
        </a:solidFill>
        <a:ln w="12031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89278350515463922"/>
          <c:y val="0.41452991452991456"/>
          <c:w val="0.10309278350515463"/>
          <c:h val="0.18945868945868946"/>
        </c:manualLayout>
      </c:layout>
      <c:overlay val="0"/>
      <c:spPr>
        <a:solidFill>
          <a:srgbClr val="FFFFFF"/>
        </a:solidFill>
        <a:ln w="3008">
          <a:solidFill>
            <a:srgbClr val="000000"/>
          </a:solidFill>
          <a:prstDash val="solid"/>
        </a:ln>
      </c:spPr>
      <c:txPr>
        <a:bodyPr/>
        <a:lstStyle/>
        <a:p>
          <a:pPr>
            <a:defRPr sz="933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18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8DF14-05CE-4D27-A938-5456946EC432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E89D5-BB56-40AB-8490-58B82FAE53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74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a few things wrong with this plot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Spurious outline of plot area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end marker or altitude label on right—looks like it just didn’t print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space between inclination(deg)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20 degrees of wasted vertical space (directions said not to do that)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Mostly, it’s here for the hideous markers and thick line—do they add anything? Is this just a personal preference?</a:t>
            </a:r>
          </a:p>
          <a:p>
            <a:endParaRPr lang="en-US" dirty="0"/>
          </a:p>
          <a:p>
            <a:r>
              <a:rPr lang="en-US" dirty="0"/>
              <a:t>Is this just a preference?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E89D5-BB56-40AB-8490-58B82FAE53B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173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E89D5-BB56-40AB-8490-58B82FAE53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85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Normal: 74</a:t>
            </a:r>
          </a:p>
          <a:p>
            <a:r>
              <a:rPr lang="en-US" dirty="0"/>
              <a:t>red-green colorblind: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E89D5-BB56-40AB-8490-58B82FAE53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5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https://www.optimax.co.uk/blog/tetrachromacy-superhuman-vision/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E89D5-BB56-40AB-8490-58B82FAE53B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62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3068-00FD-4C5B-B9F4-EF2EE8B86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0C1F5-1BFD-4068-88FE-D67585B35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EA245-A41F-47B3-9FB5-B982A048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9DF39-202F-4283-BCE2-E9417257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2C18-9D12-432C-976A-AE6459BE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23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1CB3-A4F3-433E-8239-5B4E6E03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4916-1E48-4A67-BA77-F627559B3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401EB-6060-4A03-BE50-248BF7FAC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99BDE-E913-4F42-8262-491180DB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E0599-13B5-4664-97AE-00A30EFC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5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E764-806A-4295-80B6-05734A2C4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CE12E-C960-49B9-AD3C-D7C2A51E7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B7AA-FFB5-4564-A5F3-822B54DE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9B926-6986-41D5-B35C-2F7A98A8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70AC4-2172-4EFD-A248-A4752110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26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4112-2C54-4C4A-B031-C9C92B91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A9D1B-D86D-49B2-8FD3-F8EC3040B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FEC19-DAC2-4272-B8D5-F8A3AE690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9C006-23CC-4568-9E23-EDE69AE3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AA039-0B8D-4C85-9FC8-B85061C6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E96CC-C504-4B22-8466-F937D788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50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AC2C-08F4-4FA8-9D5C-825F9605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9D106-E713-422C-856D-8C9AC1973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ADD49-3576-4486-9950-DFBC20DDC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3E0FF7-A915-4C65-8AAE-80F0C230D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278805-EF40-42A2-8B3F-FF0CD0F6C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6055F4-F6C9-47F3-AA6C-50F14121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1E101-87D7-4A70-8CB2-10D41E24F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A6FCD7-1017-4746-87C4-11908096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F434-D6AB-4F76-92D0-E3091A01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83C74-B6C0-4AAD-855E-92EFE5B2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8406D-7325-44F8-ABC7-8C9B40C6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5C049-9D49-4115-801B-A52914BE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928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4AC71-8DC3-4B6A-B8CA-6D4E99D7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70DFD-0000-4786-B081-68415D75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AE0B9-F4A5-412C-9615-DFB3A657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7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F89F-1A95-4792-82C7-C1546766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93" y="457200"/>
            <a:ext cx="368690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6821F-178D-4B91-8538-B94009696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7892" y="136523"/>
            <a:ext cx="7807570" cy="65849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7FDF2-8E78-4485-A889-CB6A3DFF7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692" y="2057400"/>
            <a:ext cx="368690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0D712-D6C3-4732-A35A-84659909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45402-8D76-4F4E-AC0F-A7942D92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D70B0-0C15-4C15-BF67-738D95AF7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01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5A28-1EA8-4F65-9054-577F53A0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C502C-A68E-43B7-AB9A-0F10C4CC8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2F8AA-C057-4FC2-B062-39684C463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55B44-1236-4807-82D9-E9B16B10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F032F-F3D1-463D-8848-B211FB49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12D90-0080-49F8-A7C6-F9C31FD71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003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176E-C901-4A4A-9FC7-801C3791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4EE55-CB2A-486F-89F0-F09BBDE8B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2F835-FE58-4918-92F6-AF2E5105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FBF99-3949-4DBA-9326-1DEF9F82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BA722-764E-4B5B-A428-3B8CB5C5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44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7EDFB-1B71-4DAE-A2DD-1986CDF97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58E45-AC43-4D92-A6FD-326DB0FCC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1387E-3A03-4BB9-BC6C-0F89EE44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73321-FB36-44E8-B7F3-72636AB9C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9B1E7-A0BB-4EAB-B2EF-8AF12C711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843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87EED-64EE-4E48-98ED-B3CB9D5605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42598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5EACA-A71C-4B2A-8833-E55CC31671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5446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42CDA-4F5C-44F0-BD73-C1A62088D3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31395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176B2-08B3-4FDE-93AC-41B227B2B8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8762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7EEADA-C173-43B0-BD25-6AD33FFBCF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7260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B0A83-1952-4221-90B7-1F9B9B4336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23143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110AB-3EAF-4F16-9B4E-B970E8B607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90620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9AE5F-15D6-49D4-BB56-19E14BD850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94171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918A8-35D0-4E3C-A33C-569BDFFF77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50184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B608F-7062-4300-B6F1-FC52B3020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72560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A727F-DDA2-404B-93EF-7AB9E11F04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74250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DA046-1068-4FD8-BF47-846EDD54F5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333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5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96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175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698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811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158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632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44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049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782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72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16286-C548-4B18-9DDE-D6687802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74363-4645-4437-8AAE-85E903F87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FC2C6-AADD-4AB2-8890-6F6875073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64E83-F722-4326-8075-E9369E0B2579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7AA2-69EF-4522-9B1C-E36470382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CCD78-184D-4C87-8654-F81845809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50F8B-A939-4C9E-8EB4-802AEC04A5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2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fld id="{51D8121F-25D3-4439-A10B-1CAEF9A4E2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5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50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9B18-FAC3-4CA9-9750-DC4820816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good and bad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C4CBE-08A7-401D-A570-75E2A51ED7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(but mostly bad)</a:t>
            </a:r>
          </a:p>
        </p:txBody>
      </p:sp>
    </p:spTree>
    <p:extLst>
      <p:ext uri="{BB962C8B-B14F-4D97-AF65-F5344CB8AC3E}">
        <p14:creationId xmlns:p14="http://schemas.microsoft.com/office/powerpoint/2010/main" val="416873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9B18-FAC3-4CA9-9750-DC4820816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your graphs are terrible!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C4CBE-08A7-401D-A570-75E2A51ED7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but don’t feel bad—ours are too</a:t>
            </a:r>
          </a:p>
        </p:txBody>
      </p:sp>
    </p:spTree>
    <p:extLst>
      <p:ext uri="{BB962C8B-B14F-4D97-AF65-F5344CB8AC3E}">
        <p14:creationId xmlns:p14="http://schemas.microsoft.com/office/powerpoint/2010/main" val="192704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7BA3E-3FF5-4D4E-910F-7952BB37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2B91C-A25C-403A-90DF-1BE4CEBF8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Mostly Astro 331 student homework from 2023 Spring</a:t>
            </a:r>
          </a:p>
          <a:p>
            <a:r>
              <a:rPr lang="en-US" dirty="0"/>
              <a:t>Also!</a:t>
            </a:r>
          </a:p>
          <a:p>
            <a:pPr lvl="1"/>
            <a:r>
              <a:rPr lang="en-US" dirty="0"/>
              <a:t>Lesson slides from Astro 310</a:t>
            </a:r>
          </a:p>
          <a:p>
            <a:pPr lvl="1"/>
            <a:r>
              <a:rPr lang="en-US" dirty="0"/>
              <a:t>Lesson slides from Astro 331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2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A672FA-AA83-4D9E-9550-E2478FBC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default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4DBB37-7F91-42DD-B931-20B277183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7" y="1019672"/>
            <a:ext cx="7807325" cy="4818655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5DC935-3264-43C7-A7E7-9973F59D6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Thick lines and markers bad</a:t>
            </a:r>
          </a:p>
          <a:p>
            <a:endParaRPr lang="en-US" dirty="0"/>
          </a:p>
          <a:p>
            <a:r>
              <a:rPr lang="en-US" dirty="0"/>
              <a:t>There are a few things wrong with this plot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Spurious outline of plot area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end marker or altitude label on right—looks like it just didn’t print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space between inclination(deg)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10 degrees of wasted vertical space (directions said not to do that)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Mostly, it’s here for the hideous markers and thick line—do they add anything? </a:t>
            </a:r>
          </a:p>
          <a:p>
            <a:r>
              <a:rPr lang="en-US" dirty="0"/>
              <a:t>Is this just a personal preference?</a:t>
            </a:r>
          </a:p>
        </p:txBody>
      </p:sp>
    </p:spTree>
    <p:extLst>
      <p:ext uri="{BB962C8B-B14F-4D97-AF65-F5344CB8AC3E}">
        <p14:creationId xmlns:p14="http://schemas.microsoft.com/office/powerpoint/2010/main" val="235162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D9845DA-BAEF-4DB8-95F5-DA76BFB0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default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3203EA-116E-4B38-9C9F-75F58A556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625" y="1244845"/>
            <a:ext cx="7807325" cy="4368309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83AC75-FBAA-4A6C-B506-8588EE92C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Oh no!!</a:t>
            </a:r>
          </a:p>
          <a:p>
            <a:endParaRPr lang="en-US" dirty="0"/>
          </a:p>
          <a:p>
            <a:r>
              <a:rPr lang="en-US" dirty="0"/>
              <a:t>I can’t see which color is which</a:t>
            </a:r>
          </a:p>
          <a:p>
            <a:r>
              <a:rPr lang="en-US" dirty="0"/>
              <a:t>Even if I could, the lines are fat and cover each other</a:t>
            </a:r>
          </a:p>
          <a:p>
            <a:endParaRPr lang="en-US" dirty="0"/>
          </a:p>
          <a:p>
            <a:r>
              <a:rPr lang="en-US" dirty="0"/>
              <a:t>Don’t use thick lines</a:t>
            </a:r>
          </a:p>
          <a:p>
            <a:r>
              <a:rPr lang="en-US" dirty="0"/>
              <a:t>You probably don’t need markers at all</a:t>
            </a:r>
          </a:p>
        </p:txBody>
      </p:sp>
    </p:spTree>
    <p:extLst>
      <p:ext uri="{BB962C8B-B14F-4D97-AF65-F5344CB8AC3E}">
        <p14:creationId xmlns:p14="http://schemas.microsoft.com/office/powerpoint/2010/main" val="62589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ED99-33F8-41F0-96A2-A4A57C4F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resolution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693001-52BD-4E64-9324-A551203B7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43" y="779489"/>
            <a:ext cx="7208229" cy="53352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E95DC-CA07-4969-BBFE-3B77B9A22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Not enough data for a smooth curve</a:t>
            </a:r>
            <a:br>
              <a:rPr lang="en-US" dirty="0"/>
            </a:br>
            <a:r>
              <a:rPr lang="en-US" dirty="0"/>
              <a:t>(Nobody made this mistake!)</a:t>
            </a:r>
          </a:p>
          <a:p>
            <a:r>
              <a:rPr lang="en-US" dirty="0"/>
              <a:t>Bitmap image formats don’t scale</a:t>
            </a:r>
          </a:p>
          <a:p>
            <a:r>
              <a:rPr lang="en-US" dirty="0"/>
              <a:t>  This was </a:t>
            </a:r>
            <a:r>
              <a:rPr lang="en-US" dirty="0" err="1"/>
              <a:t>png</a:t>
            </a:r>
            <a:endParaRPr lang="en-US" dirty="0"/>
          </a:p>
          <a:p>
            <a:r>
              <a:rPr lang="en-US" dirty="0"/>
              <a:t>  I intentionally made it worse than usual</a:t>
            </a:r>
          </a:p>
        </p:txBody>
      </p:sp>
    </p:spTree>
    <p:extLst>
      <p:ext uri="{BB962C8B-B14F-4D97-AF65-F5344CB8AC3E}">
        <p14:creationId xmlns:p14="http://schemas.microsoft.com/office/powerpoint/2010/main" val="61211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85DD-3968-417B-9DF2-DFE06E3C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Resolution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AAE78F-CC73-42BB-9F0C-C066820107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922" y="644577"/>
            <a:ext cx="7824492" cy="579135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3AA3A-1BCC-4D41-BE74-22E34393C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692" y="2057399"/>
            <a:ext cx="3686909" cy="4378533"/>
          </a:xfrm>
        </p:spPr>
        <p:txBody>
          <a:bodyPr>
            <a:normAutofit/>
          </a:bodyPr>
          <a:lstStyle/>
          <a:p>
            <a:r>
              <a:rPr lang="en-US" dirty="0"/>
              <a:t>It could be worse</a:t>
            </a:r>
          </a:p>
          <a:p>
            <a:r>
              <a:rPr lang="en-US" dirty="0"/>
              <a:t>  compressed bitmap (jpg)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functions (including data fit lines) use enough points to make a smooth curve</a:t>
            </a:r>
          </a:p>
          <a:p>
            <a:r>
              <a:rPr lang="en-US" dirty="0"/>
              <a:t>  for real data, use unconnected dots</a:t>
            </a:r>
          </a:p>
          <a:p>
            <a:endParaRPr lang="en-US" dirty="0"/>
          </a:p>
          <a:p>
            <a:r>
              <a:rPr lang="en-US" dirty="0"/>
              <a:t>Use vector graphics (</a:t>
            </a:r>
            <a:r>
              <a:rPr lang="en-US" dirty="0" err="1"/>
              <a:t>svg</a:t>
            </a:r>
            <a:r>
              <a:rPr lang="en-US" dirty="0"/>
              <a:t>, pdf) if possible</a:t>
            </a:r>
          </a:p>
          <a:p>
            <a:r>
              <a:rPr lang="en-US" dirty="0"/>
              <a:t>  If necessary, use bitmaps (gif, 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Reserve jpg only for photographs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22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B1B48F3-359F-4A77-A668-B6936C67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color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C58CD0-AA47-4C7A-8801-22850F2A69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625" y="265687"/>
            <a:ext cx="7807325" cy="6326625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EB9B44-A690-4DF6-8BC3-3041B0F2A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 can’t distinguish between the lines</a:t>
            </a:r>
          </a:p>
          <a:p>
            <a:r>
              <a:rPr lang="en-US" dirty="0"/>
              <a:t>BW/grayscale is fine if done correctly</a:t>
            </a:r>
          </a:p>
          <a:p>
            <a:endParaRPr lang="en-US" dirty="0"/>
          </a:p>
          <a:p>
            <a:r>
              <a:rPr lang="en-US" dirty="0"/>
              <a:t>(also no space between alt and “km”)</a:t>
            </a:r>
          </a:p>
        </p:txBody>
      </p:sp>
    </p:spTree>
    <p:extLst>
      <p:ext uri="{BB962C8B-B14F-4D97-AF65-F5344CB8AC3E}">
        <p14:creationId xmlns:p14="http://schemas.microsoft.com/office/powerpoint/2010/main" val="198460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65BE78-C442-4551-B896-3ABA1AD3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Hand-drawn markers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9E7607-01B2-4AEF-A6E9-750CD35BA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625" y="331574"/>
            <a:ext cx="7807325" cy="6194852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938D41-0DE6-4811-846D-9EEFD2601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This is one way to fix the BW/grayscale problem </a:t>
            </a:r>
          </a:p>
          <a:p>
            <a:r>
              <a:rPr lang="en-US" dirty="0"/>
              <a:t>Combining printed graphics and hand-drawn numbers looks sloppy</a:t>
            </a:r>
          </a:p>
          <a:p>
            <a:endParaRPr lang="en-US" dirty="0"/>
          </a:p>
          <a:p>
            <a:r>
              <a:rPr lang="en-US" dirty="0"/>
              <a:t>This one also has wrong data—slope should be continuous at 0/180 deg</a:t>
            </a:r>
          </a:p>
        </p:txBody>
      </p:sp>
    </p:spTree>
    <p:extLst>
      <p:ext uri="{BB962C8B-B14F-4D97-AF65-F5344CB8AC3E}">
        <p14:creationId xmlns:p14="http://schemas.microsoft.com/office/powerpoint/2010/main" val="1983624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6F9493F-0232-45A0-A0AB-80320D796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and legend overlap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D85DE0-F83C-401C-9981-913B52609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256" y="599680"/>
            <a:ext cx="6354062" cy="565864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44D46F-E8D9-4C44-9893-EA9AA5123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First, note the legend overlapping the data</a:t>
            </a:r>
          </a:p>
          <a:p>
            <a:endParaRPr lang="en-US" dirty="0"/>
          </a:p>
          <a:p>
            <a:r>
              <a:rPr lang="en-US" dirty="0"/>
              <a:t>Next, the figure window</a:t>
            </a:r>
          </a:p>
          <a:p>
            <a:r>
              <a:rPr lang="en-US" dirty="0"/>
              <a:t>This is faster, but communicates laziness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Wastes space and 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Screenshot has limited resolution</a:t>
            </a:r>
          </a:p>
          <a:p>
            <a:endParaRPr lang="en-US" dirty="0"/>
          </a:p>
          <a:p>
            <a:r>
              <a:rPr lang="en-US" dirty="0"/>
              <a:t>At least use win-shift-s (snipping tool)</a:t>
            </a:r>
          </a:p>
          <a:p>
            <a:r>
              <a:rPr lang="en-US" dirty="0"/>
              <a:t>Real fix: file -&gt; save as -&gt; (</a:t>
            </a:r>
            <a:r>
              <a:rPr lang="en-US" dirty="0" err="1"/>
              <a:t>svg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64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7E966C-245B-42F7-8BB1-7C9BFF756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lines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432410-CDE4-42A6-ABE4-356A18258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625" y="226105"/>
            <a:ext cx="7807325" cy="6405789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D8EE01-2317-4949-8D28-D0026A825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Thin color lines are clear except…</a:t>
            </a:r>
          </a:p>
          <a:p>
            <a:r>
              <a:rPr lang="en-US" dirty="0"/>
              <a:t>There are multiple blues, reds, and yellows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Even if each of these colors was unique…</a:t>
            </a:r>
          </a:p>
        </p:txBody>
      </p:sp>
    </p:spTree>
    <p:extLst>
      <p:ext uri="{BB962C8B-B14F-4D97-AF65-F5344CB8AC3E}">
        <p14:creationId xmlns:p14="http://schemas.microsoft.com/office/powerpoint/2010/main" val="56567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AA24-BEC5-4CD5-8986-1DC9724E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Color-blindness!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BF6D85-DA21-438C-B7E9-957046D6F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760" y="224473"/>
            <a:ext cx="6411558" cy="641155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3D20D-5EEF-48D0-B4B4-DCF4E5796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692" y="2057400"/>
            <a:ext cx="3686909" cy="4106732"/>
          </a:xfrm>
        </p:spPr>
        <p:txBody>
          <a:bodyPr>
            <a:normAutofit/>
          </a:bodyPr>
          <a:lstStyle/>
          <a:p>
            <a:r>
              <a:rPr lang="en-US" dirty="0"/>
              <a:t>Red-green color-blindness is a recessive genetic trait</a:t>
            </a:r>
          </a:p>
          <a:p>
            <a:r>
              <a:rPr lang="en-US" dirty="0"/>
              <a:t>Prevalence: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8% of males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0.5% of females</a:t>
            </a:r>
          </a:p>
          <a:p>
            <a:r>
              <a:rPr lang="en-US" dirty="0"/>
              <a:t>(x-linked)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Males cannot be carriers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Females can be carriers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 assume your audience is trichromatic</a:t>
            </a:r>
          </a:p>
        </p:txBody>
      </p:sp>
    </p:spTree>
    <p:extLst>
      <p:ext uri="{BB962C8B-B14F-4D97-AF65-F5344CB8AC3E}">
        <p14:creationId xmlns:p14="http://schemas.microsoft.com/office/powerpoint/2010/main" val="37177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A35F-5C4B-4981-8709-ADB2A0CD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Tetrachromacy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68F8A8-1A8D-4416-99E7-952BDD7DB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350" y="1781175"/>
            <a:ext cx="5857875" cy="32956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C8ACF-84F0-4170-92E9-0BDBCD62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Red-green colorblind carriers (who are all females) may be tetrachromats (see four colors vs the usual 3)</a:t>
            </a:r>
          </a:p>
          <a:p>
            <a:endParaRPr lang="en-US" dirty="0"/>
          </a:p>
          <a:p>
            <a:r>
              <a:rPr lang="en-US" dirty="0"/>
              <a:t>“Antico also notes that she can detect when someone is ill due to the </a:t>
            </a:r>
            <a:r>
              <a:rPr lang="en-US" dirty="0" err="1"/>
              <a:t>colour</a:t>
            </a:r>
            <a:r>
              <a:rPr lang="en-US" dirty="0"/>
              <a:t> of their skin, and also noticed when her baby daughter was jaundiced due to a yellow tinge to her skin, even before doctors had </a:t>
            </a:r>
            <a:r>
              <a:rPr lang="en-US" dirty="0" err="1"/>
              <a:t>realised</a:t>
            </a:r>
            <a:r>
              <a:rPr lang="en-US" dirty="0"/>
              <a:t> she was suffering with it!”</a:t>
            </a:r>
          </a:p>
        </p:txBody>
      </p:sp>
    </p:spTree>
    <p:extLst>
      <p:ext uri="{BB962C8B-B14F-4D97-AF65-F5344CB8AC3E}">
        <p14:creationId xmlns:p14="http://schemas.microsoft.com/office/powerpoint/2010/main" val="1092936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AA24-BEC5-4CD5-8986-1DC9724E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Color-blindness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BF6D85-DA21-438C-B7E9-957046D6F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0" y="224473"/>
            <a:ext cx="6411558" cy="641155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3D20D-5EEF-48D0-B4B4-DCF4E5796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692" y="2057400"/>
            <a:ext cx="3686909" cy="4106732"/>
          </a:xfrm>
        </p:spPr>
        <p:txBody>
          <a:bodyPr>
            <a:normAutofit/>
          </a:bodyPr>
          <a:lstStyle/>
          <a:p>
            <a:r>
              <a:rPr lang="en-US" dirty="0"/>
              <a:t>Red-green confusion colors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Cyan and Grey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Rose-Pink and Grey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Blue and Purple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Yellow and Neon Green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Red, Green, Orange, Brown</a:t>
            </a:r>
          </a:p>
        </p:txBody>
      </p:sp>
    </p:spTree>
    <p:extLst>
      <p:ext uri="{BB962C8B-B14F-4D97-AF65-F5344CB8AC3E}">
        <p14:creationId xmlns:p14="http://schemas.microsoft.com/office/powerpoint/2010/main" val="3245746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95CC29-C3FA-4ED1-828D-F45ED478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Space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1B5EB1-2274-4E37-B1CE-33FC6ED9C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519" y="709233"/>
            <a:ext cx="7249537" cy="5439534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D1CC62-0865-4C97-97AB-516667B31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Pretty good!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Labels &gt; legends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Labels make red/green 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Everything labelled clearly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like the included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(title is in the figure’s caption)</a:t>
            </a:r>
          </a:p>
          <a:p>
            <a:endParaRPr lang="en-US" dirty="0"/>
          </a:p>
          <a:p>
            <a:r>
              <a:rPr lang="en-US" dirty="0"/>
              <a:t>Bad: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Color background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Grid 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63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E3FD7F-EBCB-4214-BCAC-E13A8C54A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F36E8E-8D6F-4851-A177-328748081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8569" y="606211"/>
            <a:ext cx="7632334" cy="5724251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F2A083-A135-45AA-B271-66571AB1D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274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93B29BC-F098-46F7-B28E-AF9ED44D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Variation: zero 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F3E21C-1933-4DC2-AE99-F2A9C2114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4348" y="633046"/>
            <a:ext cx="7526216" cy="5644662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4D3E2D-222D-4782-B7D0-AFC83EE3D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73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7B0EEC4-5E3C-4954-923D-FCADD305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Variation: zero lines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82D832-9105-4A6A-846B-5645B058C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7456" y="597877"/>
            <a:ext cx="7526215" cy="5644661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EE5297-36A5-4229-8A3D-E5A22E684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45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5946E12-A027-47CD-82BB-859BD78B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Variation: grid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C812D-EF2E-4E5A-B09B-060A11943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795" y="650631"/>
            <a:ext cx="7455876" cy="559190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D913A7-3FA8-401D-91CD-5D7018AF5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Usually unnecessary—reserve for when your readers need to actually read your plot rather than just understand it</a:t>
            </a:r>
          </a:p>
          <a:p>
            <a:r>
              <a:rPr lang="en-US" dirty="0"/>
              <a:t>  Airplane TOLD data</a:t>
            </a:r>
          </a:p>
        </p:txBody>
      </p:sp>
    </p:spTree>
    <p:extLst>
      <p:ext uri="{BB962C8B-B14F-4D97-AF65-F5344CB8AC3E}">
        <p14:creationId xmlns:p14="http://schemas.microsoft.com/office/powerpoint/2010/main" val="2712869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78DC3F4-00BD-4C00-AE1A-F3E0AF39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Lessons: appearance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FBDE34B-4FDA-4B51-AEAF-C5138C029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5037"/>
          </a:xfrm>
        </p:spPr>
        <p:txBody>
          <a:bodyPr>
            <a:normAutofit/>
          </a:bodyPr>
          <a:lstStyle/>
          <a:p>
            <a:r>
              <a:rPr lang="en-US" dirty="0"/>
              <a:t>Don’t use thick lines</a:t>
            </a:r>
          </a:p>
          <a:p>
            <a:r>
              <a:rPr lang="en-US" dirty="0"/>
              <a:t>(Use points, not lines for discrete experimental data)</a:t>
            </a:r>
          </a:p>
          <a:p>
            <a:r>
              <a:rPr lang="en-US" dirty="0"/>
              <a:t>Use lines and avoid markers for smooth functions (including fit lines)</a:t>
            </a:r>
          </a:p>
          <a:p>
            <a:r>
              <a:rPr lang="en-US" dirty="0"/>
              <a:t>Include enough data resolution for smooth lines</a:t>
            </a:r>
          </a:p>
          <a:p>
            <a:r>
              <a:rPr lang="en-US" dirty="0"/>
              <a:t>Labels are better than legends</a:t>
            </a:r>
          </a:p>
          <a:p>
            <a:r>
              <a:rPr lang="en-US" dirty="0"/>
              <a:t>Don’t waste space</a:t>
            </a:r>
          </a:p>
          <a:p>
            <a:r>
              <a:rPr lang="en-US" dirty="0"/>
              <a:t>Don’t waste ink/attention</a:t>
            </a:r>
          </a:p>
          <a:p>
            <a:r>
              <a:rPr lang="en-US" dirty="0"/>
              <a:t>Remember red-green color blindness</a:t>
            </a:r>
          </a:p>
          <a:p>
            <a:r>
              <a:rPr lang="en-US" dirty="0"/>
              <a:t>Consider presentation (projector, printer)</a:t>
            </a:r>
          </a:p>
        </p:txBody>
      </p:sp>
    </p:spTree>
    <p:extLst>
      <p:ext uri="{BB962C8B-B14F-4D97-AF65-F5344CB8AC3E}">
        <p14:creationId xmlns:p14="http://schemas.microsoft.com/office/powerpoint/2010/main" val="4249462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78DC3F4-00BD-4C00-AE1A-F3E0AF39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Lessons: computer graphics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FBDE34B-4FDA-4B51-AEAF-C5138C029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jpg only for photographs</a:t>
            </a:r>
          </a:p>
          <a:p>
            <a:endParaRPr lang="en-US" dirty="0"/>
          </a:p>
          <a:p>
            <a:r>
              <a:rPr lang="en-US" dirty="0"/>
              <a:t>Use vector graphics (</a:t>
            </a:r>
            <a:r>
              <a:rPr lang="en-US" dirty="0" err="1"/>
              <a:t>svg</a:t>
            </a:r>
            <a:r>
              <a:rPr lang="en-US" dirty="0"/>
              <a:t>, pdf) when possible</a:t>
            </a:r>
          </a:p>
          <a:p>
            <a:endParaRPr lang="en-US" dirty="0"/>
          </a:p>
          <a:p>
            <a:r>
              <a:rPr lang="en-US" dirty="0"/>
              <a:t>Otherwise use high-resolution bitmap graphics (gif, 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99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4485-5E2C-44EA-9ABE-D257EA2F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bad graphs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8BFB4-3912-4E8C-BDEA-E387138AE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0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solidFill>
            <a:schemeClr val="bg1">
              <a:alpha val="85097"/>
            </a:schemeClr>
          </a:solidFill>
          <a:ln w="25400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1611314" y="98426"/>
          <a:ext cx="8740775" cy="6323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484" name="Text Box 7"/>
          <p:cNvSpPr txBox="1">
            <a:spLocks noChangeArrowheads="1"/>
          </p:cNvSpPr>
          <p:nvPr/>
        </p:nvSpPr>
        <p:spPr bwMode="auto">
          <a:xfrm>
            <a:off x="9525000" y="-457200"/>
            <a:ext cx="1143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8000">
                <a:solidFill>
                  <a:srgbClr val="000000"/>
                </a:solidFill>
                <a:sym typeface="Symbol" pitchFamily="18" charset="2"/>
              </a:rPr>
              <a:t>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505325" y="990601"/>
            <a:ext cx="3181350" cy="50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 fontAlgn="base"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  <a:latin typeface="Calibri"/>
                <a:ea typeface="Calibri"/>
                <a:cs typeface="Times New Roman"/>
              </a:rPr>
              <a:t>Data represents a constant perigee value of 100 km and various apogee altitudes, as shown.</a:t>
            </a:r>
          </a:p>
        </p:txBody>
      </p:sp>
      <p:grpSp>
        <p:nvGrpSpPr>
          <p:cNvPr id="20485" name="Group 9"/>
          <p:cNvGrpSpPr>
            <a:grpSpLocks/>
          </p:cNvGrpSpPr>
          <p:nvPr/>
        </p:nvGrpSpPr>
        <p:grpSpPr bwMode="auto">
          <a:xfrm>
            <a:off x="4876800" y="381000"/>
            <a:ext cx="2590800" cy="5410200"/>
            <a:chOff x="2208" y="240"/>
            <a:chExt cx="1632" cy="3408"/>
          </a:xfrm>
        </p:grpSpPr>
        <p:sp>
          <p:nvSpPr>
            <p:cNvPr id="20486" name="Line 6"/>
            <p:cNvSpPr>
              <a:spLocks noChangeShapeType="1"/>
            </p:cNvSpPr>
            <p:nvPr/>
          </p:nvSpPr>
          <p:spPr bwMode="auto">
            <a:xfrm flipV="1">
              <a:off x="2208" y="480"/>
              <a:ext cx="0" cy="3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0487" name="Rectangle 8"/>
            <p:cNvSpPr>
              <a:spLocks noChangeArrowheads="1"/>
            </p:cNvSpPr>
            <p:nvPr/>
          </p:nvSpPr>
          <p:spPr bwMode="auto">
            <a:xfrm>
              <a:off x="2208" y="240"/>
              <a:ext cx="1632" cy="240"/>
            </a:xfrm>
            <a:prstGeom prst="rect">
              <a:avLst/>
            </a:prstGeom>
            <a:solidFill>
              <a:srgbClr val="C0C0C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Molniya</a:t>
              </a: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 Orbit (63.4º)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524000" y="1825626"/>
                <a:ext cx="7886700" cy="14716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Sun-synchronous:</a:t>
                </a:r>
              </a:p>
              <a:p>
                <a:pPr lvl="1" fontAlgn="base"/>
                <a:r>
                  <a:rPr lang="en-US" sz="2000"/>
                  <a:t>want passes at the same local time each day (uniform lighting)</a:t>
                </a:r>
              </a:p>
              <a:p>
                <a:pPr lvl="1" fontAlgn="base"/>
                <a:r>
                  <a:rPr lang="en-US" sz="2000"/>
                  <a:t>pick COEs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𝑟𝑒𝑣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𝑦𝑟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=0.9856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524000" y="1825626"/>
                <a:ext cx="7886700" cy="1471613"/>
              </a:xfrm>
              <a:blipFill>
                <a:blip r:embed="rId2"/>
                <a:stretch>
                  <a:fillRect l="-1546" t="-7025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7566" b="6666"/>
          <a:stretch/>
        </p:blipFill>
        <p:spPr>
          <a:xfrm>
            <a:off x="1349339" y="-1"/>
            <a:ext cx="9596063" cy="579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73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607" y="1142524"/>
            <a:ext cx="8397240" cy="50368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002974" y="4858438"/>
            <a:ext cx="948930" cy="558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4" name="Rectangle 72"/>
          <p:cNvSpPr>
            <a:spLocks/>
          </p:cNvSpPr>
          <p:nvPr/>
        </p:nvSpPr>
        <p:spPr bwMode="auto">
          <a:xfrm>
            <a:off x="5142085" y="6345391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adapted from Designing Space Missions and Systems, Fig 8.2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ctr"/>
            <a:r>
              <a:rPr lang="en-US" sz="4000" dirty="0"/>
              <a:t>Hypothetical</a:t>
            </a:r>
            <a:r>
              <a:rPr lang="en-US" sz="3600" dirty="0"/>
              <a:t> S/C Lifetimes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2294" y="5045726"/>
            <a:ext cx="1085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1956</a:t>
            </a:r>
          </a:p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BC =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9420" y="2412173"/>
            <a:ext cx="1618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1956; BC = 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3109" y="2091106"/>
            <a:ext cx="1529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1962; BC =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8839" y="5045726"/>
            <a:ext cx="925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1959</a:t>
            </a:r>
          </a:p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BC =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4739" y="5045726"/>
            <a:ext cx="934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1962</a:t>
            </a:r>
          </a:p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BC =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9569" y="5045725"/>
            <a:ext cx="925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1956</a:t>
            </a:r>
          </a:p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BC = 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7048" y="5045725"/>
            <a:ext cx="972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1959</a:t>
            </a:r>
          </a:p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BC = 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7808" y="5045725"/>
            <a:ext cx="912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1962</a:t>
            </a:r>
          </a:p>
          <a:p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BC = 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9595" y="4087852"/>
            <a:ext cx="1287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solar maximum years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9478178" y="4491119"/>
            <a:ext cx="0" cy="301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836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9474" b="4842"/>
          <a:stretch/>
        </p:blipFill>
        <p:spPr>
          <a:xfrm>
            <a:off x="1813790" y="1433144"/>
            <a:ext cx="8564421" cy="520828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Altitude Maintenance </a:t>
            </a:r>
            <a:r>
              <a:rPr lang="el-GR" sz="3200"/>
              <a:t>Δ</a:t>
            </a:r>
            <a:r>
              <a:rPr lang="en-US" sz="3200"/>
              <a:t>Vs for a Ballistic Coefficient of 100 kg/m</a:t>
            </a:r>
            <a:r>
              <a:rPr lang="en-US" sz="3200" baseline="30000"/>
              <a:t>2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043366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B494B8-4446-4903-8563-048A04E4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good graphs!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8C99C-845F-4F2F-954B-048E54986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17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32C813-264E-41ED-B537-490F2C563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D3747C-1D99-4FC1-A8C5-52E679FC3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Scanning and compression badness is all mine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F0CF8E-9288-403F-B9B4-90E46C3BF22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9463" y="247986"/>
            <a:ext cx="6088290" cy="63620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0332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B241F4-030E-44F0-B428-88F890368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082" y="341850"/>
            <a:ext cx="11725835" cy="2958653"/>
          </a:xfr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E672B5D-E86F-47EE-B2BF-DF3B24C98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082" y="3689725"/>
            <a:ext cx="11725835" cy="296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34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01D3-0A2F-47B0-B67A-866952A1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21054C-1711-4BBF-8556-3AED20DA2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0415" y="995082"/>
            <a:ext cx="6964361" cy="522327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23DF2-8117-41F2-8863-AAE7888A9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Markers</a:t>
            </a:r>
          </a:p>
          <a:p>
            <a:r>
              <a:rPr lang="en-US" dirty="0"/>
              <a:t>Colors </a:t>
            </a:r>
          </a:p>
          <a:p>
            <a:r>
              <a:rPr lang="en-US" dirty="0"/>
              <a:t>Labels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00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0D038-746B-42C2-9AE5-FD08C6C7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9AB8E2-624F-4B79-8335-BA1E56D32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8794" y="757798"/>
            <a:ext cx="7123206" cy="534240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FF5EA-1D62-40A9-BF29-51A6350AE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Shading can represent regions or integrals</a:t>
            </a:r>
          </a:p>
        </p:txBody>
      </p:sp>
    </p:spTree>
    <p:extLst>
      <p:ext uri="{BB962C8B-B14F-4D97-AF65-F5344CB8AC3E}">
        <p14:creationId xmlns:p14="http://schemas.microsoft.com/office/powerpoint/2010/main" val="200465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F3CF-269B-4930-8C10-E505715D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817519-B95A-4B62-85F5-2CAC236D4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2025" y="744351"/>
            <a:ext cx="7159064" cy="536929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8EB63-1BE4-42DE-9F78-595B34962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89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DAEA-6BBD-4B57-B80D-15842C23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22368A-D20C-48A9-A655-031B7C35F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2025" y="801290"/>
            <a:ext cx="7256088" cy="544206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FDBD6-569E-484B-A1C7-5B4F7FBC4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Axis color serves as legend for two data sets</a:t>
            </a:r>
          </a:p>
        </p:txBody>
      </p:sp>
    </p:spTree>
    <p:extLst>
      <p:ext uri="{BB962C8B-B14F-4D97-AF65-F5344CB8AC3E}">
        <p14:creationId xmlns:p14="http://schemas.microsoft.com/office/powerpoint/2010/main" val="3267993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chemeClr val="bg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chemeClr val="bg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aab13084cbfb645f826f7dc6731109d6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2636cc15ff2f3d2629ecec77a65aea39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DD398B-8FA5-4F5F-8574-B06EF37BED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D6DA22-51B0-48E4-86C2-5B9EB7DD5CFA}">
  <ds:schemaRefs>
    <ds:schemaRef ds:uri="http://purl.org/dc/terms/"/>
    <ds:schemaRef ds:uri="1995cf89-95cd-4008-a338-5014013afe4c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723aa48c-73f2-40da-86b1-f1ae286477fe"/>
    <ds:schemaRef ds:uri="7584c457-6b5a-4caa-be47-be979cbe655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F123EE42-9C64-4D1F-9F97-670B1ADED2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</TotalTime>
  <Words>952</Words>
  <Application>Microsoft Office PowerPoint</Application>
  <PresentationFormat>Widescreen</PresentationFormat>
  <Paragraphs>178</Paragraphs>
  <Slides>33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Symbol</vt:lpstr>
      <vt:lpstr>Office Theme</vt:lpstr>
      <vt:lpstr>Default Design</vt:lpstr>
      <vt:lpstr>1_Office Theme</vt:lpstr>
      <vt:lpstr>good and bad graphs</vt:lpstr>
      <vt:lpstr>your graphs are terrible!</vt:lpstr>
      <vt:lpstr>Documentation</vt:lpstr>
      <vt:lpstr>Excel default</vt:lpstr>
      <vt:lpstr>Excel default</vt:lpstr>
      <vt:lpstr>Low resolution</vt:lpstr>
      <vt:lpstr>Low Resolution</vt:lpstr>
      <vt:lpstr>Ambiguous color</vt:lpstr>
      <vt:lpstr>Hand-drawn markers</vt:lpstr>
      <vt:lpstr>Screenshot and legend overlap</vt:lpstr>
      <vt:lpstr>Color lines</vt:lpstr>
      <vt:lpstr>Color-blindness!</vt:lpstr>
      <vt:lpstr>Tetrachromacy</vt:lpstr>
      <vt:lpstr>Color-blindness</vt:lpstr>
      <vt:lpstr>Understanding Space</vt:lpstr>
      <vt:lpstr>Proposal</vt:lpstr>
      <vt:lpstr>Variation: zero line</vt:lpstr>
      <vt:lpstr>Variation: zero lines</vt:lpstr>
      <vt:lpstr>Variation: grid</vt:lpstr>
      <vt:lpstr>Lessons: appearance</vt:lpstr>
      <vt:lpstr>Lessons: computer graphics</vt:lpstr>
      <vt:lpstr>Our bad graphs</vt:lpstr>
      <vt:lpstr>PowerPoint Presentation</vt:lpstr>
      <vt:lpstr>PowerPoint Presentation</vt:lpstr>
      <vt:lpstr>Hypothetical S/C Lifetimes</vt:lpstr>
      <vt:lpstr>Altitude Maintenance ΔVs for a Ballistic Coefficient of 100 kg/m2</vt:lpstr>
      <vt:lpstr>Some good graphs!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and bad graphs</dc:title>
  <dc:creator>Firth, Jordan A Lt Col USAF USAFA DF/DFAS</dc:creator>
  <cp:lastModifiedBy>Harris, Wyatt J Lt Col USAF USAFA DF/DFAS</cp:lastModifiedBy>
  <cp:revision>10</cp:revision>
  <dcterms:created xsi:type="dcterms:W3CDTF">2023-01-29T00:03:28Z</dcterms:created>
  <dcterms:modified xsi:type="dcterms:W3CDTF">2026-02-10T15:13:51Z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