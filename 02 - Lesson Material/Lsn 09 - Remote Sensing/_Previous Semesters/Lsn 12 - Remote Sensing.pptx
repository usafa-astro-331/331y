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450" r:id="rId5"/>
    <p:sldId id="531" r:id="rId6"/>
    <p:sldId id="532" r:id="rId7"/>
    <p:sldId id="458" r:id="rId8"/>
    <p:sldId id="538" r:id="rId9"/>
    <p:sldId id="539" r:id="rId10"/>
    <p:sldId id="559" r:id="rId11"/>
    <p:sldId id="558" r:id="rId12"/>
    <p:sldId id="517" r:id="rId13"/>
    <p:sldId id="553" r:id="rId14"/>
    <p:sldId id="526" r:id="rId15"/>
    <p:sldId id="525" r:id="rId16"/>
    <p:sldId id="519" r:id="rId17"/>
    <p:sldId id="550" r:id="rId18"/>
    <p:sldId id="551" r:id="rId19"/>
    <p:sldId id="554" r:id="rId20"/>
    <p:sldId id="533" r:id="rId21"/>
    <p:sldId id="535" r:id="rId22"/>
    <p:sldId id="555" r:id="rId23"/>
    <p:sldId id="534" r:id="rId24"/>
    <p:sldId id="537" r:id="rId25"/>
    <p:sldId id="541" r:id="rId26"/>
    <p:sldId id="542" r:id="rId27"/>
    <p:sldId id="552" r:id="rId28"/>
    <p:sldId id="543" r:id="rId29"/>
    <p:sldId id="540" r:id="rId30"/>
    <p:sldId id="536" r:id="rId31"/>
    <p:sldId id="544" r:id="rId32"/>
    <p:sldId id="545" r:id="rId33"/>
    <p:sldId id="546" r:id="rId34"/>
    <p:sldId id="547" r:id="rId35"/>
    <p:sldId id="548" r:id="rId36"/>
    <p:sldId id="549" r:id="rId37"/>
    <p:sldId id="556" r:id="rId38"/>
    <p:sldId id="557" r:id="rId39"/>
    <p:sldId id="476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bg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33CC33"/>
    <a:srgbClr val="0BDDF9"/>
    <a:srgbClr val="032DDF"/>
    <a:srgbClr val="BC0000"/>
    <a:srgbClr val="FFFF99"/>
    <a:srgbClr val="FF1111"/>
    <a:srgbClr val="8FDBE5"/>
    <a:srgbClr val="7C8B45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3" autoAdjust="0"/>
    <p:restoredTop sz="93254" autoAdjust="0"/>
  </p:normalViewPr>
  <p:slideViewPr>
    <p:cSldViewPr showGuides="1">
      <p:cViewPr varScale="1">
        <p:scale>
          <a:sx n="91" d="100"/>
          <a:sy n="91" d="100"/>
        </p:scale>
        <p:origin x="1878" y="30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990E7D0A-9589-4A9E-A38D-E041F2FD0B12}"/>
    <pc:docChg chg="undo redo custSel addSld delSld modSld sldOrd">
      <pc:chgData name="Miller, Jonathan M Lt Col USSF USAFA DF/DFAS" userId="d003cf6e-ed25-45fa-8706-5841241c5d7b" providerId="ADAL" clId="{990E7D0A-9589-4A9E-A38D-E041F2FD0B12}" dt="2024-09-17T15:38:30.776" v="736" actId="47"/>
      <pc:docMkLst>
        <pc:docMk/>
      </pc:docMkLst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269653749" sldId="262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365302853" sldId="435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3638169976" sldId="436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3477830938" sldId="437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1891171310" sldId="438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504224341" sldId="439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4139789337" sldId="441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1750021065" sldId="445"/>
        </pc:sldMkLst>
      </pc:sldChg>
      <pc:sldChg chg="del">
        <pc:chgData name="Miller, Jonathan M Lt Col USSF USAFA DF/DFAS" userId="d003cf6e-ed25-45fa-8706-5841241c5d7b" providerId="ADAL" clId="{990E7D0A-9589-4A9E-A38D-E041F2FD0B12}" dt="2024-09-17T06:41:50.100" v="666" actId="47"/>
        <pc:sldMkLst>
          <pc:docMk/>
          <pc:sldMk cId="280858941" sldId="449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598323226" sldId="451"/>
        </pc:sldMkLst>
      </pc:sldChg>
      <pc:sldChg chg="del">
        <pc:chgData name="Miller, Jonathan M Lt Col USSF USAFA DF/DFAS" userId="d003cf6e-ed25-45fa-8706-5841241c5d7b" providerId="ADAL" clId="{990E7D0A-9589-4A9E-A38D-E041F2FD0B12}" dt="2024-09-17T06:41:46.370" v="665" actId="47"/>
        <pc:sldMkLst>
          <pc:docMk/>
          <pc:sldMk cId="4125533058" sldId="452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1782328231" sldId="454"/>
        </pc:sldMkLst>
      </pc:sldChg>
      <pc:sldChg chg="del">
        <pc:chgData name="Miller, Jonathan M Lt Col USSF USAFA DF/DFAS" userId="d003cf6e-ed25-45fa-8706-5841241c5d7b" providerId="ADAL" clId="{990E7D0A-9589-4A9E-A38D-E041F2FD0B12}" dt="2024-09-17T06:42:40.392" v="670" actId="47"/>
        <pc:sldMkLst>
          <pc:docMk/>
          <pc:sldMk cId="3932894921" sldId="455"/>
        </pc:sldMkLst>
      </pc:sldChg>
      <pc:sldChg chg="del">
        <pc:chgData name="Miller, Jonathan M Lt Col USSF USAFA DF/DFAS" userId="d003cf6e-ed25-45fa-8706-5841241c5d7b" providerId="ADAL" clId="{990E7D0A-9589-4A9E-A38D-E041F2FD0B12}" dt="2024-09-17T06:42:40.392" v="670" actId="47"/>
        <pc:sldMkLst>
          <pc:docMk/>
          <pc:sldMk cId="2258917316" sldId="456"/>
        </pc:sldMkLst>
      </pc:sldChg>
      <pc:sldChg chg="modSp mod ord">
        <pc:chgData name="Miller, Jonathan M Lt Col USSF USAFA DF/DFAS" userId="d003cf6e-ed25-45fa-8706-5841241c5d7b" providerId="ADAL" clId="{990E7D0A-9589-4A9E-A38D-E041F2FD0B12}" dt="2024-09-17T15:24:43.973" v="699" actId="1076"/>
        <pc:sldMkLst>
          <pc:docMk/>
          <pc:sldMk cId="961469013" sldId="458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137873047" sldId="461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1554036891" sldId="462"/>
        </pc:sldMkLst>
      </pc:sldChg>
      <pc:sldChg chg="del">
        <pc:chgData name="Miller, Jonathan M Lt Col USSF USAFA DF/DFAS" userId="d003cf6e-ed25-45fa-8706-5841241c5d7b" providerId="ADAL" clId="{990E7D0A-9589-4A9E-A38D-E041F2FD0B12}" dt="2024-09-17T06:43:01.433" v="674" actId="47"/>
        <pc:sldMkLst>
          <pc:docMk/>
          <pc:sldMk cId="3284525085" sldId="463"/>
        </pc:sldMkLst>
      </pc:sldChg>
      <pc:sldChg chg="del">
        <pc:chgData name="Miller, Jonathan M Lt Col USSF USAFA DF/DFAS" userId="d003cf6e-ed25-45fa-8706-5841241c5d7b" providerId="ADAL" clId="{990E7D0A-9589-4A9E-A38D-E041F2FD0B12}" dt="2024-09-17T06:42:53.624" v="672" actId="47"/>
        <pc:sldMkLst>
          <pc:docMk/>
          <pc:sldMk cId="3042409240" sldId="469"/>
        </pc:sldMkLst>
      </pc:sldChg>
      <pc:sldChg chg="del">
        <pc:chgData name="Miller, Jonathan M Lt Col USSF USAFA DF/DFAS" userId="d003cf6e-ed25-45fa-8706-5841241c5d7b" providerId="ADAL" clId="{990E7D0A-9589-4A9E-A38D-E041F2FD0B12}" dt="2024-09-17T06:42:07.897" v="667" actId="47"/>
        <pc:sldMkLst>
          <pc:docMk/>
          <pc:sldMk cId="3929009262" sldId="470"/>
        </pc:sldMkLst>
      </pc:sldChg>
      <pc:sldChg chg="del">
        <pc:chgData name="Miller, Jonathan M Lt Col USSF USAFA DF/DFAS" userId="d003cf6e-ed25-45fa-8706-5841241c5d7b" providerId="ADAL" clId="{990E7D0A-9589-4A9E-A38D-E041F2FD0B12}" dt="2024-09-17T06:42:10.694" v="668" actId="47"/>
        <pc:sldMkLst>
          <pc:docMk/>
          <pc:sldMk cId="4284539360" sldId="471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0" sldId="472"/>
        </pc:sldMkLst>
      </pc:sldChg>
      <pc:sldChg chg="mod modShow">
        <pc:chgData name="Miller, Jonathan M Lt Col USSF USAFA DF/DFAS" userId="d003cf6e-ed25-45fa-8706-5841241c5d7b" providerId="ADAL" clId="{990E7D0A-9589-4A9E-A38D-E041F2FD0B12}" dt="2024-09-17T15:37:36.701" v="733" actId="729"/>
        <pc:sldMkLst>
          <pc:docMk/>
          <pc:sldMk cId="2252210605" sldId="476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752497418" sldId="481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860187020" sldId="482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444084547" sldId="511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301689637" sldId="512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647304033" sldId="513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3843646523" sldId="516"/>
        </pc:sldMkLst>
      </pc:sldChg>
      <pc:sldChg chg="ord">
        <pc:chgData name="Miller, Jonathan M Lt Col USSF USAFA DF/DFAS" userId="d003cf6e-ed25-45fa-8706-5841241c5d7b" providerId="ADAL" clId="{990E7D0A-9589-4A9E-A38D-E041F2FD0B12}" dt="2024-09-17T05:48:59.775" v="328"/>
        <pc:sldMkLst>
          <pc:docMk/>
          <pc:sldMk cId="356909871" sldId="517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263329480" sldId="518"/>
        </pc:sldMkLst>
      </pc:sldChg>
      <pc:sldChg chg="ord">
        <pc:chgData name="Miller, Jonathan M Lt Col USSF USAFA DF/DFAS" userId="d003cf6e-ed25-45fa-8706-5841241c5d7b" providerId="ADAL" clId="{990E7D0A-9589-4A9E-A38D-E041F2FD0B12}" dt="2024-09-17T05:50:08.393" v="334"/>
        <pc:sldMkLst>
          <pc:docMk/>
          <pc:sldMk cId="652602087" sldId="519"/>
        </pc:sldMkLst>
      </pc:sldChg>
      <pc:sldChg chg="del">
        <pc:chgData name="Miller, Jonathan M Lt Col USSF USAFA DF/DFAS" userId="d003cf6e-ed25-45fa-8706-5841241c5d7b" providerId="ADAL" clId="{990E7D0A-9589-4A9E-A38D-E041F2FD0B12}" dt="2024-09-17T06:42:49.859" v="671" actId="47"/>
        <pc:sldMkLst>
          <pc:docMk/>
          <pc:sldMk cId="564067157" sldId="520"/>
        </pc:sldMkLst>
      </pc:sldChg>
      <pc:sldChg chg="del">
        <pc:chgData name="Miller, Jonathan M Lt Col USSF USAFA DF/DFAS" userId="d003cf6e-ed25-45fa-8706-5841241c5d7b" providerId="ADAL" clId="{990E7D0A-9589-4A9E-A38D-E041F2FD0B12}" dt="2024-09-17T15:37:27.415" v="732" actId="47"/>
        <pc:sldMkLst>
          <pc:docMk/>
          <pc:sldMk cId="3899102571" sldId="521"/>
        </pc:sldMkLst>
      </pc:sldChg>
      <pc:sldChg chg="del">
        <pc:chgData name="Miller, Jonathan M Lt Col USSF USAFA DF/DFAS" userId="d003cf6e-ed25-45fa-8706-5841241c5d7b" providerId="ADAL" clId="{990E7D0A-9589-4A9E-A38D-E041F2FD0B12}" dt="2024-09-17T06:42:59.331" v="673" actId="47"/>
        <pc:sldMkLst>
          <pc:docMk/>
          <pc:sldMk cId="3788890665" sldId="523"/>
        </pc:sldMkLst>
      </pc:sldChg>
      <pc:sldChg chg="del">
        <pc:chgData name="Miller, Jonathan M Lt Col USSF USAFA DF/DFAS" userId="d003cf6e-ed25-45fa-8706-5841241c5d7b" providerId="ADAL" clId="{990E7D0A-9589-4A9E-A38D-E041F2FD0B12}" dt="2024-09-17T15:38:28.129" v="734" actId="47"/>
        <pc:sldMkLst>
          <pc:docMk/>
          <pc:sldMk cId="3293789294" sldId="524"/>
        </pc:sldMkLst>
      </pc:sldChg>
      <pc:sldChg chg="ord">
        <pc:chgData name="Miller, Jonathan M Lt Col USSF USAFA DF/DFAS" userId="d003cf6e-ed25-45fa-8706-5841241c5d7b" providerId="ADAL" clId="{990E7D0A-9589-4A9E-A38D-E041F2FD0B12}" dt="2024-09-17T05:49:48.935" v="332"/>
        <pc:sldMkLst>
          <pc:docMk/>
          <pc:sldMk cId="2013430224" sldId="525"/>
        </pc:sldMkLst>
      </pc:sldChg>
      <pc:sldChg chg="ord">
        <pc:chgData name="Miller, Jonathan M Lt Col USSF USAFA DF/DFAS" userId="d003cf6e-ed25-45fa-8706-5841241c5d7b" providerId="ADAL" clId="{990E7D0A-9589-4A9E-A38D-E041F2FD0B12}" dt="2024-09-17T05:49:13.205" v="330"/>
        <pc:sldMkLst>
          <pc:docMk/>
          <pc:sldMk cId="1475267008" sldId="526"/>
        </pc:sldMkLst>
      </pc:sldChg>
      <pc:sldChg chg="del">
        <pc:chgData name="Miller, Jonathan M Lt Col USSF USAFA DF/DFAS" userId="d003cf6e-ed25-45fa-8706-5841241c5d7b" providerId="ADAL" clId="{990E7D0A-9589-4A9E-A38D-E041F2FD0B12}" dt="2024-09-17T15:38:29.762" v="735" actId="47"/>
        <pc:sldMkLst>
          <pc:docMk/>
          <pc:sldMk cId="2774881301" sldId="527"/>
        </pc:sldMkLst>
      </pc:sldChg>
      <pc:sldChg chg="del">
        <pc:chgData name="Miller, Jonathan M Lt Col USSF USAFA DF/DFAS" userId="d003cf6e-ed25-45fa-8706-5841241c5d7b" providerId="ADAL" clId="{990E7D0A-9589-4A9E-A38D-E041F2FD0B12}" dt="2024-09-17T06:42:35.166" v="669" actId="47"/>
        <pc:sldMkLst>
          <pc:docMk/>
          <pc:sldMk cId="887611912" sldId="528"/>
        </pc:sldMkLst>
      </pc:sldChg>
      <pc:sldChg chg="del">
        <pc:chgData name="Miller, Jonathan M Lt Col USSF USAFA DF/DFAS" userId="d003cf6e-ed25-45fa-8706-5841241c5d7b" providerId="ADAL" clId="{990E7D0A-9589-4A9E-A38D-E041F2FD0B12}" dt="2024-09-17T06:41:27.757" v="664" actId="47"/>
        <pc:sldMkLst>
          <pc:docMk/>
          <pc:sldMk cId="1005362872" sldId="529"/>
        </pc:sldMkLst>
      </pc:sldChg>
      <pc:sldChg chg="del">
        <pc:chgData name="Miller, Jonathan M Lt Col USSF USAFA DF/DFAS" userId="d003cf6e-ed25-45fa-8706-5841241c5d7b" providerId="ADAL" clId="{990E7D0A-9589-4A9E-A38D-E041F2FD0B12}" dt="2024-09-17T15:38:30.776" v="736" actId="47"/>
        <pc:sldMkLst>
          <pc:docMk/>
          <pc:sldMk cId="4249910572" sldId="530"/>
        </pc:sldMkLst>
      </pc:sldChg>
      <pc:sldChg chg="new del">
        <pc:chgData name="Miller, Jonathan M Lt Col USSF USAFA DF/DFAS" userId="d003cf6e-ed25-45fa-8706-5841241c5d7b" providerId="ADAL" clId="{990E7D0A-9589-4A9E-A38D-E041F2FD0B12}" dt="2024-09-17T05:41:38.873" v="1" actId="47"/>
        <pc:sldMkLst>
          <pc:docMk/>
          <pc:sldMk cId="1277291540" sldId="531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15:19:22.071" v="685" actId="20577"/>
        <pc:sldMkLst>
          <pc:docMk/>
          <pc:sldMk cId="3195470700" sldId="531"/>
        </pc:sldMkLst>
      </pc:sldChg>
      <pc:sldChg chg="modSp add mod">
        <pc:chgData name="Miller, Jonathan M Lt Col USSF USAFA DF/DFAS" userId="d003cf6e-ed25-45fa-8706-5841241c5d7b" providerId="ADAL" clId="{990E7D0A-9589-4A9E-A38D-E041F2FD0B12}" dt="2024-09-17T05:48:01.472" v="326" actId="20577"/>
        <pc:sldMkLst>
          <pc:docMk/>
          <pc:sldMk cId="836541567" sldId="532"/>
        </pc:sldMkLst>
      </pc:sldChg>
      <pc:sldChg chg="addSp delSp modSp new del mod">
        <pc:chgData name="Miller, Jonathan M Lt Col USSF USAFA DF/DFAS" userId="d003cf6e-ed25-45fa-8706-5841241c5d7b" providerId="ADAL" clId="{990E7D0A-9589-4A9E-A38D-E041F2FD0B12}" dt="2024-09-17T05:54:36.894" v="344" actId="47"/>
        <pc:sldMkLst>
          <pc:docMk/>
          <pc:sldMk cId="3777026240" sldId="533"/>
        </pc:sldMkLst>
      </pc:sldChg>
      <pc:sldChg chg="addSp modSp new mod modAnim">
        <pc:chgData name="Miller, Jonathan M Lt Col USSF USAFA DF/DFAS" userId="d003cf6e-ed25-45fa-8706-5841241c5d7b" providerId="ADAL" clId="{990E7D0A-9589-4A9E-A38D-E041F2FD0B12}" dt="2024-09-17T15:30:34.714" v="717" actId="1076"/>
        <pc:sldMkLst>
          <pc:docMk/>
          <pc:sldMk cId="3987022671" sldId="533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15:37:03.990" v="725"/>
        <pc:sldMkLst>
          <pc:docMk/>
          <pc:sldMk cId="1001118660" sldId="534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06:08:06.291" v="415" actId="14100"/>
        <pc:sldMkLst>
          <pc:docMk/>
          <pc:sldMk cId="2433560721" sldId="535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15:37:13.740" v="731"/>
        <pc:sldMkLst>
          <pc:docMk/>
          <pc:sldMk cId="2956873499" sldId="536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15:37:05.780" v="727"/>
        <pc:sldMkLst>
          <pc:docMk/>
          <pc:sldMk cId="4007650006" sldId="537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15:34:50.262" v="719"/>
        <pc:sldMkLst>
          <pc:docMk/>
          <pc:sldMk cId="4140583896" sldId="538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15:35:11.596" v="721"/>
        <pc:sldMkLst>
          <pc:docMk/>
          <pc:sldMk cId="1454745883" sldId="539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18:48.170" v="493" actId="1076"/>
        <pc:sldMkLst>
          <pc:docMk/>
          <pc:sldMk cId="1715255955" sldId="540"/>
        </pc:sldMkLst>
      </pc:sldChg>
      <pc:sldChg chg="addSp modSp new mod ord">
        <pc:chgData name="Miller, Jonathan M Lt Col USSF USAFA DF/DFAS" userId="d003cf6e-ed25-45fa-8706-5841241c5d7b" providerId="ADAL" clId="{990E7D0A-9589-4A9E-A38D-E041F2FD0B12}" dt="2024-09-17T06:20:47.675" v="508" actId="22"/>
        <pc:sldMkLst>
          <pc:docMk/>
          <pc:sldMk cId="2915826630" sldId="541"/>
        </pc:sldMkLst>
      </pc:sldChg>
      <pc:sldChg chg="addSp delSp modSp add mod ord">
        <pc:chgData name="Miller, Jonathan M Lt Col USSF USAFA DF/DFAS" userId="d003cf6e-ed25-45fa-8706-5841241c5d7b" providerId="ADAL" clId="{990E7D0A-9589-4A9E-A38D-E041F2FD0B12}" dt="2024-09-17T15:36:48.533" v="723"/>
        <pc:sldMkLst>
          <pc:docMk/>
          <pc:sldMk cId="1178463002" sldId="542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06:25:21.903" v="553" actId="20577"/>
        <pc:sldMkLst>
          <pc:docMk/>
          <pc:sldMk cId="2579812238" sldId="543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27:16.922" v="590" actId="20577"/>
        <pc:sldMkLst>
          <pc:docMk/>
          <pc:sldMk cId="98018522" sldId="544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06:29:10.336" v="603" actId="1076"/>
        <pc:sldMkLst>
          <pc:docMk/>
          <pc:sldMk cId="1078956681" sldId="545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29:26.207" v="608" actId="1076"/>
        <pc:sldMkLst>
          <pc:docMk/>
          <pc:sldMk cId="2573054944" sldId="546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06:31:00.858" v="624" actId="962"/>
        <pc:sldMkLst>
          <pc:docMk/>
          <pc:sldMk cId="2742502283" sldId="547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06:32:43.482" v="641" actId="478"/>
        <pc:sldMkLst>
          <pc:docMk/>
          <pc:sldMk cId="241933437" sldId="548"/>
        </pc:sldMkLst>
      </pc:sldChg>
      <pc:sldChg chg="addSp delSp modSp add mod">
        <pc:chgData name="Miller, Jonathan M Lt Col USSF USAFA DF/DFAS" userId="d003cf6e-ed25-45fa-8706-5841241c5d7b" providerId="ADAL" clId="{990E7D0A-9589-4A9E-A38D-E041F2FD0B12}" dt="2024-09-17T06:33:36.373" v="646" actId="1076"/>
        <pc:sldMkLst>
          <pc:docMk/>
          <pc:sldMk cId="3904299404" sldId="549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34:57.124" v="649" actId="1076"/>
        <pc:sldMkLst>
          <pc:docMk/>
          <pc:sldMk cId="2376252809" sldId="550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35:34.779" v="654" actId="1076"/>
        <pc:sldMkLst>
          <pc:docMk/>
          <pc:sldMk cId="3815695442" sldId="551"/>
        </pc:sldMkLst>
      </pc:sldChg>
      <pc:sldChg chg="addSp modSp new mod">
        <pc:chgData name="Miller, Jonathan M Lt Col USSF USAFA DF/DFAS" userId="d003cf6e-ed25-45fa-8706-5841241c5d7b" providerId="ADAL" clId="{990E7D0A-9589-4A9E-A38D-E041F2FD0B12}" dt="2024-09-17T06:37:06.222" v="662" actId="1076"/>
        <pc:sldMkLst>
          <pc:docMk/>
          <pc:sldMk cId="1464578265" sldId="552"/>
        </pc:sldMkLst>
      </pc:sldChg>
      <pc:sldChg chg="add">
        <pc:chgData name="Miller, Jonathan M Lt Col USSF USAFA DF/DFAS" userId="d003cf6e-ed25-45fa-8706-5841241c5d7b" providerId="ADAL" clId="{990E7D0A-9589-4A9E-A38D-E041F2FD0B12}" dt="2024-09-17T06:41:13.859" v="663"/>
        <pc:sldMkLst>
          <pc:docMk/>
          <pc:sldMk cId="2588666362" sldId="553"/>
        </pc:sldMkLst>
      </pc:sldChg>
      <pc:sldChg chg="addSp modSp new mod modAnim">
        <pc:chgData name="Miller, Jonathan M Lt Col USSF USAFA DF/DFAS" userId="d003cf6e-ed25-45fa-8706-5841241c5d7b" providerId="ADAL" clId="{990E7D0A-9589-4A9E-A38D-E041F2FD0B12}" dt="2024-09-17T15:26:03.314" v="710"/>
        <pc:sldMkLst>
          <pc:docMk/>
          <pc:sldMk cId="1480502153" sldId="554"/>
        </pc:sldMkLst>
      </pc:sldChg>
      <pc:sldChg chg="addSp modSp new mod modAnim">
        <pc:chgData name="Miller, Jonathan M Lt Col USSF USAFA DF/DFAS" userId="d003cf6e-ed25-45fa-8706-5841241c5d7b" providerId="ADAL" clId="{990E7D0A-9589-4A9E-A38D-E041F2FD0B12}" dt="2024-09-17T15:24:06.683" v="697"/>
        <pc:sldMkLst>
          <pc:docMk/>
          <pc:sldMk cId="1994684715" sldId="555"/>
        </pc:sldMkLst>
      </pc:sldChg>
    </pc:docChg>
  </pc:docChgLst>
  <pc:docChgLst>
    <pc:chgData name="Miller, Jonathan M Lt Col USSF USAFA DF/DFAS" userId="d003cf6e-ed25-45fa-8706-5841241c5d7b" providerId="ADAL" clId="{06C0D6B6-FB44-4ED4-9C51-846D7FF78F00}"/>
    <pc:docChg chg="custSel addSld modSld sldOrd">
      <pc:chgData name="Miller, Jonathan M Lt Col USSF USAFA DF/DFAS" userId="d003cf6e-ed25-45fa-8706-5841241c5d7b" providerId="ADAL" clId="{06C0D6B6-FB44-4ED4-9C51-846D7FF78F00}" dt="2025-02-12T16:45:49.953" v="89" actId="478"/>
      <pc:docMkLst>
        <pc:docMk/>
      </pc:docMkLst>
      <pc:sldChg chg="addSp delSp modSp modAnim">
        <pc:chgData name="Miller, Jonathan M Lt Col USSF USAFA DF/DFAS" userId="d003cf6e-ed25-45fa-8706-5841241c5d7b" providerId="ADAL" clId="{06C0D6B6-FB44-4ED4-9C51-846D7FF78F00}" dt="2025-02-12T16:45:49.953" v="89" actId="478"/>
        <pc:sldMkLst>
          <pc:docMk/>
          <pc:sldMk cId="961469013" sldId="458"/>
        </pc:sldMkLst>
      </pc:sldChg>
      <pc:sldChg chg="mod modShow">
        <pc:chgData name="Miller, Jonathan M Lt Col USSF USAFA DF/DFAS" userId="d003cf6e-ed25-45fa-8706-5841241c5d7b" providerId="ADAL" clId="{06C0D6B6-FB44-4ED4-9C51-846D7FF78F00}" dt="2025-02-12T16:44:52.022" v="81" actId="729"/>
        <pc:sldMkLst>
          <pc:docMk/>
          <pc:sldMk cId="2252210605" sldId="476"/>
        </pc:sldMkLst>
      </pc:sldChg>
      <pc:sldChg chg="ord">
        <pc:chgData name="Miller, Jonathan M Lt Col USSF USAFA DF/DFAS" userId="d003cf6e-ed25-45fa-8706-5841241c5d7b" providerId="ADAL" clId="{06C0D6B6-FB44-4ED4-9C51-846D7FF78F00}" dt="2025-02-12T16:45:24.907" v="85"/>
        <pc:sldMkLst>
          <pc:docMk/>
          <pc:sldMk cId="4140583896" sldId="538"/>
        </pc:sldMkLst>
      </pc:sldChg>
      <pc:sldChg chg="ord">
        <pc:chgData name="Miller, Jonathan M Lt Col USSF USAFA DF/DFAS" userId="d003cf6e-ed25-45fa-8706-5841241c5d7b" providerId="ADAL" clId="{06C0D6B6-FB44-4ED4-9C51-846D7FF78F00}" dt="2025-02-12T16:45:35.256" v="87"/>
        <pc:sldMkLst>
          <pc:docMk/>
          <pc:sldMk cId="1454745883" sldId="539"/>
        </pc:sldMkLst>
      </pc:sldChg>
      <pc:sldChg chg="addSp delSp modSp mod">
        <pc:chgData name="Miller, Jonathan M Lt Col USSF USAFA DF/DFAS" userId="d003cf6e-ed25-45fa-8706-5841241c5d7b" providerId="ADAL" clId="{06C0D6B6-FB44-4ED4-9C51-846D7FF78F00}" dt="2025-02-12T16:43:09.177" v="80" actId="20577"/>
        <pc:sldMkLst>
          <pc:docMk/>
          <pc:sldMk cId="1715255955" sldId="540"/>
        </pc:sldMkLst>
      </pc:sldChg>
      <pc:sldChg chg="addSp modSp new mod">
        <pc:chgData name="Miller, Jonathan M Lt Col USSF USAFA DF/DFAS" userId="d003cf6e-ed25-45fa-8706-5841241c5d7b" providerId="ADAL" clId="{06C0D6B6-FB44-4ED4-9C51-846D7FF78F00}" dt="2025-02-11T21:43:21.639" v="7" actId="1076"/>
        <pc:sldMkLst>
          <pc:docMk/>
          <pc:sldMk cId="1631260779" sldId="556"/>
        </pc:sldMkLst>
      </pc:sldChg>
      <pc:sldChg chg="addSp modSp new mod">
        <pc:chgData name="Miller, Jonathan M Lt Col USSF USAFA DF/DFAS" userId="d003cf6e-ed25-45fa-8706-5841241c5d7b" providerId="ADAL" clId="{06C0D6B6-FB44-4ED4-9C51-846D7FF78F00}" dt="2025-02-11T21:43:46.662" v="13" actId="14100"/>
        <pc:sldMkLst>
          <pc:docMk/>
          <pc:sldMk cId="1005131935" sldId="557"/>
        </pc:sldMkLst>
      </pc:sldChg>
      <pc:sldChg chg="addSp modSp new mod">
        <pc:chgData name="Miller, Jonathan M Lt Col USSF USAFA DF/DFAS" userId="d003cf6e-ed25-45fa-8706-5841241c5d7b" providerId="ADAL" clId="{06C0D6B6-FB44-4ED4-9C51-846D7FF78F00}" dt="2025-02-12T16:26:03.758" v="30" actId="1076"/>
        <pc:sldMkLst>
          <pc:docMk/>
          <pc:sldMk cId="1647185415" sldId="558"/>
        </pc:sldMkLst>
      </pc:sldChg>
      <pc:sldChg chg="add">
        <pc:chgData name="Miller, Jonathan M Lt Col USSF USAFA DF/DFAS" userId="d003cf6e-ed25-45fa-8706-5841241c5d7b" providerId="ADAL" clId="{06C0D6B6-FB44-4ED4-9C51-846D7FF78F00}" dt="2025-02-12T16:45:47.178" v="88"/>
        <pc:sldMkLst>
          <pc:docMk/>
          <pc:sldMk cId="262650847" sldId="559"/>
        </pc:sldMkLst>
      </pc:sldChg>
    </pc:docChg>
  </pc:docChgLst>
  <pc:docChgLst>
    <pc:chgData name="Harris, Wyatt J Lt Col USAF USAFA DF/DFAS" userId="768bfb95-c272-4014-8fa2-010c15306053" providerId="ADAL" clId="{95571437-1CDD-49A9-9F44-9267EE8F1204}"/>
    <pc:docChg chg="modSld">
      <pc:chgData name="Harris, Wyatt J Lt Col USAF USAFA DF/DFAS" userId="768bfb95-c272-4014-8fa2-010c15306053" providerId="ADAL" clId="{95571437-1CDD-49A9-9F44-9267EE8F1204}" dt="2025-09-14T03:38:54.326" v="0" actId="1076"/>
      <pc:docMkLst>
        <pc:docMk/>
      </pc:docMkLst>
      <pc:sldChg chg="modSp mod">
        <pc:chgData name="Harris, Wyatt J Lt Col USAF USAFA DF/DFAS" userId="768bfb95-c272-4014-8fa2-010c15306053" providerId="ADAL" clId="{95571437-1CDD-49A9-9F44-9267EE8F1204}" dt="2025-09-14T03:38:54.326" v="0" actId="1076"/>
        <pc:sldMkLst>
          <pc:docMk/>
          <pc:sldMk cId="652602087" sldId="519"/>
        </pc:sldMkLst>
        <pc:picChg chg="mod">
          <ac:chgData name="Harris, Wyatt J Lt Col USAF USAFA DF/DFAS" userId="768bfb95-c272-4014-8fa2-010c15306053" providerId="ADAL" clId="{95571437-1CDD-49A9-9F44-9267EE8F1204}" dt="2025-09-14T03:38:54.326" v="0" actId="1076"/>
          <ac:picMkLst>
            <pc:docMk/>
            <pc:sldMk cId="652602087" sldId="519"/>
            <ac:picMk id="7" creationId="{7D46AA41-7B17-9F41-A470-9CF0A19F44E3}"/>
          </ac:picMkLst>
        </pc:picChg>
      </pc:sldChg>
    </pc:docChg>
  </pc:docChgLst>
  <pc:docChgLst>
    <pc:chgData name="Harris, Wyatt J Lt Col USAF USAFA DF/DFAS" userId="768bfb95-c272-4014-8fa2-010c15306053" providerId="ADAL" clId="{F3711698-5DD9-46F6-BE65-19B04B1F152B}"/>
    <pc:docChg chg="modSld">
      <pc:chgData name="Harris, Wyatt J Lt Col USAF USAFA DF/DFAS" userId="768bfb95-c272-4014-8fa2-010c15306053" providerId="ADAL" clId="{F3711698-5DD9-46F6-BE65-19B04B1F152B}" dt="2025-09-12T19:12:59.693" v="5" actId="1076"/>
      <pc:docMkLst>
        <pc:docMk/>
      </pc:docMkLst>
      <pc:sldChg chg="modSp mod">
        <pc:chgData name="Harris, Wyatt J Lt Col USAF USAFA DF/DFAS" userId="768bfb95-c272-4014-8fa2-010c15306053" providerId="ADAL" clId="{F3711698-5DD9-46F6-BE65-19B04B1F152B}" dt="2025-09-12T19:12:31.148" v="3" actId="1076"/>
        <pc:sldMkLst>
          <pc:docMk/>
          <pc:sldMk cId="652602087" sldId="519"/>
        </pc:sldMkLst>
        <pc:picChg chg="mod">
          <ac:chgData name="Harris, Wyatt J Lt Col USAF USAFA DF/DFAS" userId="768bfb95-c272-4014-8fa2-010c15306053" providerId="ADAL" clId="{F3711698-5DD9-46F6-BE65-19B04B1F152B}" dt="2025-09-12T19:12:31.148" v="3" actId="1076"/>
          <ac:picMkLst>
            <pc:docMk/>
            <pc:sldMk cId="652602087" sldId="519"/>
            <ac:picMk id="7" creationId="{7D46AA41-7B17-9F41-A470-9CF0A19F44E3}"/>
          </ac:picMkLst>
        </pc:picChg>
      </pc:sldChg>
      <pc:sldChg chg="modSp">
        <pc:chgData name="Harris, Wyatt J Lt Col USAF USAFA DF/DFAS" userId="768bfb95-c272-4014-8fa2-010c15306053" providerId="ADAL" clId="{F3711698-5DD9-46F6-BE65-19B04B1F152B}" dt="2025-09-12T19:12:50.679" v="4" actId="1076"/>
        <pc:sldMkLst>
          <pc:docMk/>
          <pc:sldMk cId="3987022671" sldId="533"/>
        </pc:sldMkLst>
        <pc:picChg chg="mod">
          <ac:chgData name="Harris, Wyatt J Lt Col USAF USAFA DF/DFAS" userId="768bfb95-c272-4014-8fa2-010c15306053" providerId="ADAL" clId="{F3711698-5DD9-46F6-BE65-19B04B1F152B}" dt="2025-09-12T19:12:50.679" v="4" actId="1076"/>
          <ac:picMkLst>
            <pc:docMk/>
            <pc:sldMk cId="3987022671" sldId="533"/>
            <ac:picMk id="2050" creationId="{E8881C87-469A-A39B-804B-2EF1E72DC6DC}"/>
          </ac:picMkLst>
        </pc:picChg>
      </pc:sldChg>
      <pc:sldChg chg="modSp mod">
        <pc:chgData name="Harris, Wyatt J Lt Col USAF USAFA DF/DFAS" userId="768bfb95-c272-4014-8fa2-010c15306053" providerId="ADAL" clId="{F3711698-5DD9-46F6-BE65-19B04B1F152B}" dt="2025-09-12T19:12:59.693" v="5" actId="1076"/>
        <pc:sldMkLst>
          <pc:docMk/>
          <pc:sldMk cId="1001118660" sldId="534"/>
        </pc:sldMkLst>
        <pc:picChg chg="mod">
          <ac:chgData name="Harris, Wyatt J Lt Col USAF USAFA DF/DFAS" userId="768bfb95-c272-4014-8fa2-010c15306053" providerId="ADAL" clId="{F3711698-5DD9-46F6-BE65-19B04B1F152B}" dt="2025-09-12T19:12:59.693" v="5" actId="1076"/>
          <ac:picMkLst>
            <pc:docMk/>
            <pc:sldMk cId="1001118660" sldId="534"/>
            <ac:picMk id="2" creationId="{153D77B8-E9C3-D455-DAB5-A2212D6C98B8}"/>
          </ac:picMkLst>
        </pc:picChg>
      </pc:sldChg>
      <pc:sldChg chg="modSp mod">
        <pc:chgData name="Harris, Wyatt J Lt Col USAF USAFA DF/DFAS" userId="768bfb95-c272-4014-8fa2-010c15306053" providerId="ADAL" clId="{F3711698-5DD9-46F6-BE65-19B04B1F152B}" dt="2025-09-12T19:12:19.057" v="2" actId="1076"/>
        <pc:sldMkLst>
          <pc:docMk/>
          <pc:sldMk cId="2588666362" sldId="553"/>
        </pc:sldMkLst>
        <pc:picChg chg="mod">
          <ac:chgData name="Harris, Wyatt J Lt Col USAF USAFA DF/DFAS" userId="768bfb95-c272-4014-8fa2-010c15306053" providerId="ADAL" clId="{F3711698-5DD9-46F6-BE65-19B04B1F152B}" dt="2025-09-12T19:12:19.057" v="2" actId="1076"/>
          <ac:picMkLst>
            <pc:docMk/>
            <pc:sldMk cId="2588666362" sldId="553"/>
            <ac:picMk id="5" creationId="{00000000-0000-0000-0000-000000000000}"/>
          </ac:picMkLst>
        </pc:picChg>
      </pc:sldChg>
      <pc:sldChg chg="modSp">
        <pc:chgData name="Harris, Wyatt J Lt Col USAF USAFA DF/DFAS" userId="768bfb95-c272-4014-8fa2-010c15306053" providerId="ADAL" clId="{F3711698-5DD9-46F6-BE65-19B04B1F152B}" dt="2025-09-12T19:04:08.650" v="1" actId="1076"/>
        <pc:sldMkLst>
          <pc:docMk/>
          <pc:sldMk cId="262650847" sldId="559"/>
        </pc:sldMkLst>
        <pc:picChg chg="mod">
          <ac:chgData name="Harris, Wyatt J Lt Col USAF USAFA DF/DFAS" userId="768bfb95-c272-4014-8fa2-010c15306053" providerId="ADAL" clId="{F3711698-5DD9-46F6-BE65-19B04B1F152B}" dt="2025-09-12T19:04:08.650" v="1" actId="1076"/>
          <ac:picMkLst>
            <pc:docMk/>
            <pc:sldMk cId="262650847" sldId="559"/>
            <ac:picMk id="1026" creationId="{0684CD6D-A175-A5EC-FFEA-26F57BE02D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7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7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C700060-645B-4174-BA0F-37A3BDAD98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40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Quickbird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700060-645B-4174-BA0F-37A3BDAD98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1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6723A-0476-4EF8-9DCD-4C4870C6C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2717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E9795-CA3F-4932-BCD5-B0BDAFFBEC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8918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BA001-C630-4E86-8DAB-F029543B5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235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6B337-300E-41B8-8D4F-AAD006F4B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4871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95564-CA9B-4E0E-8AA3-CE5E9478AC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621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B0F5A-3FDD-4E5F-B012-48A3A88A1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4736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EF955-1E5A-4B74-9782-1F03635D7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6944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C8368-DD99-4391-BE9E-1104AA4219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1231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965EA-071C-4ED0-A07B-58D5A66A20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6240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B988B-8B21-49DF-A3F4-518E931587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6366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8CF63-3872-48B8-88AD-153B9DFE8A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67653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55C52-30B6-44D0-AFB4-428D8DD8F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9671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59A95E39-8EA8-464B-9311-D4C0540CCB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lient=firefox-b-1-d&amp;sa=X&amp;sca_esv=562371431&amp;biw=1468&amp;bih=793&amp;sxsrf=AB5stBhRirgKRaYNYEZAq4eVNPtXt4ulUA:1693771425006&amp;q=resolving&amp;si=ACFMAn8hzZSJQsgXIYlkGc-z1vmpLzzqDb-HYA4Uzs8LHMyf4RUfQLskl7sb9mRXEdy6ujQUiSElCOVlpDx7Wea71hZH8miEkQ%3D%3D&amp;expnd=1" TargetMode="External"/><Relationship Id="rId2" Type="http://schemas.openxmlformats.org/officeDocument/2006/relationships/hyperlink" Target="https://www.google.com/search?client=firefox-b-1-d&amp;sa=X&amp;sca_esv=562371431&amp;biw=1468&amp;bih=793&amp;sxsrf=AB5stBhRirgKRaYNYEZAq4eVNPtXt4ulUA:1693771425006&amp;q=measurable&amp;si=ACFMAn9-5A9OMKPWcg180I9o9MndJuk7StA-r0Nd3r1VpzlBxaS-jhUiyKBx923vEnSjKqNHSXgnYdC7Jgzork5_KyoG09euWg%3D%3D&amp;expnd=1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-2209800" y="231019"/>
            <a:ext cx="77724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0" kern="0" dirty="0"/>
              <a:t>Remote </a:t>
            </a:r>
          </a:p>
          <a:p>
            <a:pPr eaLnBrk="1" hangingPunct="1"/>
            <a:r>
              <a:rPr lang="en-US" b="0" kern="0" dirty="0"/>
              <a:t>Sensing</a:t>
            </a:r>
          </a:p>
        </p:txBody>
      </p:sp>
      <p:sp>
        <p:nvSpPr>
          <p:cNvPr id="5" name="Subtitle 1"/>
          <p:cNvSpPr txBox="1">
            <a:spLocks/>
          </p:cNvSpPr>
          <p:nvPr/>
        </p:nvSpPr>
        <p:spPr>
          <a:xfrm>
            <a:off x="-1295400" y="2416855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kern="0" dirty="0"/>
              <a:t>		Lt Col Miller</a:t>
            </a:r>
          </a:p>
        </p:txBody>
      </p:sp>
      <p:pic>
        <p:nvPicPr>
          <p:cNvPr id="7" name="Picture 6" descr="A close-up of the sun&#10;&#10;Description automatically generated">
            <a:extLst>
              <a:ext uri="{FF2B5EF4-FFF2-40B4-BE49-F238E27FC236}">
                <a16:creationId xmlns:a16="http://schemas.microsoft.com/office/drawing/2014/main" id="{6ECF075C-48DD-9AFB-6694-F11ECDAC1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81000"/>
            <a:ext cx="5435600" cy="62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0913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Remote Sensing</a:t>
            </a:r>
            <a:endParaRPr lang="en-US" alt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9409-24EE-C51F-43B8-A3A39481E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3"/>
          </a:xfrm>
        </p:spPr>
        <p:txBody>
          <a:bodyPr/>
          <a:lstStyle/>
          <a:p>
            <a:r>
              <a:rPr lang="en-US" dirty="0"/>
              <a:t>Broader view of remote sensing</a:t>
            </a:r>
          </a:p>
          <a:p>
            <a:r>
              <a:rPr lang="en-US" dirty="0"/>
              <a:t>Understand resolution better</a:t>
            </a:r>
          </a:p>
          <a:p>
            <a:r>
              <a:rPr lang="en-US" dirty="0"/>
              <a:t>Know some real-world systems</a:t>
            </a:r>
          </a:p>
          <a:p>
            <a:endParaRPr lang="en-US" dirty="0"/>
          </a:p>
          <a:p>
            <a:r>
              <a:rPr lang="en-US" dirty="0"/>
              <a:t>Requirements</a:t>
            </a:r>
          </a:p>
          <a:p>
            <a:pPr lvl="1"/>
            <a:r>
              <a:rPr lang="en-US" dirty="0"/>
              <a:t>Subject</a:t>
            </a:r>
          </a:p>
          <a:p>
            <a:pPr lvl="1"/>
            <a:r>
              <a:rPr lang="en-US" dirty="0"/>
              <a:t>Wavelength</a:t>
            </a:r>
          </a:p>
          <a:p>
            <a:pPr lvl="1"/>
            <a:r>
              <a:rPr lang="en-US" dirty="0"/>
              <a:t>Coverage Area</a:t>
            </a:r>
          </a:p>
          <a:p>
            <a:pPr lvl="1"/>
            <a:r>
              <a:rPr lang="en-US" dirty="0"/>
              <a:t>Gaps</a:t>
            </a:r>
          </a:p>
          <a:p>
            <a:pPr lvl="1"/>
            <a:r>
              <a:rPr lang="en-US" dirty="0"/>
              <a:t>Revisit</a:t>
            </a:r>
          </a:p>
        </p:txBody>
      </p:sp>
    </p:spTree>
    <p:extLst>
      <p:ext uri="{BB962C8B-B14F-4D97-AF65-F5344CB8AC3E}">
        <p14:creationId xmlns:p14="http://schemas.microsoft.com/office/powerpoint/2010/main" val="319547070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Remote Sensing</a:t>
            </a:r>
            <a:endParaRPr lang="en-US" altLang="en-US" sz="32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9409-24EE-C51F-43B8-A3A39481E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525963"/>
          </a:xfrm>
        </p:spPr>
        <p:txBody>
          <a:bodyPr/>
          <a:lstStyle/>
          <a:p>
            <a:r>
              <a:rPr lang="en-US" b="1" dirty="0">
                <a:latin typeface="-apple-system"/>
              </a:rPr>
              <a:t>D</a:t>
            </a:r>
            <a:r>
              <a:rPr lang="en-US" b="1" i="0" dirty="0">
                <a:effectLst/>
                <a:latin typeface="-apple-system"/>
              </a:rPr>
              <a:t>etecting and monitoring the physical characteristics of an area by measuring its reflected and emitted radiation at a distance</a:t>
            </a:r>
          </a:p>
          <a:p>
            <a:pPr lvl="1"/>
            <a:r>
              <a:rPr lang="en-US" b="1" dirty="0">
                <a:latin typeface="-apple-system"/>
              </a:rPr>
              <a:t>Satellite &amp; Aircraft imaging</a:t>
            </a:r>
          </a:p>
          <a:p>
            <a:pPr lvl="2"/>
            <a:r>
              <a:rPr lang="en-US" b="1" dirty="0" err="1">
                <a:latin typeface="-apple-system"/>
              </a:rPr>
              <a:t>LiDar</a:t>
            </a:r>
            <a:r>
              <a:rPr lang="en-US" b="1" dirty="0">
                <a:latin typeface="-apple-system"/>
              </a:rPr>
              <a:t>, Radar, Thermal</a:t>
            </a:r>
          </a:p>
          <a:p>
            <a:pPr lvl="1"/>
            <a:r>
              <a:rPr lang="en-US" b="1" dirty="0">
                <a:latin typeface="-apple-system"/>
              </a:rPr>
              <a:t>Sonar</a:t>
            </a:r>
          </a:p>
          <a:p>
            <a:pPr marL="457200" lvl="1" indent="0">
              <a:buNone/>
            </a:pPr>
            <a:endParaRPr lang="en-US" b="1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36541567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0" name="Picture 6" descr="http://local.content.compendiumblog.com/uploads/user/2af9dc1d-8541-42e4-a91f-6aaf97caf33a/4844a17e-a4fb-4018-9d3a-31dc846044ee/Visible%20spectrum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3" y="2514600"/>
            <a:ext cx="8312727" cy="39678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/>
              <a:t>Electromagnetic Spectrum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69013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normalized cone&#10;&#10;Description automatically generated">
            <a:extLst>
              <a:ext uri="{FF2B5EF4-FFF2-40B4-BE49-F238E27FC236}">
                <a16:creationId xmlns:a16="http://schemas.microsoft.com/office/drawing/2014/main" id="{1DD0161F-B333-3DD4-69DA-BB042536C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0854"/>
            <a:ext cx="6966857" cy="65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8389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many colorful balls&#10;&#10;Description automatically generated">
            <a:extLst>
              <a:ext uri="{FF2B5EF4-FFF2-40B4-BE49-F238E27FC236}">
                <a16:creationId xmlns:a16="http://schemas.microsoft.com/office/drawing/2014/main" id="{CB1520E8-B4AC-EB1C-1308-54CDF5C2C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t="8807" r="1869" b="1940"/>
          <a:stretch/>
        </p:blipFill>
        <p:spPr>
          <a:xfrm>
            <a:off x="228600" y="457200"/>
            <a:ext cx="7315200" cy="5943600"/>
          </a:xfrm>
          <a:prstGeom prst="rect">
            <a:avLst/>
          </a:prstGeom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675E005-C8F6-5F9F-F604-B262FF0EA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895600"/>
            <a:ext cx="1600200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4588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E3B7B-66F1-F228-2A32-53DD69E4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0" name="Picture 6" descr="http://local.content.compendiumblog.com/uploads/user/2af9dc1d-8541-42e4-a91f-6aaf97caf33a/4844a17e-a4fb-4018-9d3a-31dc846044ee/Visible%20spectrum.jpg">
            <a:extLst>
              <a:ext uri="{FF2B5EF4-FFF2-40B4-BE49-F238E27FC236}">
                <a16:creationId xmlns:a16="http://schemas.microsoft.com/office/drawing/2014/main" id="{9D5C046B-FD06-3D7B-2616-790BEEB24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3" y="2514600"/>
            <a:ext cx="8312727" cy="39678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A5535C-8425-E186-D66F-043B9B8ACBBC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/>
              <a:t>Electromagnetic Spectrum</a:t>
            </a:r>
            <a:endParaRPr lang="en-US" dirty="0"/>
          </a:p>
        </p:txBody>
      </p:sp>
      <p:pic>
        <p:nvPicPr>
          <p:cNvPr id="1026" name="Picture 2" descr="Beautiful, Terrifying Mantis Shrimp – Home">
            <a:extLst>
              <a:ext uri="{FF2B5EF4-FFF2-40B4-BE49-F238E27FC236}">
                <a16:creationId xmlns:a16="http://schemas.microsoft.com/office/drawing/2014/main" id="{0684CD6D-A175-A5EC-FFEA-26F57BE02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90600"/>
            <a:ext cx="70866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508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types of light&#10;&#10;AI-generated content may be incorrect.">
            <a:extLst>
              <a:ext uri="{FF2B5EF4-FFF2-40B4-BE49-F238E27FC236}">
                <a16:creationId xmlns:a16="http://schemas.microsoft.com/office/drawing/2014/main" id="{18444D35-89B1-93E5-D915-EC8BCBB72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76600"/>
            <a:ext cx="7929797" cy="328612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D5C16A2-1D6D-A2CF-5A4E-58FC5DE4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698" y="306161"/>
            <a:ext cx="36068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8541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76200"/>
            <a:ext cx="6650513" cy="662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7" t="31806" r="11216" b="34013"/>
          <a:stretch/>
        </p:blipFill>
        <p:spPr>
          <a:xfrm>
            <a:off x="3871660" y="99134"/>
            <a:ext cx="5248998" cy="1733365"/>
          </a:xfrm>
          <a:prstGeom prst="rect">
            <a:avLst/>
          </a:prstGeom>
          <a:noFill/>
          <a:ln/>
        </p:spPr>
      </p:pic>
      <p:sp>
        <p:nvSpPr>
          <p:cNvPr id="6" name="Oval 5"/>
          <p:cNvSpPr/>
          <p:nvPr/>
        </p:nvSpPr>
        <p:spPr bwMode="auto">
          <a:xfrm>
            <a:off x="4724400" y="99134"/>
            <a:ext cx="304800" cy="1447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105400"/>
            <a:ext cx="2563364" cy="144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98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4746"/>
            <a:ext cx="9144000" cy="42085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1500"/>
            <a:ext cx="7763572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663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united states at night&#10;&#10;Description automatically generated">
            <a:extLst>
              <a:ext uri="{FF2B5EF4-FFF2-40B4-BE49-F238E27FC236}">
                <a16:creationId xmlns:a16="http://schemas.microsoft.com/office/drawing/2014/main" id="{20646723-A869-A66C-9797-9817B10AE5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458"/>
            <a:ext cx="9144000" cy="6095083"/>
          </a:xfrm>
          <a:prstGeom prst="rect">
            <a:avLst/>
          </a:prstGeom>
        </p:spPr>
      </p:pic>
      <p:pic>
        <p:nvPicPr>
          <p:cNvPr id="5" name="Picture 4" descr="A view of a city at night&#10;&#10;Description automatically generated">
            <a:extLst>
              <a:ext uri="{FF2B5EF4-FFF2-40B4-BE49-F238E27FC236}">
                <a16:creationId xmlns:a16="http://schemas.microsoft.com/office/drawing/2014/main" id="{9437B7F4-8C3A-172B-78FD-77B1DC3BE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55234"/>
            <a:ext cx="7105650" cy="53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670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urricane from space&#10;&#10;Description automatically generated">
            <a:extLst>
              <a:ext uri="{FF2B5EF4-FFF2-40B4-BE49-F238E27FC236}">
                <a16:creationId xmlns:a16="http://schemas.microsoft.com/office/drawing/2014/main" id="{F6CBE59F-8CE0-E340-849F-52B4CC311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95250"/>
            <a:ext cx="8890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3022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59" y="228601"/>
            <a:ext cx="6458948" cy="64589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7" t="31806" r="11216" b="34013"/>
          <a:stretch/>
        </p:blipFill>
        <p:spPr>
          <a:xfrm>
            <a:off x="3926074" y="93955"/>
            <a:ext cx="5248998" cy="1733365"/>
          </a:xfrm>
          <a:prstGeom prst="rect">
            <a:avLst/>
          </a:prstGeom>
          <a:noFill/>
          <a:ln/>
        </p:spPr>
      </p:pic>
      <p:sp>
        <p:nvSpPr>
          <p:cNvPr id="4" name="Oval 3"/>
          <p:cNvSpPr/>
          <p:nvPr/>
        </p:nvSpPr>
        <p:spPr bwMode="auto">
          <a:xfrm>
            <a:off x="7467600" y="126507"/>
            <a:ext cx="762000" cy="1447800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693522"/>
            <a:ext cx="2286000" cy="1531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07" y="4876800"/>
            <a:ext cx="2499628" cy="1658349"/>
          </a:xfrm>
          <a:prstGeom prst="rect">
            <a:avLst/>
          </a:prstGeom>
        </p:spPr>
      </p:pic>
      <p:pic>
        <p:nvPicPr>
          <p:cNvPr id="10" name="Picture 9" descr="A group of airplanes on a runway">
            <a:extLst>
              <a:ext uri="{FF2B5EF4-FFF2-40B4-BE49-F238E27FC236}">
                <a16:creationId xmlns:a16="http://schemas.microsoft.com/office/drawing/2014/main" id="{22F758DB-4343-8D7D-525B-C245F25FEA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32" y="2762249"/>
            <a:ext cx="5124450" cy="3867150"/>
          </a:xfrm>
          <a:prstGeom prst="rect">
            <a:avLst/>
          </a:prstGeom>
        </p:spPr>
      </p:pic>
      <p:pic>
        <p:nvPicPr>
          <p:cNvPr id="7" name="Picture 6" descr="A collage of clouds and a city&#10;&#10;Description automatically generated">
            <a:extLst>
              <a:ext uri="{FF2B5EF4-FFF2-40B4-BE49-F238E27FC236}">
                <a16:creationId xmlns:a16="http://schemas.microsoft.com/office/drawing/2014/main" id="{7D46AA41-7B17-9F41-A470-9CF0A19F44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50" y="1191125"/>
            <a:ext cx="74295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020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group of airplanes on a runway&#10;&#10;Description automatically generated">
            <a:extLst>
              <a:ext uri="{FF2B5EF4-FFF2-40B4-BE49-F238E27FC236}">
                <a16:creationId xmlns:a16="http://schemas.microsoft.com/office/drawing/2014/main" id="{E998ACC5-80E4-17AA-5820-2FCF60071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10749"/>
            <a:ext cx="8675914" cy="654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5280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truck in the water&#10;&#10;Description automatically generated with medium confidence">
            <a:extLst>
              <a:ext uri="{FF2B5EF4-FFF2-40B4-BE49-F238E27FC236}">
                <a16:creationId xmlns:a16="http://schemas.microsoft.com/office/drawing/2014/main" id="{071A5F68-37AF-72AD-AD0C-BC256629A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9" y="762000"/>
            <a:ext cx="8648253" cy="568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95442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ey surface&#10;&#10;Description automatically generated">
            <a:extLst>
              <a:ext uri="{FF2B5EF4-FFF2-40B4-BE49-F238E27FC236}">
                <a16:creationId xmlns:a16="http://schemas.microsoft.com/office/drawing/2014/main" id="{2C29110F-9D3A-F1AA-174D-3155C1B95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43718"/>
            <a:ext cx="5791200" cy="6733849"/>
          </a:xfrm>
          <a:prstGeom prst="rect">
            <a:avLst/>
          </a:prstGeom>
        </p:spPr>
      </p:pic>
      <p:pic>
        <p:nvPicPr>
          <p:cNvPr id="4" name="Picture 3" descr="A close-up of a grey surface&#10;&#10;Description automatically generated">
            <a:extLst>
              <a:ext uri="{FF2B5EF4-FFF2-40B4-BE49-F238E27FC236}">
                <a16:creationId xmlns:a16="http://schemas.microsoft.com/office/drawing/2014/main" id="{090C8479-A132-E79F-5B57-A4F1DF8CF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05" t="271" r="36842" b="80554"/>
          <a:stretch/>
        </p:blipFill>
        <p:spPr>
          <a:xfrm>
            <a:off x="3581400" y="1066800"/>
            <a:ext cx="5105400" cy="54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021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exo.net/~pauld/workshops/Stars/blackbody%20radiation%20stars.jpg">
            <a:extLst>
              <a:ext uri="{FF2B5EF4-FFF2-40B4-BE49-F238E27FC236}">
                <a16:creationId xmlns:a16="http://schemas.microsoft.com/office/drawing/2014/main" id="{C06C23C2-56B7-BBCE-28DD-5F251399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"/>
            <a:ext cx="7086600" cy="46019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F2F0ED-544C-96C0-9803-590F71ACE7E7}"/>
              </a:ext>
            </a:extLst>
          </p:cNvPr>
          <p:cNvSpPr txBox="1"/>
          <p:nvPr/>
        </p:nvSpPr>
        <p:spPr>
          <a:xfrm>
            <a:off x="2209800" y="533400"/>
            <a:ext cx="7553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6CE2E-5217-F67A-0F6B-201D196C8155}"/>
              </a:ext>
            </a:extLst>
          </p:cNvPr>
          <p:cNvSpPr txBox="1"/>
          <p:nvPr/>
        </p:nvSpPr>
        <p:spPr>
          <a:xfrm>
            <a:off x="5029200" y="568286"/>
            <a:ext cx="1710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Infrared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A58A4-2090-4B52-8189-C27C2EF45EF8}"/>
              </a:ext>
            </a:extLst>
          </p:cNvPr>
          <p:cNvSpPr txBox="1"/>
          <p:nvPr/>
        </p:nvSpPr>
        <p:spPr>
          <a:xfrm>
            <a:off x="3282884" y="578385"/>
            <a:ext cx="1498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E6938F-1A70-7D7E-7D37-BE8E7B7E61F4}"/>
                  </a:ext>
                </a:extLst>
              </p:cNvPr>
              <p:cNvSpPr txBox="1"/>
              <p:nvPr/>
            </p:nvSpPr>
            <p:spPr>
              <a:xfrm>
                <a:off x="1562635" y="5447936"/>
                <a:ext cx="1294329" cy="1029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𝝀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E6938F-1A70-7D7E-7D37-BE8E7B7E6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635" y="5447936"/>
                <a:ext cx="1294329" cy="1029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math equation with numbers and lines&#10;&#10;Description automatically generated">
            <a:extLst>
              <a:ext uri="{FF2B5EF4-FFF2-40B4-BE49-F238E27FC236}">
                <a16:creationId xmlns:a16="http://schemas.microsoft.com/office/drawing/2014/main" id="{BF64CAE0-978A-0FEA-2849-687BF1796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5571923"/>
            <a:ext cx="1701887" cy="781090"/>
          </a:xfrm>
          <a:prstGeom prst="rect">
            <a:avLst/>
          </a:prstGeom>
        </p:spPr>
      </p:pic>
      <p:pic>
        <p:nvPicPr>
          <p:cNvPr id="2050" name="Picture 2" descr="The Colors of Stars From Hottest to Coldest">
            <a:extLst>
              <a:ext uri="{FF2B5EF4-FFF2-40B4-BE49-F238E27FC236}">
                <a16:creationId xmlns:a16="http://schemas.microsoft.com/office/drawing/2014/main" id="{E8881C87-469A-A39B-804B-2EF1E72DC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662" y="756237"/>
            <a:ext cx="6781800" cy="4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0226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diagram of a red circle&#10;&#10;Description automatically generated with medium confidence">
            <a:extLst>
              <a:ext uri="{FF2B5EF4-FFF2-40B4-BE49-F238E27FC236}">
                <a16:creationId xmlns:a16="http://schemas.microsoft.com/office/drawing/2014/main" id="{0E9D3FEA-B338-785D-2536-60141932D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08"/>
          <a:stretch/>
        </p:blipFill>
        <p:spPr>
          <a:xfrm>
            <a:off x="76201" y="2029913"/>
            <a:ext cx="8839200" cy="347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60721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ild wearing a sombrero&#10;&#10;Description automatically generated">
            <a:extLst>
              <a:ext uri="{FF2B5EF4-FFF2-40B4-BE49-F238E27FC236}">
                <a16:creationId xmlns:a16="http://schemas.microsoft.com/office/drawing/2014/main" id="{8796F6BB-447A-EEE9-8993-717AB8392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8" b="36666"/>
          <a:stretch/>
        </p:blipFill>
        <p:spPr>
          <a:xfrm>
            <a:off x="5105400" y="2667000"/>
            <a:ext cx="3169788" cy="37338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119949B-2E36-3B34-0349-7D8C59EC3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6984"/>
            <a:ext cx="4430176" cy="240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6847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53D77B8-E9C3-D455-DAB5-A2212D6C9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3820"/>
            <a:ext cx="8562536" cy="6590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1866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2E3C0F37-C490-7EB9-F180-9FB63269B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42" y="413153"/>
            <a:ext cx="8441115" cy="60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50006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8AD0-8EFC-D9E1-06FB-DE6BC913F39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Sensors</a:t>
            </a:r>
          </a:p>
          <a:p>
            <a:endParaRPr lang="en-US" altLang="en-US" sz="3200" b="0" i="1" kern="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B23314F-48A2-9285-9CFB-F6C0CB70B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5" y="1304816"/>
            <a:ext cx="7779150" cy="4248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2BECC-FECD-0D7B-53B1-005D0A7EC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25" y="1304816"/>
            <a:ext cx="7779150" cy="42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26630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8AD0-8EFC-D9E1-06FB-DE6BC913F39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Sensors</a:t>
            </a:r>
          </a:p>
          <a:p>
            <a:endParaRPr lang="en-US" altLang="en-US" sz="3200" b="0" i="1" kern="0" dirty="0"/>
          </a:p>
        </p:txBody>
      </p:sp>
      <p:pic>
        <p:nvPicPr>
          <p:cNvPr id="5" name="Picture 4" descr="A couple of small square electronic devices&#10;&#10;Description automatically generated with medium confidence">
            <a:extLst>
              <a:ext uri="{FF2B5EF4-FFF2-40B4-BE49-F238E27FC236}">
                <a16:creationId xmlns:a16="http://schemas.microsoft.com/office/drawing/2014/main" id="{1724F849-1A22-595C-92A4-9079BA59A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24465" r="35780" b="13558"/>
          <a:stretch/>
        </p:blipFill>
        <p:spPr>
          <a:xfrm>
            <a:off x="1295400" y="1417638"/>
            <a:ext cx="6781800" cy="52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6300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grey scale image and a grey scale image&#10;&#10;Description automatically generated">
            <a:extLst>
              <a:ext uri="{FF2B5EF4-FFF2-40B4-BE49-F238E27FC236}">
                <a16:creationId xmlns:a16="http://schemas.microsoft.com/office/drawing/2014/main" id="{66247380-49E3-5148-7903-1DAEB8E0A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90800"/>
            <a:ext cx="6418180" cy="4099941"/>
          </a:xfrm>
          <a:prstGeom prst="rect">
            <a:avLst/>
          </a:prstGeom>
        </p:spPr>
      </p:pic>
      <p:pic>
        <p:nvPicPr>
          <p:cNvPr id="4" name="Picture 3" descr="A collage of a person riding a bike&#10;&#10;Description automatically generated">
            <a:extLst>
              <a:ext uri="{FF2B5EF4-FFF2-40B4-BE49-F238E27FC236}">
                <a16:creationId xmlns:a16="http://schemas.microsoft.com/office/drawing/2014/main" id="{8047FB70-3C6F-1F81-B550-210A30F76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7259"/>
            <a:ext cx="7741048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78265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8AD0-8EFC-D9E1-06FB-DE6BC913F39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Resolution</a:t>
            </a:r>
          </a:p>
          <a:p>
            <a:endParaRPr lang="en-US" altLang="en-US" sz="3200" b="0" i="1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64188-C315-162D-4375-151B3D48EB39}"/>
              </a:ext>
            </a:extLst>
          </p:cNvPr>
          <p:cNvSpPr txBox="1">
            <a:spLocks/>
          </p:cNvSpPr>
          <p:nvPr/>
        </p:nvSpPr>
        <p:spPr>
          <a:xfrm>
            <a:off x="533400" y="141763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algn="l"/>
            <a:r>
              <a:rPr lang="en-US" b="0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smallest interval </a:t>
            </a:r>
            <a:r>
              <a:rPr lang="en-US" b="0" i="0" u="sng" dirty="0"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measurable</a:t>
            </a:r>
            <a:r>
              <a:rPr lang="en-US" b="0" i="0" dirty="0">
                <a:effectLst/>
                <a:latin typeface="-apple-system"/>
              </a:rPr>
              <a:t> by a scientific (especially optical) instrument; the </a:t>
            </a:r>
            <a:r>
              <a:rPr lang="en-US" b="0" i="0" u="sng" dirty="0"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resolving</a:t>
            </a:r>
            <a:r>
              <a:rPr lang="en-US" b="0" i="0" dirty="0">
                <a:effectLst/>
                <a:latin typeface="-apple-system"/>
              </a:rPr>
              <a:t> power.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degree of detail visible in a photographic or television image.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"a high-resolution monitor“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latin typeface="-apple-system"/>
              </a:rPr>
              <a:t>T</a:t>
            </a:r>
            <a:r>
              <a:rPr lang="en-US" b="0" i="0" dirty="0">
                <a:effectLst/>
                <a:latin typeface="-apple-system"/>
              </a:rPr>
              <a:t>he act, process, or capability of distinguishing between two separate but adjacent objects or sources of light or between two nearly equal wavelengths.</a:t>
            </a:r>
          </a:p>
          <a:p>
            <a:pPr marL="457200" lvl="1" indent="0">
              <a:buFontTx/>
              <a:buNone/>
            </a:pPr>
            <a:endParaRPr lang="en-US" b="1" kern="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7981223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6395E-FE36-8F46-6E8E-53A3BAA5A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632" y="1487190"/>
            <a:ext cx="4187168" cy="272118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3EAE564-E973-0FEA-F034-5E8D47C7B7F6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Resolution</a:t>
            </a:r>
            <a:endParaRPr lang="en-US" altLang="en-US" sz="3200" b="0" i="1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205A2-65B9-8C0E-0E11-A82011C0A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277922"/>
            <a:ext cx="4953380" cy="2366047"/>
          </a:xfrm>
          <a:prstGeom prst="rect">
            <a:avLst/>
          </a:prstGeom>
        </p:spPr>
      </p:pic>
      <p:pic>
        <p:nvPicPr>
          <p:cNvPr id="8" name="Picture 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2C5CBB1E-C1EE-3DD2-047A-9C42740C1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2055395" cy="114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C57D37-522C-2B03-7EE6-EF69A319F9B5}"/>
                  </a:ext>
                </a:extLst>
              </p:cNvPr>
              <p:cNvSpPr txBox="1"/>
              <p:nvPr/>
            </p:nvSpPr>
            <p:spPr>
              <a:xfrm>
                <a:off x="5638800" y="4992836"/>
                <a:ext cx="2729080" cy="936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𝒎𝒂𝒈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C57D37-522C-2B03-7EE6-EF69A319F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992836"/>
                <a:ext cx="2729080" cy="936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2BDDB1F7-23D0-C6E1-339A-44318D2FF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852901"/>
            <a:ext cx="1817384" cy="1152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D0CC9-6D33-8E3B-7D87-68FBFD39FAEB}"/>
                  </a:ext>
                </a:extLst>
              </p:cNvPr>
              <p:cNvSpPr txBox="1"/>
              <p:nvPr/>
            </p:nvSpPr>
            <p:spPr>
              <a:xfrm>
                <a:off x="2496443" y="2890052"/>
                <a:ext cx="1711815" cy="1021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CD0CC9-6D33-8E3B-7D87-68FBFD39F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443" y="2890052"/>
                <a:ext cx="1711815" cy="10216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255955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number of data&#10;&#10;Description automatically generated with medium confidence">
            <a:extLst>
              <a:ext uri="{FF2B5EF4-FFF2-40B4-BE49-F238E27FC236}">
                <a16:creationId xmlns:a16="http://schemas.microsoft.com/office/drawing/2014/main" id="{2F539F1D-DE0F-9056-508F-DDE44B3C3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7768833" cy="523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73499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4C5-76F4-746F-479A-0A70E76DE9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Types of Resolution</a:t>
            </a:r>
            <a:endParaRPr lang="en-US" altLang="en-US" sz="3200" b="0" i="1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8265-79D6-F6FA-B40C-DFE362632518}"/>
              </a:ext>
            </a:extLst>
          </p:cNvPr>
          <p:cNvSpPr txBox="1">
            <a:spLocks/>
          </p:cNvSpPr>
          <p:nvPr/>
        </p:nvSpPr>
        <p:spPr>
          <a:xfrm>
            <a:off x="533400" y="1417638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algn="l"/>
            <a:r>
              <a:rPr lang="en-US" b="0" dirty="0">
                <a:latin typeface="-apple-system"/>
              </a:rPr>
              <a:t>Spatial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Spectral</a:t>
            </a:r>
          </a:p>
          <a:p>
            <a:pPr algn="l"/>
            <a:r>
              <a:rPr lang="en-US" b="0" dirty="0">
                <a:latin typeface="-apple-system"/>
              </a:rPr>
              <a:t>Temporal</a:t>
            </a:r>
            <a:endParaRPr lang="en-US" b="0" i="0" dirty="0">
              <a:effectLst/>
              <a:latin typeface="-apple-system"/>
            </a:endParaRPr>
          </a:p>
          <a:p>
            <a:pPr marL="457200" lvl="1" indent="0">
              <a:buFontTx/>
              <a:buNone/>
            </a:pPr>
            <a:endParaRPr lang="en-US" b="1" kern="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9801852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4C5-76F4-746F-479A-0A70E76DE9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Spatial</a:t>
            </a:r>
            <a:endParaRPr lang="en-US" altLang="en-US" sz="3200" b="0" i="1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419EF-F680-6761-6EA7-AF1964265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99" y="1143000"/>
            <a:ext cx="7798201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56681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group of letters with different letters&#10;&#10;Description automatically generated with medium confidence">
            <a:extLst>
              <a:ext uri="{FF2B5EF4-FFF2-40B4-BE49-F238E27FC236}">
                <a16:creationId xmlns:a16="http://schemas.microsoft.com/office/drawing/2014/main" id="{9B69C3DB-C4B3-0042-9015-013B32339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76" y="126036"/>
            <a:ext cx="8752647" cy="660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54944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4C5-76F4-746F-479A-0A70E76DE9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Spectral</a:t>
            </a:r>
            <a:endParaRPr lang="en-US" altLang="en-US" sz="3200" b="0" i="1" kern="0" dirty="0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64C8D399-4082-E32C-2C96-5D06B234B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025" y="1720762"/>
            <a:ext cx="5835950" cy="34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02283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4C5-76F4-746F-479A-0A70E76DE9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Temporal</a:t>
            </a:r>
            <a:endParaRPr lang="en-US" altLang="en-US" sz="3200" b="0" i="1" kern="0" dirty="0"/>
          </a:p>
        </p:txBody>
      </p:sp>
      <p:pic>
        <p:nvPicPr>
          <p:cNvPr id="5" name="Picture 4" descr="An aerial view of a town&#10;&#10;Description automatically generated">
            <a:extLst>
              <a:ext uri="{FF2B5EF4-FFF2-40B4-BE49-F238E27FC236}">
                <a16:creationId xmlns:a16="http://schemas.microsoft.com/office/drawing/2014/main" id="{1760A3F7-7808-7653-0FB6-76938B39D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0"/>
            <a:ext cx="7226671" cy="407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33437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4C5-76F4-746F-479A-0A70E76DE98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b="0" kern="0" dirty="0"/>
              <a:t>Temporal</a:t>
            </a:r>
            <a:endParaRPr lang="en-US" altLang="en-US" sz="3200" b="0" i="1" kern="0" dirty="0"/>
          </a:p>
        </p:txBody>
      </p:sp>
      <p:pic>
        <p:nvPicPr>
          <p:cNvPr id="4" name="Picture 3" descr="A city in the water&#10;&#10;Description automatically generated with medium confidence">
            <a:extLst>
              <a:ext uri="{FF2B5EF4-FFF2-40B4-BE49-F238E27FC236}">
                <a16:creationId xmlns:a16="http://schemas.microsoft.com/office/drawing/2014/main" id="{F3B08E48-D54D-655A-78E7-02474972E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81200"/>
            <a:ext cx="7144117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99404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n aerial view of a building&#10;&#10;AI-generated content may be incorrect.">
            <a:extLst>
              <a:ext uri="{FF2B5EF4-FFF2-40B4-BE49-F238E27FC236}">
                <a16:creationId xmlns:a16="http://schemas.microsoft.com/office/drawing/2014/main" id="{C5AB0103-1344-7411-025A-C94BA502E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96" y="819585"/>
            <a:ext cx="8782407" cy="521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60779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n aerial view of a construction site&#10;&#10;AI-generated content may be incorrect.">
            <a:extLst>
              <a:ext uri="{FF2B5EF4-FFF2-40B4-BE49-F238E27FC236}">
                <a16:creationId xmlns:a16="http://schemas.microsoft.com/office/drawing/2014/main" id="{307CC6E9-216B-EE66-1B69-8975B80E4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9" y="785501"/>
            <a:ext cx="8878491" cy="531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31935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studiodaily.com/images/articles/13175_130590299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10" y="3043621"/>
            <a:ext cx="9154510" cy="381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0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Patriot Games</a:t>
            </a:r>
            <a:br>
              <a:rPr lang="en-US"/>
            </a:br>
            <a:r>
              <a:rPr lang="en-US" sz="2400"/>
              <a:t>Fact or Fiction?</a:t>
            </a:r>
          </a:p>
        </p:txBody>
      </p:sp>
      <p:sp>
        <p:nvSpPr>
          <p:cNvPr id="22531" name="Rectangle 1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3502789"/>
          </a:xfrm>
        </p:spPr>
        <p:txBody>
          <a:bodyPr/>
          <a:lstStyle/>
          <a:p>
            <a:pPr eaLnBrk="1" hangingPunct="1">
              <a:buNone/>
              <a:tabLst>
                <a:tab pos="914400" algn="l"/>
              </a:tabLst>
            </a:pPr>
            <a:r>
              <a:rPr lang="en-US" dirty="0">
                <a:cs typeface="Arial" charset="0"/>
              </a:rPr>
              <a:t>Res 	=</a:t>
            </a:r>
            <a:endParaRPr lang="el-GR" dirty="0">
              <a:cs typeface="Arial" charset="0"/>
            </a:endParaRPr>
          </a:p>
          <a:p>
            <a:pPr eaLnBrk="1" hangingPunct="1">
              <a:buFontTx/>
              <a:buNone/>
              <a:tabLst>
                <a:tab pos="914400" algn="l"/>
              </a:tabLst>
            </a:pPr>
            <a:r>
              <a:rPr lang="el-GR" dirty="0">
                <a:cs typeface="Arial" charset="0"/>
              </a:rPr>
              <a:t>λ</a:t>
            </a:r>
            <a:r>
              <a:rPr lang="en-US" dirty="0">
                <a:cs typeface="Arial" charset="0"/>
              </a:rPr>
              <a:t> 		=</a:t>
            </a:r>
          </a:p>
          <a:p>
            <a:pPr eaLnBrk="1" hangingPunct="1">
              <a:buNone/>
              <a:tabLst>
                <a:tab pos="914400" algn="l"/>
              </a:tabLst>
            </a:pPr>
            <a:r>
              <a:rPr lang="en-US" dirty="0"/>
              <a:t>D		=</a:t>
            </a:r>
          </a:p>
          <a:p>
            <a:pPr eaLnBrk="1" hangingPunct="1">
              <a:buNone/>
              <a:tabLst>
                <a:tab pos="914400" algn="l"/>
              </a:tabLst>
            </a:pPr>
            <a:r>
              <a:rPr lang="en-US" dirty="0"/>
              <a:t>h 		</a:t>
            </a:r>
            <a:r>
              <a:rPr lang="en-US" dirty="0">
                <a:cs typeface="Arial" charset="0"/>
              </a:rPr>
              <a:t>=</a:t>
            </a:r>
          </a:p>
          <a:p>
            <a:pPr eaLnBrk="1" hangingPunct="1">
              <a:buNone/>
              <a:tabLst>
                <a:tab pos="914400" algn="l"/>
              </a:tabLst>
            </a:pPr>
            <a:r>
              <a:rPr lang="en-US" dirty="0">
                <a:cs typeface="Arial" charset="0"/>
              </a:rPr>
              <a:t> </a:t>
            </a:r>
          </a:p>
        </p:txBody>
      </p:sp>
      <p:sp>
        <p:nvSpPr>
          <p:cNvPr id="581650" name="Rectangle 18"/>
          <p:cNvSpPr>
            <a:spLocks noChangeArrowheads="1"/>
          </p:cNvSpPr>
          <p:nvPr/>
        </p:nvSpPr>
        <p:spPr bwMode="auto">
          <a:xfrm>
            <a:off x="1905000" y="1600200"/>
            <a:ext cx="4343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tabLst>
                <a:tab pos="914400" algn="l"/>
              </a:tabLst>
            </a:pPr>
            <a:r>
              <a:rPr lang="en-US" sz="2800" b="0" dirty="0"/>
              <a:t>6 in (15 cm)</a:t>
            </a:r>
          </a:p>
          <a:p>
            <a:pPr marL="342900" indent="-342900">
              <a:spcBef>
                <a:spcPct val="20000"/>
              </a:spcBef>
              <a:tabLst>
                <a:tab pos="914400" algn="l"/>
              </a:tabLst>
            </a:pPr>
            <a:r>
              <a:rPr lang="en-US" sz="2800" b="0" dirty="0"/>
              <a:t>10 </a:t>
            </a:r>
            <a:r>
              <a:rPr lang="el-GR" sz="2800" b="0" dirty="0">
                <a:cs typeface="Arial" charset="0"/>
              </a:rPr>
              <a:t>μ</a:t>
            </a:r>
            <a:r>
              <a:rPr lang="en-US" sz="2800" b="0" dirty="0">
                <a:cs typeface="Arial" charset="0"/>
              </a:rPr>
              <a:t>m (near IR)</a:t>
            </a:r>
          </a:p>
          <a:p>
            <a:pPr marL="342900" indent="-342900">
              <a:spcBef>
                <a:spcPct val="20000"/>
              </a:spcBef>
              <a:tabLst>
                <a:tab pos="914400" algn="l"/>
              </a:tabLst>
            </a:pPr>
            <a:r>
              <a:rPr lang="en-US" sz="2800" b="0" dirty="0"/>
              <a:t>2.4 m (Hubble mirror size)</a:t>
            </a:r>
          </a:p>
          <a:p>
            <a:pPr marL="342900" indent="-342900">
              <a:spcBef>
                <a:spcPct val="20000"/>
              </a:spcBef>
              <a:tabLst>
                <a:tab pos="914400" algn="l"/>
              </a:tabLst>
            </a:pPr>
            <a:r>
              <a:rPr lang="en-US" sz="2800" b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522106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1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1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1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1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50" grpId="0" build="p"/>
    </p:bldLst>
  </p:timing>
</p:sld>
</file>

<file path=ppt/theme/theme1.xml><?xml version="1.0" encoding="utf-8"?>
<a:theme xmlns:a="http://schemas.openxmlformats.org/drawingml/2006/main" name="Black">
  <a:themeElements>
    <a:clrScheme name="Blac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>
            <a:alpha val="89999"/>
          </a:srgb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>
            <a:alpha val="89999"/>
          </a:srgbClr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c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c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c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6B7B69-545A-425A-B6F6-C1F84CA67F1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A560FD2-BDD3-4270-B0C0-4A3D7B80625D}"/>
</file>

<file path=customXml/itemProps3.xml><?xml version="1.0" encoding="utf-8"?>
<ds:datastoreItem xmlns:ds="http://schemas.openxmlformats.org/officeDocument/2006/customXml" ds:itemID="{EDBD7A06-36D3-4377-9D5F-78C644EC97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9022</TotalTime>
  <Words>197</Words>
  <Application>Microsoft Office PowerPoint</Application>
  <PresentationFormat>On-screen Show (4:3)</PresentationFormat>
  <Paragraphs>55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-apple-system</vt:lpstr>
      <vt:lpstr>Arial</vt:lpstr>
      <vt:lpstr>Cambria Math</vt:lpstr>
      <vt:lpstr>Black</vt:lpstr>
      <vt:lpstr>PowerPoint Presentation</vt:lpstr>
      <vt:lpstr>Remote Sensing</vt:lpstr>
      <vt:lpstr>Remote Sensing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Patriot Games Fact or Fiction?</vt:lpstr>
    </vt:vector>
  </TitlesOfParts>
  <Company>usafa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david.french</dc:creator>
  <cp:lastModifiedBy>Wyatt Harris</cp:lastModifiedBy>
  <cp:revision>274</cp:revision>
  <dcterms:created xsi:type="dcterms:W3CDTF">2005-08-29T21:27:48Z</dcterms:created>
  <dcterms:modified xsi:type="dcterms:W3CDTF">2025-09-14T03:39:03Z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