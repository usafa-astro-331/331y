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511" r:id="rId5"/>
    <p:sldId id="268" r:id="rId6"/>
    <p:sldId id="273" r:id="rId7"/>
    <p:sldId id="347" r:id="rId8"/>
    <p:sldId id="295" r:id="rId9"/>
    <p:sldId id="372" r:id="rId10"/>
    <p:sldId id="348" r:id="rId11"/>
    <p:sldId id="370" r:id="rId12"/>
    <p:sldId id="349" r:id="rId13"/>
    <p:sldId id="371" r:id="rId14"/>
    <p:sldId id="350" r:id="rId15"/>
    <p:sldId id="351" r:id="rId16"/>
    <p:sldId id="352" r:id="rId17"/>
    <p:sldId id="353" r:id="rId18"/>
    <p:sldId id="366" r:id="rId19"/>
    <p:sldId id="354" r:id="rId20"/>
    <p:sldId id="355" r:id="rId21"/>
    <p:sldId id="356" r:id="rId22"/>
    <p:sldId id="357" r:id="rId23"/>
    <p:sldId id="358" r:id="rId24"/>
    <p:sldId id="359" r:id="rId25"/>
    <p:sldId id="367" r:id="rId26"/>
    <p:sldId id="368" r:id="rId27"/>
    <p:sldId id="369" r:id="rId28"/>
    <p:sldId id="360" r:id="rId29"/>
    <p:sldId id="361" r:id="rId3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10D4A-E807-494F-B1C3-518A720E9A88}" v="1" dt="2025-02-24T15:48:27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20" autoAdjust="0"/>
  </p:normalViewPr>
  <p:slideViewPr>
    <p:cSldViewPr showGuides="1">
      <p:cViewPr varScale="1">
        <p:scale>
          <a:sx n="93" d="100"/>
          <a:sy n="93" d="100"/>
        </p:scale>
        <p:origin x="212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CB010D4A-E807-494F-B1C3-518A720E9A88}"/>
    <pc:docChg chg="addSld modSld">
      <pc:chgData name="Miller, Jonathan M Lt Col USSF USAFA DF/DFAS" userId="d003cf6e-ed25-45fa-8706-5841241c5d7b" providerId="ADAL" clId="{CB010D4A-E807-494F-B1C3-518A720E9A88}" dt="2025-02-24T15:48:27.635" v="28"/>
      <pc:docMkLst>
        <pc:docMk/>
      </pc:docMkLst>
      <pc:sldChg chg="modSp mod">
        <pc:chgData name="Miller, Jonathan M Lt Col USSF USAFA DF/DFAS" userId="d003cf6e-ed25-45fa-8706-5841241c5d7b" providerId="ADAL" clId="{CB010D4A-E807-494F-B1C3-518A720E9A88}" dt="2025-02-24T05:07:27.228" v="1" actId="20577"/>
        <pc:sldMkLst>
          <pc:docMk/>
          <pc:sldMk cId="3805839075" sldId="356"/>
        </pc:sldMkLst>
        <pc:spChg chg="mod">
          <ac:chgData name="Miller, Jonathan M Lt Col USSF USAFA DF/DFAS" userId="d003cf6e-ed25-45fa-8706-5841241c5d7b" providerId="ADAL" clId="{CB010D4A-E807-494F-B1C3-518A720E9A88}" dt="2025-02-24T05:07:27.228" v="1" actId="20577"/>
          <ac:spMkLst>
            <pc:docMk/>
            <pc:sldMk cId="3805839075" sldId="356"/>
            <ac:spMk id="7" creationId="{DFCB2ABE-34DA-E4AB-0649-6CCED6AE8233}"/>
          </ac:spMkLst>
        </pc:spChg>
      </pc:sldChg>
      <pc:sldChg chg="modSp new mod">
        <pc:chgData name="Miller, Jonathan M Lt Col USSF USAFA DF/DFAS" userId="d003cf6e-ed25-45fa-8706-5841241c5d7b" providerId="ADAL" clId="{CB010D4A-E807-494F-B1C3-518A720E9A88}" dt="2025-02-24T05:10:38.144" v="27" actId="20577"/>
        <pc:sldMkLst>
          <pc:docMk/>
          <pc:sldMk cId="3276966672" sldId="372"/>
        </pc:sldMkLst>
        <pc:spChg chg="mod">
          <ac:chgData name="Miller, Jonathan M Lt Col USSF USAFA DF/DFAS" userId="d003cf6e-ed25-45fa-8706-5841241c5d7b" providerId="ADAL" clId="{CB010D4A-E807-494F-B1C3-518A720E9A88}" dt="2025-02-24T05:10:38.144" v="27" actId="20577"/>
          <ac:spMkLst>
            <pc:docMk/>
            <pc:sldMk cId="3276966672" sldId="372"/>
            <ac:spMk id="2" creationId="{F334E91C-4053-F08A-B8DF-BDE53AA23748}"/>
          </ac:spMkLst>
        </pc:spChg>
      </pc:sldChg>
      <pc:sldChg chg="add modTransition">
        <pc:chgData name="Miller, Jonathan M Lt Col USSF USAFA DF/DFAS" userId="d003cf6e-ed25-45fa-8706-5841241c5d7b" providerId="ADAL" clId="{CB010D4A-E807-494F-B1C3-518A720E9A88}" dt="2025-02-24T15:48:27.635" v="28"/>
        <pc:sldMkLst>
          <pc:docMk/>
          <pc:sldMk cId="2788130634" sldId="511"/>
        </pc:sldMkLst>
      </pc:sldChg>
    </pc:docChg>
  </pc:docChgLst>
  <pc:docChgLst>
    <pc:chgData name="Miller, Jonathan M Lt Col USSF USAFA DF/DFAS" userId="d003cf6e-ed25-45fa-8706-5841241c5d7b" providerId="ADAL" clId="{BF85FDFD-2362-4F4C-B5F9-2376F0D0FA60}"/>
    <pc:docChg chg="undo custSel addSld delSld modSld sldOrd">
      <pc:chgData name="Miller, Jonathan M Lt Col USSF USAFA DF/DFAS" userId="d003cf6e-ed25-45fa-8706-5841241c5d7b" providerId="ADAL" clId="{BF85FDFD-2362-4F4C-B5F9-2376F0D0FA60}" dt="2024-09-25T15:30:06.734" v="1414" actId="20577"/>
      <pc:docMkLst>
        <pc:docMk/>
      </pc:docMkLst>
      <pc:sldChg chg="modSp mod">
        <pc:chgData name="Miller, Jonathan M Lt Col USSF USAFA DF/DFAS" userId="d003cf6e-ed25-45fa-8706-5841241c5d7b" providerId="ADAL" clId="{BF85FDFD-2362-4F4C-B5F9-2376F0D0FA60}" dt="2024-09-25T15:19:14.466" v="1176" actId="20577"/>
        <pc:sldMkLst>
          <pc:docMk/>
          <pc:sldMk cId="704343831" sldId="268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256594387" sldId="269"/>
        </pc:sldMkLst>
      </pc:sldChg>
      <pc:sldChg chg="del">
        <pc:chgData name="Miller, Jonathan M Lt Col USSF USAFA DF/DFAS" userId="d003cf6e-ed25-45fa-8706-5841241c5d7b" providerId="ADAL" clId="{BF85FDFD-2362-4F4C-B5F9-2376F0D0FA60}" dt="2024-09-25T04:17:04.656" v="1" actId="47"/>
        <pc:sldMkLst>
          <pc:docMk/>
          <pc:sldMk cId="3450440915" sldId="275"/>
        </pc:sldMkLst>
      </pc:sldChg>
      <pc:sldChg chg="del">
        <pc:chgData name="Miller, Jonathan M Lt Col USSF USAFA DF/DFAS" userId="d003cf6e-ed25-45fa-8706-5841241c5d7b" providerId="ADAL" clId="{BF85FDFD-2362-4F4C-B5F9-2376F0D0FA60}" dt="2024-09-25T04:17:03.203" v="0" actId="47"/>
        <pc:sldMkLst>
          <pc:docMk/>
          <pc:sldMk cId="33682842" sldId="276"/>
        </pc:sldMkLst>
      </pc:sldChg>
      <pc:sldChg chg="del">
        <pc:chgData name="Miller, Jonathan M Lt Col USSF USAFA DF/DFAS" userId="d003cf6e-ed25-45fa-8706-5841241c5d7b" providerId="ADAL" clId="{BF85FDFD-2362-4F4C-B5F9-2376F0D0FA60}" dt="2024-09-25T04:17:05.695" v="2" actId="47"/>
        <pc:sldMkLst>
          <pc:docMk/>
          <pc:sldMk cId="1116924500" sldId="277"/>
        </pc:sldMkLst>
      </pc:sldChg>
      <pc:sldChg chg="del">
        <pc:chgData name="Miller, Jonathan M Lt Col USSF USAFA DF/DFAS" userId="d003cf6e-ed25-45fa-8706-5841241c5d7b" providerId="ADAL" clId="{BF85FDFD-2362-4F4C-B5F9-2376F0D0FA60}" dt="2024-09-25T04:17:06.420" v="3" actId="47"/>
        <pc:sldMkLst>
          <pc:docMk/>
          <pc:sldMk cId="3643590101" sldId="278"/>
        </pc:sldMkLst>
      </pc:sldChg>
      <pc:sldChg chg="del">
        <pc:chgData name="Miller, Jonathan M Lt Col USSF USAFA DF/DFAS" userId="d003cf6e-ed25-45fa-8706-5841241c5d7b" providerId="ADAL" clId="{BF85FDFD-2362-4F4C-B5F9-2376F0D0FA60}" dt="2024-09-25T04:17:07.492" v="4" actId="47"/>
        <pc:sldMkLst>
          <pc:docMk/>
          <pc:sldMk cId="3133101267" sldId="279"/>
        </pc:sldMkLst>
      </pc:sldChg>
      <pc:sldChg chg="del">
        <pc:chgData name="Miller, Jonathan M Lt Col USSF USAFA DF/DFAS" userId="d003cf6e-ed25-45fa-8706-5841241c5d7b" providerId="ADAL" clId="{BF85FDFD-2362-4F4C-B5F9-2376F0D0FA60}" dt="2024-09-25T04:17:08.234" v="5" actId="47"/>
        <pc:sldMkLst>
          <pc:docMk/>
          <pc:sldMk cId="1763077874" sldId="280"/>
        </pc:sldMkLst>
      </pc:sldChg>
      <pc:sldChg chg="del">
        <pc:chgData name="Miller, Jonathan M Lt Col USSF USAFA DF/DFAS" userId="d003cf6e-ed25-45fa-8706-5841241c5d7b" providerId="ADAL" clId="{BF85FDFD-2362-4F4C-B5F9-2376F0D0FA60}" dt="2024-09-25T04:17:09.031" v="6" actId="47"/>
        <pc:sldMkLst>
          <pc:docMk/>
          <pc:sldMk cId="2710199440" sldId="281"/>
        </pc:sldMkLst>
      </pc:sldChg>
      <pc:sldChg chg="del ord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935167482" sldId="282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820305248" sldId="283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686256605" sldId="284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696828523" sldId="285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805682394" sldId="286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309467561" sldId="287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3590158425" sldId="288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677860340" sldId="289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471605754" sldId="290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13837519" sldId="291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550845773" sldId="292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860038848" sldId="299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480740139" sldId="300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568383841" sldId="301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922991886" sldId="302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732589617" sldId="303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2940979865" sldId="313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959731110" sldId="341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888523632" sldId="342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224221434" sldId="343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1507651184" sldId="344"/>
        </pc:sldMkLst>
      </pc:sldChg>
      <pc:sldChg chg="del">
        <pc:chgData name="Miller, Jonathan M Lt Col USSF USAFA DF/DFAS" userId="d003cf6e-ed25-45fa-8706-5841241c5d7b" providerId="ADAL" clId="{BF85FDFD-2362-4F4C-B5F9-2376F0D0FA60}" dt="2024-09-25T04:17:09.846" v="7" actId="47"/>
        <pc:sldMkLst>
          <pc:docMk/>
          <pc:sldMk cId="1867638180" sldId="345"/>
        </pc:sldMkLst>
      </pc:sldChg>
      <pc:sldChg chg="del">
        <pc:chgData name="Miller, Jonathan M Lt Col USSF USAFA DF/DFAS" userId="d003cf6e-ed25-45fa-8706-5841241c5d7b" providerId="ADAL" clId="{BF85FDFD-2362-4F4C-B5F9-2376F0D0FA60}" dt="2024-09-25T05:45:15.264" v="1097" actId="47"/>
        <pc:sldMkLst>
          <pc:docMk/>
          <pc:sldMk cId="577283386" sldId="346"/>
        </pc:sldMkLst>
      </pc:sldChg>
      <pc:sldChg chg="addSp delSp modSp add mod ord delAnim">
        <pc:chgData name="Miller, Jonathan M Lt Col USSF USAFA DF/DFAS" userId="d003cf6e-ed25-45fa-8706-5841241c5d7b" providerId="ADAL" clId="{BF85FDFD-2362-4F4C-B5F9-2376F0D0FA60}" dt="2024-09-25T14:58:26.515" v="1099"/>
        <pc:sldMkLst>
          <pc:docMk/>
          <pc:sldMk cId="2770852547" sldId="347"/>
        </pc:sldMkLst>
      </pc:sldChg>
      <pc:sldChg chg="delSp modSp add mod">
        <pc:chgData name="Miller, Jonathan M Lt Col USSF USAFA DF/DFAS" userId="d003cf6e-ed25-45fa-8706-5841241c5d7b" providerId="ADAL" clId="{BF85FDFD-2362-4F4C-B5F9-2376F0D0FA60}" dt="2024-09-25T14:59:44.807" v="1131" actId="15"/>
        <pc:sldMkLst>
          <pc:docMk/>
          <pc:sldMk cId="1870022667" sldId="348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4:33:52.384" v="359" actId="20577"/>
        <pc:sldMkLst>
          <pc:docMk/>
          <pc:sldMk cId="1143982221" sldId="349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4:37:58.774" v="416" actId="1076"/>
        <pc:sldMkLst>
          <pc:docMk/>
          <pc:sldMk cId="3695648467" sldId="350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4:50:04.965" v="458" actId="166"/>
        <pc:sldMkLst>
          <pc:docMk/>
          <pc:sldMk cId="2149029171" sldId="351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4:51:42.547" v="488" actId="1076"/>
        <pc:sldMkLst>
          <pc:docMk/>
          <pc:sldMk cId="363428113" sldId="352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4:54:09.717" v="518" actId="1076"/>
        <pc:sldMkLst>
          <pc:docMk/>
          <pc:sldMk cId="4024216268" sldId="353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5:06:43.615" v="542" actId="1076"/>
        <pc:sldMkLst>
          <pc:docMk/>
          <pc:sldMk cId="2954733637" sldId="354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5:07:51.698" v="557" actId="1076"/>
        <pc:sldMkLst>
          <pc:docMk/>
          <pc:sldMk cId="148213570" sldId="355"/>
        </pc:sldMkLst>
      </pc:sldChg>
      <pc:sldChg chg="addSp modSp new mod modNotesTx">
        <pc:chgData name="Miller, Jonathan M Lt Col USSF USAFA DF/DFAS" userId="d003cf6e-ed25-45fa-8706-5841241c5d7b" providerId="ADAL" clId="{BF85FDFD-2362-4F4C-B5F9-2376F0D0FA60}" dt="2024-09-25T05:15:43.151" v="622" actId="20577"/>
        <pc:sldMkLst>
          <pc:docMk/>
          <pc:sldMk cId="3805839075" sldId="356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5:19:26.847" v="652" actId="1076"/>
        <pc:sldMkLst>
          <pc:docMk/>
          <pc:sldMk cId="2217792996" sldId="357"/>
        </pc:sldMkLst>
      </pc:sldChg>
      <pc:sldChg chg="addSp delSp modSp add mod">
        <pc:chgData name="Miller, Jonathan M Lt Col USSF USAFA DF/DFAS" userId="d003cf6e-ed25-45fa-8706-5841241c5d7b" providerId="ADAL" clId="{BF85FDFD-2362-4F4C-B5F9-2376F0D0FA60}" dt="2024-09-25T05:25:01.870" v="663" actId="478"/>
        <pc:sldMkLst>
          <pc:docMk/>
          <pc:sldMk cId="2477948427" sldId="358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15:28:42.502" v="1376" actId="122"/>
        <pc:sldMkLst>
          <pc:docMk/>
          <pc:sldMk cId="2718314774" sldId="359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5:33:28.828" v="1068" actId="1076"/>
        <pc:sldMkLst>
          <pc:docMk/>
          <pc:sldMk cId="1448287372" sldId="360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05:35:28.072" v="1092" actId="12"/>
        <pc:sldMkLst>
          <pc:docMk/>
          <pc:sldMk cId="1737197598" sldId="361"/>
        </pc:sldMkLst>
      </pc:sldChg>
      <pc:sldChg chg="del">
        <pc:chgData name="Miller, Jonathan M Lt Col USSF USAFA DF/DFAS" userId="d003cf6e-ed25-45fa-8706-5841241c5d7b" providerId="ADAL" clId="{BF85FDFD-2362-4F4C-B5F9-2376F0D0FA60}" dt="2024-09-25T05:44:40.222" v="1096" actId="47"/>
        <pc:sldMkLst>
          <pc:docMk/>
          <pc:sldMk cId="2057940584" sldId="362"/>
        </pc:sldMkLst>
      </pc:sldChg>
      <pc:sldChg chg="del">
        <pc:chgData name="Miller, Jonathan M Lt Col USSF USAFA DF/DFAS" userId="d003cf6e-ed25-45fa-8706-5841241c5d7b" providerId="ADAL" clId="{BF85FDFD-2362-4F4C-B5F9-2376F0D0FA60}" dt="2024-09-25T05:44:40.222" v="1096" actId="47"/>
        <pc:sldMkLst>
          <pc:docMk/>
          <pc:sldMk cId="3186423800" sldId="363"/>
        </pc:sldMkLst>
      </pc:sldChg>
      <pc:sldChg chg="del">
        <pc:chgData name="Miller, Jonathan M Lt Col USSF USAFA DF/DFAS" userId="d003cf6e-ed25-45fa-8706-5841241c5d7b" providerId="ADAL" clId="{BF85FDFD-2362-4F4C-B5F9-2376F0D0FA60}" dt="2024-09-25T05:44:40.222" v="1096" actId="47"/>
        <pc:sldMkLst>
          <pc:docMk/>
          <pc:sldMk cId="3000849546" sldId="364"/>
        </pc:sldMkLst>
      </pc:sldChg>
      <pc:sldChg chg="new del">
        <pc:chgData name="Miller, Jonathan M Lt Col USSF USAFA DF/DFAS" userId="d003cf6e-ed25-45fa-8706-5841241c5d7b" providerId="ADAL" clId="{BF85FDFD-2362-4F4C-B5F9-2376F0D0FA60}" dt="2024-09-25T05:41:42.150" v="1094" actId="47"/>
        <pc:sldMkLst>
          <pc:docMk/>
          <pc:sldMk cId="2823120967" sldId="365"/>
        </pc:sldMkLst>
      </pc:sldChg>
      <pc:sldChg chg="add">
        <pc:chgData name="Miller, Jonathan M Lt Col USSF USAFA DF/DFAS" userId="d003cf6e-ed25-45fa-8706-5841241c5d7b" providerId="ADAL" clId="{BF85FDFD-2362-4F4C-B5F9-2376F0D0FA60}" dt="2024-09-25T05:44:29.535" v="1095"/>
        <pc:sldMkLst>
          <pc:docMk/>
          <pc:sldMk cId="2052595190" sldId="367"/>
        </pc:sldMkLst>
      </pc:sldChg>
      <pc:sldChg chg="add">
        <pc:chgData name="Miller, Jonathan M Lt Col USSF USAFA DF/DFAS" userId="d003cf6e-ed25-45fa-8706-5841241c5d7b" providerId="ADAL" clId="{BF85FDFD-2362-4F4C-B5F9-2376F0D0FA60}" dt="2024-09-25T05:44:29.535" v="1095"/>
        <pc:sldMkLst>
          <pc:docMk/>
          <pc:sldMk cId="1464806186" sldId="368"/>
        </pc:sldMkLst>
      </pc:sldChg>
      <pc:sldChg chg="add">
        <pc:chgData name="Miller, Jonathan M Lt Col USSF USAFA DF/DFAS" userId="d003cf6e-ed25-45fa-8706-5841241c5d7b" providerId="ADAL" clId="{BF85FDFD-2362-4F4C-B5F9-2376F0D0FA60}" dt="2024-09-25T05:44:29.535" v="1095"/>
        <pc:sldMkLst>
          <pc:docMk/>
          <pc:sldMk cId="1624621862" sldId="369"/>
        </pc:sldMkLst>
      </pc:sldChg>
      <pc:sldChg chg="addSp delSp modSp new mod delAnim modAnim">
        <pc:chgData name="Miller, Jonathan M Lt Col USSF USAFA DF/DFAS" userId="d003cf6e-ed25-45fa-8706-5841241c5d7b" providerId="ADAL" clId="{BF85FDFD-2362-4F4C-B5F9-2376F0D0FA60}" dt="2024-09-25T15:11:18.387" v="1170" actId="1076"/>
        <pc:sldMkLst>
          <pc:docMk/>
          <pc:sldMk cId="3940986556" sldId="370"/>
        </pc:sldMkLst>
      </pc:sldChg>
      <pc:sldChg chg="addSp modSp new mod">
        <pc:chgData name="Miller, Jonathan M Lt Col USSF USAFA DF/DFAS" userId="d003cf6e-ed25-45fa-8706-5841241c5d7b" providerId="ADAL" clId="{BF85FDFD-2362-4F4C-B5F9-2376F0D0FA60}" dt="2024-09-25T15:30:06.734" v="1414" actId="20577"/>
        <pc:sldMkLst>
          <pc:docMk/>
          <pc:sldMk cId="3353928497" sldId="3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5016E-FFDC-49D4-8AD9-61EAEBC6162A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76BF7-B2C1-4233-A51F-44ABDBD42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3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76BF7-B2C1-4233-A51F-44ABDBD42E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8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Kepler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E76BF7-B2C1-4233-A51F-44ABDBD42E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972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3-axis, 3 wheels, 4</a:t>
            </a:r>
            <a:r>
              <a:rPr lang="en-US" baseline="30000" dirty="0"/>
              <a:t>th</a:t>
            </a:r>
            <a:r>
              <a:rPr lang="en-US" dirty="0"/>
              <a:t> for redundancy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76BF7-B2C1-4233-A51F-44ABDBD42E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8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8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4219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4220" name="Rectangle 12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4222" name="Rectangle 1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DC413BF-A816-462F-BB1B-6B36DB56C2B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05190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8990F9-BDB4-47B0-84A4-97AE502224FE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138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1B921-B7D4-4DC7-B6A1-26A7CFD1733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22210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68AB1-1993-49E5-A020-9C39C20B72FB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1528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3172F-B87D-414F-8D0B-56801474ACC9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5770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27BF6-FF0E-4106-B161-588EEFA678A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62174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76515-202F-4CF9-AC37-39A55B50C25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362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70FFE-9C2B-476B-B415-3BDB9C63BF96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08636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D7333-A247-4EB9-971A-E8B220272040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2888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59B6E-EDB4-4A4F-BAD2-CDB676C9E6E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11313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BC50B-9F0C-4229-BBF6-38B5DCD66237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8299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F51DC22-A35A-4BC3-8F0D-972B9C89970D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80926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3195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3196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3197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319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DAC583-0B52-4985-9F7D-8D99350F0232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3679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9790-DB4F-C42C-294A-339055F28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AF47F-E22A-B3D9-2618-901063A89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atellite in space above earth&#10;&#10;AI-generated content may be incorrect.">
            <a:extLst>
              <a:ext uri="{FF2B5EF4-FFF2-40B4-BE49-F238E27FC236}">
                <a16:creationId xmlns:a16="http://schemas.microsoft.com/office/drawing/2014/main" id="{DBD7A86D-6103-7783-E237-CBFF8F2A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088" y="0"/>
            <a:ext cx="4759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306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609600" y="304800"/>
            <a:ext cx="7772400" cy="1555750"/>
          </a:xfrm>
        </p:spPr>
        <p:txBody>
          <a:bodyPr/>
          <a:lstStyle/>
          <a:p>
            <a:r>
              <a:rPr lang="en-US" dirty="0"/>
              <a:t>Attitude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39514"/>
            <a:ext cx="7471094" cy="486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4383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2400"/>
            <a:ext cx="65532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4341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A1E8C-CC2C-971A-5CA7-C372395E030F}"/>
              </a:ext>
            </a:extLst>
          </p:cNvPr>
          <p:cNvSpPr txBox="1"/>
          <p:nvPr/>
        </p:nvSpPr>
        <p:spPr>
          <a:xfrm>
            <a:off x="25400" y="1828800"/>
            <a:ext cx="926407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Requirements which depend on the mission: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point radiators to space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point solar array to sun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point sensor to target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point antenna to ground station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minimum drag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C6B94-C5AB-F998-24D6-61AEE14E84D3}"/>
              </a:ext>
            </a:extLst>
          </p:cNvPr>
          <p:cNvSpPr txBox="1"/>
          <p:nvPr/>
        </p:nvSpPr>
        <p:spPr>
          <a:xfrm>
            <a:off x="1914237" y="5995412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highlight>
                  <a:srgbClr val="C0C0C0"/>
                </a:highlight>
              </a:rPr>
              <a:t>Steerable vs. non-steerable</a:t>
            </a:r>
          </a:p>
        </p:txBody>
      </p:sp>
    </p:spTree>
    <p:extLst>
      <p:ext uri="{BB962C8B-B14F-4D97-AF65-F5344CB8AC3E}">
        <p14:creationId xmlns:p14="http://schemas.microsoft.com/office/powerpoint/2010/main" val="27708525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 bwMode="auto">
          <a:xfrm>
            <a:off x="838200" y="533400"/>
            <a:ext cx="1994384" cy="1744161"/>
          </a:xfrm>
          <a:prstGeom prst="rect">
            <a:avLst/>
          </a:prstGeom>
          <a:solidFill>
            <a:schemeClr val="bg1">
              <a:alpha val="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" t="22887" r="4335" b="4029"/>
          <a:stretch/>
        </p:blipFill>
        <p:spPr>
          <a:xfrm>
            <a:off x="533400" y="1143000"/>
            <a:ext cx="8231134" cy="554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879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E91C-4053-F08A-B8DF-BDE53AA2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Loops</a:t>
            </a:r>
          </a:p>
        </p:txBody>
      </p:sp>
    </p:spTree>
    <p:extLst>
      <p:ext uri="{BB962C8B-B14F-4D97-AF65-F5344CB8AC3E}">
        <p14:creationId xmlns:p14="http://schemas.microsoft.com/office/powerpoint/2010/main" val="32769666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A1E8C-CC2C-971A-5CA7-C372395E030F}"/>
              </a:ext>
            </a:extLst>
          </p:cNvPr>
          <p:cNvSpPr txBox="1"/>
          <p:nvPr/>
        </p:nvSpPr>
        <p:spPr>
          <a:xfrm>
            <a:off x="25401" y="1219200"/>
            <a:ext cx="8966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Combat external forces - Disturbance Torques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Reaction wheels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  <a:latin typeface="-apple-system"/>
              </a:rPr>
              <a:t>Torque – rotational linear force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Momentum – force that keeps an object moving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Torque Rods – Electromagnetics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Thrusters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Exotics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-apple-system"/>
              </a:rPr>
              <a:t>Gravity gradient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-apple-system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70022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CB6F-34AE-7965-E2C4-2291FCDE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4" descr="http://www.amsat.org/amsat/features/echo_dayton04/echoimages/torquer.jpg">
            <a:extLst>
              <a:ext uri="{FF2B5EF4-FFF2-40B4-BE49-F238E27FC236}">
                <a16:creationId xmlns:a16="http://schemas.microsoft.com/office/drawing/2014/main" id="{F2E667CD-4623-40B0-8F60-29D75EDED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13596"/>
            <a:ext cx="2543175" cy="191241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kepler.nasa.gov/images/mws/07-3805d-KeplerReactionWheel.jpg">
            <a:extLst>
              <a:ext uri="{FF2B5EF4-FFF2-40B4-BE49-F238E27FC236}">
                <a16:creationId xmlns:a16="http://schemas.microsoft.com/office/drawing/2014/main" id="{66BFB59F-C221-A3ED-6214-073E3F84C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009" y="4822871"/>
            <a:ext cx="2155825" cy="169386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PT - Gravity Gradient Boom PowerPoint Presentation, free download - ID:1263075">
            <a:extLst>
              <a:ext uri="{FF2B5EF4-FFF2-40B4-BE49-F238E27FC236}">
                <a16:creationId xmlns:a16="http://schemas.microsoft.com/office/drawing/2014/main" id="{E18D0318-ED9C-8760-7131-A8F5D6DB7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4" t="16940" r="6557" b="7969"/>
          <a:stretch/>
        </p:blipFill>
        <p:spPr bwMode="auto">
          <a:xfrm>
            <a:off x="4968411" y="1935142"/>
            <a:ext cx="3733800" cy="261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-37B's First Two Missions Earn Success and Speculation | Defense Media Network">
            <a:extLst>
              <a:ext uri="{FF2B5EF4-FFF2-40B4-BE49-F238E27FC236}">
                <a16:creationId xmlns:a16="http://schemas.microsoft.com/office/drawing/2014/main" id="{CA7BB7F9-7AC2-EE2F-3809-CB79B454A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6495"/>
            <a:ext cx="359150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-37B Space Plane Breaks Orbital Record - YouTube">
            <a:extLst>
              <a:ext uri="{FF2B5EF4-FFF2-40B4-BE49-F238E27FC236}">
                <a16:creationId xmlns:a16="http://schemas.microsoft.com/office/drawing/2014/main" id="{1EBDF142-16A9-D2CF-B7CD-07CA87BAE1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9" t="36440" r="35833" b="20371"/>
          <a:stretch/>
        </p:blipFill>
        <p:spPr bwMode="auto">
          <a:xfrm>
            <a:off x="1017311" y="2111013"/>
            <a:ext cx="3591505" cy="222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98655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EAE0-3A05-E4A0-F8FD-46E879FE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Coordinates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78AEEC-8D19-775F-01A2-372AC8AA4D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87"/>
          <a:stretch/>
        </p:blipFill>
        <p:spPr bwMode="auto">
          <a:xfrm>
            <a:off x="333375" y="2364582"/>
            <a:ext cx="8477250" cy="381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98222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78B-B910-0EB9-F818-BFEE50E10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&amp; Disturbance Torques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99CA-0E93-9527-7383-F6B553FB2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924800" cy="406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2849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7CE-1D8D-CDD0-857A-03ADBF5E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Torque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02F32-187C-2A45-EF61-538BCBC7BB31}"/>
              </a:ext>
            </a:extLst>
          </p:cNvPr>
          <p:cNvSpPr txBox="1"/>
          <p:nvPr/>
        </p:nvSpPr>
        <p:spPr>
          <a:xfrm>
            <a:off x="431800" y="1023055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For a 3-axis stabilized spacecraft, attitude authority (torque) must be greater than disturbance torques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43F08D-8F0E-14F4-7D5F-2558BF527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828800"/>
            <a:ext cx="5372100" cy="492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484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7ABF-5FBA-E9CE-2079-1C8BDB24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white sheet with black text and numbers&#10;&#10;Description automatically generated">
            <a:extLst>
              <a:ext uri="{FF2B5EF4-FFF2-40B4-BE49-F238E27FC236}">
                <a16:creationId xmlns:a16="http://schemas.microsoft.com/office/drawing/2014/main" id="{E3E5AB8C-AE89-E410-6288-615160A73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83" y="481806"/>
            <a:ext cx="8646234" cy="58943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B8D66C-FFD6-68AB-7441-EC066424A69E}"/>
              </a:ext>
            </a:extLst>
          </p:cNvPr>
          <p:cNvSpPr/>
          <p:nvPr/>
        </p:nvSpPr>
        <p:spPr bwMode="auto">
          <a:xfrm>
            <a:off x="6096000" y="1066800"/>
            <a:ext cx="2590800" cy="4572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B3EF5-F1C5-13D6-FD8A-ED8B51BD7FC4}"/>
                  </a:ext>
                </a:extLst>
              </p:cNvPr>
              <p:cNvSpPr txBox="1"/>
              <p:nvPr/>
            </p:nvSpPr>
            <p:spPr>
              <a:xfrm>
                <a:off x="6248400" y="984734"/>
                <a:ext cx="1981200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B3EF5-F1C5-13D6-FD8A-ED8B51BD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984734"/>
                <a:ext cx="1981200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0291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0A28-7D72-8C69-DD4E-AC603948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Countering Disturbances</a:t>
            </a:r>
          </a:p>
        </p:txBody>
      </p:sp>
      <p:pic>
        <p:nvPicPr>
          <p:cNvPr id="4" name="Picture 3" descr="A group of black letters&#10;&#10;Description automatically generated">
            <a:extLst>
              <a:ext uri="{FF2B5EF4-FFF2-40B4-BE49-F238E27FC236}">
                <a16:creationId xmlns:a16="http://schemas.microsoft.com/office/drawing/2014/main" id="{CD10BA8D-93F5-3F48-40CF-5002CF11A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57" y="1600200"/>
            <a:ext cx="7745686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811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2A83-09CD-ADEA-02F5-A871351B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Reaction Wheels</a:t>
            </a:r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20C6E8F-0B84-1128-B26F-865CF3FA4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85" y="1392238"/>
            <a:ext cx="8156415" cy="3352800"/>
          </a:xfrm>
          <a:prstGeom prst="rect">
            <a:avLst/>
          </a:prstGeom>
        </p:spPr>
      </p:pic>
      <p:pic>
        <p:nvPicPr>
          <p:cNvPr id="6" name="Picture 5" descr="A close up of a text&#10;&#10;Description automatically generated">
            <a:extLst>
              <a:ext uri="{FF2B5EF4-FFF2-40B4-BE49-F238E27FC236}">
                <a16:creationId xmlns:a16="http://schemas.microsoft.com/office/drawing/2014/main" id="{32EBB66A-579F-6BBD-E05D-9A8CCC554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90" y="5446692"/>
            <a:ext cx="5239019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1626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Reaction Wheels</a:t>
            </a:r>
          </a:p>
        </p:txBody>
      </p:sp>
      <p:pic>
        <p:nvPicPr>
          <p:cNvPr id="7" name="Picture 2" descr="http://stupiddope.com/wp-content/uploads/2014/01/cubli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514600"/>
            <a:ext cx="4762500" cy="2828925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6730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A4C3-EB63-77B3-F643-F28F3268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Slew</a:t>
            </a:r>
          </a:p>
        </p:txBody>
      </p:sp>
      <p:pic>
        <p:nvPicPr>
          <p:cNvPr id="4" name="Picture 3" descr="A black triangle with black text&#10;&#10;Description automatically generated">
            <a:extLst>
              <a:ext uri="{FF2B5EF4-FFF2-40B4-BE49-F238E27FC236}">
                <a16:creationId xmlns:a16="http://schemas.microsoft.com/office/drawing/2014/main" id="{FC4D6676-A766-2BDA-BFDA-005D01E6C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6" y="1295400"/>
            <a:ext cx="7925207" cy="3429176"/>
          </a:xfrm>
          <a:prstGeom prst="rect">
            <a:avLst/>
          </a:prstGeom>
        </p:spPr>
      </p:pic>
      <p:pic>
        <p:nvPicPr>
          <p:cNvPr id="6" name="Picture 5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EB7E6003-4ABB-7DE5-52FF-5EE8CC8C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167458"/>
            <a:ext cx="1949550" cy="1149409"/>
          </a:xfrm>
          <a:prstGeom prst="rect">
            <a:avLst/>
          </a:prstGeom>
        </p:spPr>
      </p:pic>
      <p:pic>
        <p:nvPicPr>
          <p:cNvPr id="8" name="Picture 7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988F9952-712F-4F8C-B7DD-B1B1CF916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428" y="5348442"/>
            <a:ext cx="1797142" cy="787440"/>
          </a:xfrm>
          <a:prstGeom prst="rect">
            <a:avLst/>
          </a:prstGeom>
        </p:spPr>
      </p:pic>
      <p:pic>
        <p:nvPicPr>
          <p:cNvPr id="10" name="Picture 9" descr="A black and white math equation&#10;&#10;Description automatically generated with medium confidence">
            <a:extLst>
              <a:ext uri="{FF2B5EF4-FFF2-40B4-BE49-F238E27FC236}">
                <a16:creationId xmlns:a16="http://schemas.microsoft.com/office/drawing/2014/main" id="{E4F1A5C9-7573-4B66-DD8D-F5AA8DF8D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504025"/>
            <a:ext cx="1333569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3363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1D12-3719-7271-6430-13DD94BA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881EE75-4CF1-FE7A-A0A6-9B88C61FE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76400"/>
            <a:ext cx="7531487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357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C1BF-EEBD-4E8F-94BE-4DCCD9EB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CF356F0-6E74-B36E-B228-890749F18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412876"/>
            <a:ext cx="7112366" cy="1187511"/>
          </a:xfrm>
          <a:prstGeom prst="rect">
            <a:avLst/>
          </a:prstGeom>
        </p:spPr>
      </p:pic>
      <p:pic>
        <p:nvPicPr>
          <p:cNvPr id="6" name="Picture 5" descr="A white sheet with black text and black text&#10;&#10;Description automatically generated">
            <a:extLst>
              <a:ext uri="{FF2B5EF4-FFF2-40B4-BE49-F238E27FC236}">
                <a16:creationId xmlns:a16="http://schemas.microsoft.com/office/drawing/2014/main" id="{EEB1289F-4F2E-EA5B-3EBE-1AF309D4A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819400"/>
            <a:ext cx="6064562" cy="3568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CB2ABE-34DA-E4AB-0649-6CCED6AE8233}"/>
              </a:ext>
            </a:extLst>
          </p:cNvPr>
          <p:cNvSpPr txBox="1"/>
          <p:nvPr/>
        </p:nvSpPr>
        <p:spPr>
          <a:xfrm>
            <a:off x="7086601" y="3200399"/>
            <a:ext cx="182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Ignoring cost or mass concerns, more momentum storage is better. Over a longer time period, it is possible that disturbances will partially cancel each other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83907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23DA-2B2F-51DB-6EF0-94119CA0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Desaturation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99A0F-D33D-72A4-2FCA-98B84F5C6327}"/>
              </a:ext>
            </a:extLst>
          </p:cNvPr>
          <p:cNvSpPr txBox="1"/>
          <p:nvPr/>
        </p:nvSpPr>
        <p:spPr>
          <a:xfrm>
            <a:off x="228600" y="1417638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When the wheel reaches its maximum speed, it is said to be saturated and can no longer counter disturbance torques.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To maintain control of the spacecraft, the spacecraft needs to perform </a:t>
            </a:r>
            <a:r>
              <a:rPr lang="en-US" b="0" i="1" dirty="0">
                <a:effectLst/>
                <a:latin typeface="-apple-system"/>
              </a:rPr>
              <a:t>momentum dumping</a:t>
            </a:r>
            <a:r>
              <a:rPr lang="en-US" b="0" i="0" dirty="0">
                <a:effectLst/>
                <a:latin typeface="-apple-system"/>
              </a:rPr>
              <a:t>—using an external actuator to reject momentum from the system. There are two common external attitude actuators that work in space.</a:t>
            </a:r>
            <a:endParaRPr lang="en-US" dirty="0"/>
          </a:p>
        </p:txBody>
      </p:sp>
      <p:pic>
        <p:nvPicPr>
          <p:cNvPr id="5" name="Picture 4" descr="A table with math equations&#10;&#10;Description automatically generated with medium confidence">
            <a:extLst>
              <a:ext uri="{FF2B5EF4-FFF2-40B4-BE49-F238E27FC236}">
                <a16:creationId xmlns:a16="http://schemas.microsoft.com/office/drawing/2014/main" id="{5413211F-D909-2882-2CAD-8C433C660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23" y="3048000"/>
            <a:ext cx="7253953" cy="353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9299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23DA-2B2F-51DB-6EF0-94119CA0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Desaturation</a:t>
            </a:r>
          </a:p>
        </p:txBody>
      </p:sp>
      <p:pic>
        <p:nvPicPr>
          <p:cNvPr id="6" name="Picture 5" descr="A white background with text&#10;&#10;Description automatically generated with medium confidence">
            <a:extLst>
              <a:ext uri="{FF2B5EF4-FFF2-40B4-BE49-F238E27FC236}">
                <a16:creationId xmlns:a16="http://schemas.microsoft.com/office/drawing/2014/main" id="{79944E2C-30AB-2828-4E03-D4947D3D5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76" y="1714413"/>
            <a:ext cx="7741048" cy="1701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84D953-C941-9A45-0FF2-00C594D8A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76" y="4114800"/>
            <a:ext cx="7696596" cy="8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4842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ED03-6CB7-EED7-1021-B5273332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Attitude Sensors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0F9A44-65D6-BC99-46EB-E3A131F31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32219"/>
              </p:ext>
            </p:extLst>
          </p:nvPr>
        </p:nvGraphicFramePr>
        <p:xfrm>
          <a:off x="381000" y="1397000"/>
          <a:ext cx="84582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169">
                  <a:extLst>
                    <a:ext uri="{9D8B030D-6E8A-4147-A177-3AD203B41FA5}">
                      <a16:colId xmlns:a16="http://schemas.microsoft.com/office/drawing/2014/main" val="1041714697"/>
                    </a:ext>
                  </a:extLst>
                </a:gridCol>
                <a:gridCol w="2196935">
                  <a:extLst>
                    <a:ext uri="{9D8B030D-6E8A-4147-A177-3AD203B41FA5}">
                      <a16:colId xmlns:a16="http://schemas.microsoft.com/office/drawing/2014/main" val="3844260851"/>
                    </a:ext>
                  </a:extLst>
                </a:gridCol>
                <a:gridCol w="3515096">
                  <a:extLst>
                    <a:ext uri="{9D8B030D-6E8A-4147-A177-3AD203B41FA5}">
                      <a16:colId xmlns:a16="http://schemas.microsoft.com/office/drawing/2014/main" val="2366900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Approx accuracy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78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Magnetometer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2-axis knowledge required to control torque rods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18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2-axis knowledge </a:t>
                      </a:r>
                    </a:p>
                    <a:p>
                      <a:pPr algn="ctr"/>
                      <a:r>
                        <a:rPr lang="en-US" dirty="0"/>
                        <a:t>Sun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6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Earth Limb</a:t>
                      </a:r>
                    </a:p>
                    <a:p>
                      <a:pPr algn="ctr"/>
                      <a:r>
                        <a:rPr lang="en-US" dirty="0"/>
                        <a:t>2-axis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8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3-axis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902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Inertial Measurement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Requires re-</a:t>
                      </a:r>
                      <a:r>
                        <a:rPr lang="en-US" dirty="0" err="1"/>
                        <a:t>cal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Set of gyros and accelerometers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22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Ring Laser Gyroscope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3-axis drifts</a:t>
                      </a:r>
                    </a:p>
                    <a:p>
                      <a:pPr algn="ctr"/>
                      <a:r>
                        <a:rPr lang="en-US" dirty="0"/>
                        <a:t>Laser in a loop</a:t>
                      </a:r>
                    </a:p>
                    <a:p>
                      <a:pPr algn="ctr"/>
                      <a:r>
                        <a:rPr lang="en-US" dirty="0"/>
                        <a:t>Drifts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06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31477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3.bp.blogspot.com/-Ek9nAAfnHFc/TrPJ_ZAcJ_I/AAAAAAAAADY/LPx4dcp8bSQ/s1600/earth-magfield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135"/>
          <a:stretch/>
        </p:blipFill>
        <p:spPr bwMode="auto">
          <a:xfrm>
            <a:off x="0" y="0"/>
            <a:ext cx="836634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www.aero.iitb.ac.in/pratham/images/Magnetome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43400"/>
            <a:ext cx="2438400" cy="1828801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Magnetometer</a:t>
            </a:r>
          </a:p>
        </p:txBody>
      </p:sp>
    </p:spTree>
    <p:extLst>
      <p:ext uri="{BB962C8B-B14F-4D97-AF65-F5344CB8AC3E}">
        <p14:creationId xmlns:p14="http://schemas.microsoft.com/office/powerpoint/2010/main" val="205259519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images.sky-map.org/star_image/000/000109.jpe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2400" y="457200"/>
            <a:ext cx="6870022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0" y="5838134"/>
            <a:ext cx="9144000" cy="10198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2052" name="Picture 4" descr="http://www.ballaerospace.com/img/104/startracker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657600"/>
            <a:ext cx="1905000" cy="2381250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Tracker</a:t>
            </a:r>
          </a:p>
        </p:txBody>
      </p:sp>
    </p:spTree>
    <p:extLst>
      <p:ext uri="{BB962C8B-B14F-4D97-AF65-F5344CB8AC3E}">
        <p14:creationId xmlns:p14="http://schemas.microsoft.com/office/powerpoint/2010/main" val="146480618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blogs.houstonpress.com/hairballs/satellit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7338953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Sun Sensor</a:t>
            </a:r>
          </a:p>
        </p:txBody>
      </p:sp>
      <p:pic>
        <p:nvPicPr>
          <p:cNvPr id="1026" name="Picture 2" descr="http://sci.esa.int/science-e-media/img/ab/LPF-DigitalSunSensor_testing2-4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13321"/>
            <a:ext cx="2857815" cy="2146847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62186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8F98-9172-BD13-11BB-B796590F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S/C caused disturbance torques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54FA8CE-A976-F9B4-D0D7-E31B4823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29" y="1905000"/>
            <a:ext cx="7601341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873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3290-4D8B-BC48-C7DC-43AC0BA9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8AEA2-BF34-9E4A-13B1-75D7D4D0EFC1}"/>
              </a:ext>
            </a:extLst>
          </p:cNvPr>
          <p:cNvSpPr txBox="1"/>
          <p:nvPr/>
        </p:nvSpPr>
        <p:spPr>
          <a:xfrm>
            <a:off x="323786" y="1417638"/>
            <a:ext cx="8496428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reaction wheel sizing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torque &gt; disturbance torques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torque meets any slew rate requirement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wheel stores sufficient momentum (at least one orbit’s worth)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-apple-system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external actuator sizing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-apple-system"/>
              </a:rPr>
              <a:t>torque &gt; disturbance torques (generally a trivial requirement)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9759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50107C-D0E4-41AC-8DB5-86B962DFE4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60EF4C8-43AD-4196-8367-7A553BAA64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59B278-4D75-4465-A203-FB8E06BB2B8C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318</Words>
  <Application>Microsoft Office PowerPoint</Application>
  <PresentationFormat>On-screen Show (4:3)</PresentationFormat>
  <Paragraphs>81</Paragraphs>
  <Slides>26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Orbit</vt:lpstr>
      <vt:lpstr>PowerPoint Presentation</vt:lpstr>
      <vt:lpstr>Attitude System</vt:lpstr>
      <vt:lpstr>PowerPoint Presentation</vt:lpstr>
      <vt:lpstr>Attitude</vt:lpstr>
      <vt:lpstr>Attitude</vt:lpstr>
      <vt:lpstr>Control Loops</vt:lpstr>
      <vt:lpstr>Attitude Control</vt:lpstr>
      <vt:lpstr>PowerPoint Presentation</vt:lpstr>
      <vt:lpstr>Vehicle Coordinates</vt:lpstr>
      <vt:lpstr>Orbits &amp; Disturbance Torques</vt:lpstr>
      <vt:lpstr>Torque</vt:lpstr>
      <vt:lpstr>PowerPoint Presentation</vt:lpstr>
      <vt:lpstr>Countering Disturbances</vt:lpstr>
      <vt:lpstr>Reaction Wheels</vt:lpstr>
      <vt:lpstr>Reaction Wheels</vt:lpstr>
      <vt:lpstr>Slew</vt:lpstr>
      <vt:lpstr>Saturation</vt:lpstr>
      <vt:lpstr>Momentum</vt:lpstr>
      <vt:lpstr>Desaturation</vt:lpstr>
      <vt:lpstr>Desaturation</vt:lpstr>
      <vt:lpstr>Attitude Sensors</vt:lpstr>
      <vt:lpstr>Magnetometer</vt:lpstr>
      <vt:lpstr>Star Tracker</vt:lpstr>
      <vt:lpstr>Sun Sensor</vt:lpstr>
      <vt:lpstr>S/C caused disturbance torques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Miller, Jonathan M Lt Col USSF USAFA DF/DFAS</cp:lastModifiedBy>
  <cp:revision>96</cp:revision>
  <cp:lastPrinted>2012-11-01T15:58:54Z</cp:lastPrinted>
  <dcterms:created xsi:type="dcterms:W3CDTF">2012-10-29T19:41:08Z</dcterms:created>
  <dcterms:modified xsi:type="dcterms:W3CDTF">2025-02-25T21:49:49Z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