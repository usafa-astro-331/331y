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7"/>
  </p:notesMasterIdLst>
  <p:handoutMasterIdLst>
    <p:handoutMasterId r:id="rId28"/>
  </p:handoutMasterIdLst>
  <p:sldIdLst>
    <p:sldId id="570" r:id="rId5"/>
    <p:sldId id="639" r:id="rId6"/>
    <p:sldId id="621" r:id="rId7"/>
    <p:sldId id="620" r:id="rId8"/>
    <p:sldId id="622" r:id="rId9"/>
    <p:sldId id="623" r:id="rId10"/>
    <p:sldId id="625" r:id="rId11"/>
    <p:sldId id="624" r:id="rId12"/>
    <p:sldId id="626" r:id="rId13"/>
    <p:sldId id="627" r:id="rId14"/>
    <p:sldId id="628" r:id="rId15"/>
    <p:sldId id="629" r:id="rId16"/>
    <p:sldId id="630" r:id="rId17"/>
    <p:sldId id="631" r:id="rId18"/>
    <p:sldId id="632" r:id="rId19"/>
    <p:sldId id="633" r:id="rId20"/>
    <p:sldId id="634" r:id="rId21"/>
    <p:sldId id="635" r:id="rId22"/>
    <p:sldId id="636" r:id="rId23"/>
    <p:sldId id="637" r:id="rId24"/>
    <p:sldId id="638" r:id="rId25"/>
    <p:sldId id="640" r:id="rId26"/>
  </p:sldIdLst>
  <p:sldSz cx="9144000" cy="6858000" type="screen4x3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33"/>
    <a:srgbClr val="FF0066"/>
    <a:srgbClr val="CC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34" autoAdjust="0"/>
    <p:restoredTop sz="86111" autoAdjust="0"/>
  </p:normalViewPr>
  <p:slideViewPr>
    <p:cSldViewPr>
      <p:cViewPr varScale="1">
        <p:scale>
          <a:sx n="83" d="100"/>
          <a:sy n="83" d="100"/>
        </p:scale>
        <p:origin x="2268" y="3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ris, Wyatt J Lt Col USAF USAFA DF/DFAS" userId="768bfb95-c272-4014-8fa2-010c15306053" providerId="ADAL" clId="{67654233-6AC6-4860-8CA2-4FB4F2EEB47C}"/>
    <pc:docChg chg="undo custSel modSld">
      <pc:chgData name="Harris, Wyatt J Lt Col USAF USAFA DF/DFAS" userId="768bfb95-c272-4014-8fa2-010c15306053" providerId="ADAL" clId="{67654233-6AC6-4860-8CA2-4FB4F2EEB47C}" dt="2025-08-11T18:55:17.837" v="1" actId="21"/>
      <pc:docMkLst>
        <pc:docMk/>
      </pc:docMkLst>
      <pc:sldChg chg="modSp mod">
        <pc:chgData name="Harris, Wyatt J Lt Col USAF USAFA DF/DFAS" userId="768bfb95-c272-4014-8fa2-010c15306053" providerId="ADAL" clId="{67654233-6AC6-4860-8CA2-4FB4F2EEB47C}" dt="2025-08-11T18:55:17.837" v="1" actId="21"/>
        <pc:sldMkLst>
          <pc:docMk/>
          <pc:sldMk cId="3233248735" sldId="623"/>
        </pc:sldMkLst>
        <pc:spChg chg="mod">
          <ac:chgData name="Harris, Wyatt J Lt Col USAF USAFA DF/DFAS" userId="768bfb95-c272-4014-8fa2-010c15306053" providerId="ADAL" clId="{67654233-6AC6-4860-8CA2-4FB4F2EEB47C}" dt="2025-08-11T18:55:17.837" v="1" actId="21"/>
          <ac:spMkLst>
            <pc:docMk/>
            <pc:sldMk cId="3233248735" sldId="623"/>
            <ac:spMk id="4" creationId="{4200382E-5E3E-A346-3E0C-75731844ECFE}"/>
          </ac:spMkLst>
        </pc:spChg>
      </pc:sldChg>
    </pc:docChg>
  </pc:docChgLst>
  <pc:docChgLst>
    <pc:chgData name="Miller, Jonathan M Lt Col USSF USAFA DF/DFAS" userId="d003cf6e-ed25-45fa-8706-5841241c5d7b" providerId="ADAL" clId="{9E86897F-DA56-4FA3-914A-451A0AF25279}"/>
    <pc:docChg chg="undo redo custSel addSld delSld modSld sldOrd">
      <pc:chgData name="Miller, Jonathan M Lt Col USSF USAFA DF/DFAS" userId="d003cf6e-ed25-45fa-8706-5841241c5d7b" providerId="ADAL" clId="{9E86897F-DA56-4FA3-914A-451A0AF25279}" dt="2024-08-14T06:58:44.945" v="1480" actId="20577"/>
      <pc:docMkLst>
        <pc:docMk/>
      </pc:docMkLst>
      <pc:sldChg chg="del">
        <pc:chgData name="Miller, Jonathan M Lt Col USSF USAFA DF/DFAS" userId="d003cf6e-ed25-45fa-8706-5841241c5d7b" providerId="ADAL" clId="{9E86897F-DA56-4FA3-914A-451A0AF25279}" dt="2024-08-14T06:52:17.581" v="1437" actId="47"/>
        <pc:sldMkLst>
          <pc:docMk/>
          <pc:sldMk cId="2299477021" sldId="305"/>
        </pc:sldMkLst>
      </pc:sldChg>
      <pc:sldChg chg="del">
        <pc:chgData name="Miller, Jonathan M Lt Col USSF USAFA DF/DFAS" userId="d003cf6e-ed25-45fa-8706-5841241c5d7b" providerId="ADAL" clId="{9E86897F-DA56-4FA3-914A-451A0AF25279}" dt="2024-08-14T06:52:17.581" v="1437" actId="47"/>
        <pc:sldMkLst>
          <pc:docMk/>
          <pc:sldMk cId="1378527023" sldId="310"/>
        </pc:sldMkLst>
      </pc:sldChg>
      <pc:sldChg chg="del">
        <pc:chgData name="Miller, Jonathan M Lt Col USSF USAFA DF/DFAS" userId="d003cf6e-ed25-45fa-8706-5841241c5d7b" providerId="ADAL" clId="{9E86897F-DA56-4FA3-914A-451A0AF25279}" dt="2024-08-14T06:52:17.581" v="1437" actId="47"/>
        <pc:sldMkLst>
          <pc:docMk/>
          <pc:sldMk cId="4242277757" sldId="313"/>
        </pc:sldMkLst>
      </pc:sldChg>
      <pc:sldChg chg="del">
        <pc:chgData name="Miller, Jonathan M Lt Col USSF USAFA DF/DFAS" userId="d003cf6e-ed25-45fa-8706-5841241c5d7b" providerId="ADAL" clId="{9E86897F-DA56-4FA3-914A-451A0AF25279}" dt="2024-08-14T06:52:17.581" v="1437" actId="47"/>
        <pc:sldMkLst>
          <pc:docMk/>
          <pc:sldMk cId="721544159" sldId="315"/>
        </pc:sldMkLst>
      </pc:sldChg>
      <pc:sldChg chg="del">
        <pc:chgData name="Miller, Jonathan M Lt Col USSF USAFA DF/DFAS" userId="d003cf6e-ed25-45fa-8706-5841241c5d7b" providerId="ADAL" clId="{9E86897F-DA56-4FA3-914A-451A0AF25279}" dt="2024-08-14T06:52:17.581" v="1437" actId="47"/>
        <pc:sldMkLst>
          <pc:docMk/>
          <pc:sldMk cId="104871064" sldId="316"/>
        </pc:sldMkLst>
      </pc:sldChg>
      <pc:sldChg chg="del">
        <pc:chgData name="Miller, Jonathan M Lt Col USSF USAFA DF/DFAS" userId="d003cf6e-ed25-45fa-8706-5841241c5d7b" providerId="ADAL" clId="{9E86897F-DA56-4FA3-914A-451A0AF25279}" dt="2024-08-14T06:52:17.581" v="1437" actId="47"/>
        <pc:sldMkLst>
          <pc:docMk/>
          <pc:sldMk cId="1918944535" sldId="323"/>
        </pc:sldMkLst>
      </pc:sldChg>
      <pc:sldChg chg="del">
        <pc:chgData name="Miller, Jonathan M Lt Col USSF USAFA DF/DFAS" userId="d003cf6e-ed25-45fa-8706-5841241c5d7b" providerId="ADAL" clId="{9E86897F-DA56-4FA3-914A-451A0AF25279}" dt="2024-08-14T06:52:17.581" v="1437" actId="47"/>
        <pc:sldMkLst>
          <pc:docMk/>
          <pc:sldMk cId="892229437" sldId="324"/>
        </pc:sldMkLst>
      </pc:sldChg>
      <pc:sldChg chg="del">
        <pc:chgData name="Miller, Jonathan M Lt Col USSF USAFA DF/DFAS" userId="d003cf6e-ed25-45fa-8706-5841241c5d7b" providerId="ADAL" clId="{9E86897F-DA56-4FA3-914A-451A0AF25279}" dt="2024-08-14T06:52:17.581" v="1437" actId="47"/>
        <pc:sldMkLst>
          <pc:docMk/>
          <pc:sldMk cId="68623929" sldId="325"/>
        </pc:sldMkLst>
      </pc:sldChg>
      <pc:sldChg chg="del">
        <pc:chgData name="Miller, Jonathan M Lt Col USSF USAFA DF/DFAS" userId="d003cf6e-ed25-45fa-8706-5841241c5d7b" providerId="ADAL" clId="{9E86897F-DA56-4FA3-914A-451A0AF25279}" dt="2024-08-14T06:52:17.581" v="1437" actId="47"/>
        <pc:sldMkLst>
          <pc:docMk/>
          <pc:sldMk cId="817255942" sldId="327"/>
        </pc:sldMkLst>
      </pc:sldChg>
      <pc:sldChg chg="del">
        <pc:chgData name="Miller, Jonathan M Lt Col USSF USAFA DF/DFAS" userId="d003cf6e-ed25-45fa-8706-5841241c5d7b" providerId="ADAL" clId="{9E86897F-DA56-4FA3-914A-451A0AF25279}" dt="2024-08-14T06:52:17.581" v="1437" actId="47"/>
        <pc:sldMkLst>
          <pc:docMk/>
          <pc:sldMk cId="2860298998" sldId="328"/>
        </pc:sldMkLst>
      </pc:sldChg>
      <pc:sldChg chg="del">
        <pc:chgData name="Miller, Jonathan M Lt Col USSF USAFA DF/DFAS" userId="d003cf6e-ed25-45fa-8706-5841241c5d7b" providerId="ADAL" clId="{9E86897F-DA56-4FA3-914A-451A0AF25279}" dt="2024-08-14T06:52:17.581" v="1437" actId="47"/>
        <pc:sldMkLst>
          <pc:docMk/>
          <pc:sldMk cId="1224852902" sldId="329"/>
        </pc:sldMkLst>
      </pc:sldChg>
      <pc:sldChg chg="addSp delSp modSp mod">
        <pc:chgData name="Miller, Jonathan M Lt Col USSF USAFA DF/DFAS" userId="d003cf6e-ed25-45fa-8706-5841241c5d7b" providerId="ADAL" clId="{9E86897F-DA56-4FA3-914A-451A0AF25279}" dt="2024-08-14T06:53:48.863" v="1445" actId="1076"/>
        <pc:sldMkLst>
          <pc:docMk/>
          <pc:sldMk cId="0" sldId="570"/>
        </pc:sldMkLst>
      </pc:sldChg>
      <pc:sldChg chg="del">
        <pc:chgData name="Miller, Jonathan M Lt Col USSF USAFA DF/DFAS" userId="d003cf6e-ed25-45fa-8706-5841241c5d7b" providerId="ADAL" clId="{9E86897F-DA56-4FA3-914A-451A0AF25279}" dt="2024-08-14T06:52:17.581" v="1437" actId="47"/>
        <pc:sldMkLst>
          <pc:docMk/>
          <pc:sldMk cId="0" sldId="571"/>
        </pc:sldMkLst>
      </pc:sldChg>
      <pc:sldChg chg="del">
        <pc:chgData name="Miller, Jonathan M Lt Col USSF USAFA DF/DFAS" userId="d003cf6e-ed25-45fa-8706-5841241c5d7b" providerId="ADAL" clId="{9E86897F-DA56-4FA3-914A-451A0AF25279}" dt="2024-08-14T06:52:17.581" v="1437" actId="47"/>
        <pc:sldMkLst>
          <pc:docMk/>
          <pc:sldMk cId="3875966307" sldId="616"/>
        </pc:sldMkLst>
      </pc:sldChg>
      <pc:sldChg chg="del">
        <pc:chgData name="Miller, Jonathan M Lt Col USSF USAFA DF/DFAS" userId="d003cf6e-ed25-45fa-8706-5841241c5d7b" providerId="ADAL" clId="{9E86897F-DA56-4FA3-914A-451A0AF25279}" dt="2024-08-14T06:52:17.581" v="1437" actId="47"/>
        <pc:sldMkLst>
          <pc:docMk/>
          <pc:sldMk cId="1347707705" sldId="617"/>
        </pc:sldMkLst>
      </pc:sldChg>
      <pc:sldChg chg="del">
        <pc:chgData name="Miller, Jonathan M Lt Col USSF USAFA DF/DFAS" userId="d003cf6e-ed25-45fa-8706-5841241c5d7b" providerId="ADAL" clId="{9E86897F-DA56-4FA3-914A-451A0AF25279}" dt="2024-08-14T06:52:17.581" v="1437" actId="47"/>
        <pc:sldMkLst>
          <pc:docMk/>
          <pc:sldMk cId="3747267669" sldId="618"/>
        </pc:sldMkLst>
      </pc:sldChg>
      <pc:sldChg chg="del">
        <pc:chgData name="Miller, Jonathan M Lt Col USSF USAFA DF/DFAS" userId="d003cf6e-ed25-45fa-8706-5841241c5d7b" providerId="ADAL" clId="{9E86897F-DA56-4FA3-914A-451A0AF25279}" dt="2024-08-14T06:52:17.581" v="1437" actId="47"/>
        <pc:sldMkLst>
          <pc:docMk/>
          <pc:sldMk cId="1812679805" sldId="619"/>
        </pc:sldMkLst>
      </pc:sldChg>
      <pc:sldChg chg="addSp delSp modSp new mod">
        <pc:chgData name="Miller, Jonathan M Lt Col USSF USAFA DF/DFAS" userId="d003cf6e-ed25-45fa-8706-5841241c5d7b" providerId="ADAL" clId="{9E86897F-DA56-4FA3-914A-451A0AF25279}" dt="2024-08-14T06:02:59.600" v="57" actId="20577"/>
        <pc:sldMkLst>
          <pc:docMk/>
          <pc:sldMk cId="3323137568" sldId="620"/>
        </pc:sldMkLst>
      </pc:sldChg>
      <pc:sldChg chg="modSp new mod">
        <pc:chgData name="Miller, Jonathan M Lt Col USSF USAFA DF/DFAS" userId="d003cf6e-ed25-45fa-8706-5841241c5d7b" providerId="ADAL" clId="{9E86897F-DA56-4FA3-914A-451A0AF25279}" dt="2024-08-14T06:05:06.743" v="283" actId="20577"/>
        <pc:sldMkLst>
          <pc:docMk/>
          <pc:sldMk cId="1940824105" sldId="621"/>
        </pc:sldMkLst>
      </pc:sldChg>
      <pc:sldChg chg="addSp delSp modSp new mod">
        <pc:chgData name="Miller, Jonathan M Lt Col USSF USAFA DF/DFAS" userId="d003cf6e-ed25-45fa-8706-5841241c5d7b" providerId="ADAL" clId="{9E86897F-DA56-4FA3-914A-451A0AF25279}" dt="2024-08-14T06:13:06.774" v="659" actId="478"/>
        <pc:sldMkLst>
          <pc:docMk/>
          <pc:sldMk cId="3897429879" sldId="622"/>
        </pc:sldMkLst>
      </pc:sldChg>
      <pc:sldChg chg="addSp modSp new mod ord">
        <pc:chgData name="Miller, Jonathan M Lt Col USSF USAFA DF/DFAS" userId="d003cf6e-ed25-45fa-8706-5841241c5d7b" providerId="ADAL" clId="{9E86897F-DA56-4FA3-914A-451A0AF25279}" dt="2024-08-14T06:13:02.045" v="658"/>
        <pc:sldMkLst>
          <pc:docMk/>
          <pc:sldMk cId="3233248735" sldId="623"/>
        </pc:sldMkLst>
      </pc:sldChg>
      <pc:sldChg chg="addSp delSp modSp new mod">
        <pc:chgData name="Miller, Jonathan M Lt Col USSF USAFA DF/DFAS" userId="d003cf6e-ed25-45fa-8706-5841241c5d7b" providerId="ADAL" clId="{9E86897F-DA56-4FA3-914A-451A0AF25279}" dt="2024-08-14T06:13:49.858" v="674" actId="20577"/>
        <pc:sldMkLst>
          <pc:docMk/>
          <pc:sldMk cId="827012204" sldId="624"/>
        </pc:sldMkLst>
      </pc:sldChg>
      <pc:sldChg chg="modSp new mod">
        <pc:chgData name="Miller, Jonathan M Lt Col USSF USAFA DF/DFAS" userId="d003cf6e-ed25-45fa-8706-5841241c5d7b" providerId="ADAL" clId="{9E86897F-DA56-4FA3-914A-451A0AF25279}" dt="2024-08-14T06:15:42.338" v="808" actId="20577"/>
        <pc:sldMkLst>
          <pc:docMk/>
          <pc:sldMk cId="504070027" sldId="625"/>
        </pc:sldMkLst>
      </pc:sldChg>
      <pc:sldChg chg="addSp delSp modSp new mod">
        <pc:chgData name="Miller, Jonathan M Lt Col USSF USAFA DF/DFAS" userId="d003cf6e-ed25-45fa-8706-5841241c5d7b" providerId="ADAL" clId="{9E86897F-DA56-4FA3-914A-451A0AF25279}" dt="2024-08-14T06:25:11.667" v="919" actId="1076"/>
        <pc:sldMkLst>
          <pc:docMk/>
          <pc:sldMk cId="1089227706" sldId="626"/>
        </pc:sldMkLst>
      </pc:sldChg>
      <pc:sldChg chg="addSp delSp modSp new mod">
        <pc:chgData name="Miller, Jonathan M Lt Col USSF USAFA DF/DFAS" userId="d003cf6e-ed25-45fa-8706-5841241c5d7b" providerId="ADAL" clId="{9E86897F-DA56-4FA3-914A-451A0AF25279}" dt="2024-08-14T06:26:34.181" v="926" actId="20577"/>
        <pc:sldMkLst>
          <pc:docMk/>
          <pc:sldMk cId="291809208" sldId="627"/>
        </pc:sldMkLst>
      </pc:sldChg>
      <pc:sldChg chg="addSp delSp modSp new mod ord">
        <pc:chgData name="Miller, Jonathan M Lt Col USSF USAFA DF/DFAS" userId="d003cf6e-ed25-45fa-8706-5841241c5d7b" providerId="ADAL" clId="{9E86897F-DA56-4FA3-914A-451A0AF25279}" dt="2024-08-14T06:27:59.145" v="978" actId="1076"/>
        <pc:sldMkLst>
          <pc:docMk/>
          <pc:sldMk cId="2772586081" sldId="628"/>
        </pc:sldMkLst>
      </pc:sldChg>
      <pc:sldChg chg="addSp delSp modSp new mod">
        <pc:chgData name="Miller, Jonathan M Lt Col USSF USAFA DF/DFAS" userId="d003cf6e-ed25-45fa-8706-5841241c5d7b" providerId="ADAL" clId="{9E86897F-DA56-4FA3-914A-451A0AF25279}" dt="2024-08-14T06:28:26.698" v="999"/>
        <pc:sldMkLst>
          <pc:docMk/>
          <pc:sldMk cId="2552226282" sldId="629"/>
        </pc:sldMkLst>
      </pc:sldChg>
      <pc:sldChg chg="addSp modSp new mod">
        <pc:chgData name="Miller, Jonathan M Lt Col USSF USAFA DF/DFAS" userId="d003cf6e-ed25-45fa-8706-5841241c5d7b" providerId="ADAL" clId="{9E86897F-DA56-4FA3-914A-451A0AF25279}" dt="2024-08-14T06:30:06.567" v="1038" actId="1076"/>
        <pc:sldMkLst>
          <pc:docMk/>
          <pc:sldMk cId="116640621" sldId="630"/>
        </pc:sldMkLst>
      </pc:sldChg>
      <pc:sldChg chg="addSp delSp modSp new mod">
        <pc:chgData name="Miller, Jonathan M Lt Col USSF USAFA DF/DFAS" userId="d003cf6e-ed25-45fa-8706-5841241c5d7b" providerId="ADAL" clId="{9E86897F-DA56-4FA3-914A-451A0AF25279}" dt="2024-08-14T06:30:29.079" v="1044"/>
        <pc:sldMkLst>
          <pc:docMk/>
          <pc:sldMk cId="2968899800" sldId="631"/>
        </pc:sldMkLst>
      </pc:sldChg>
      <pc:sldChg chg="addSp delSp modSp new mod">
        <pc:chgData name="Miller, Jonathan M Lt Col USSF USAFA DF/DFAS" userId="d003cf6e-ed25-45fa-8706-5841241c5d7b" providerId="ADAL" clId="{9E86897F-DA56-4FA3-914A-451A0AF25279}" dt="2024-08-14T06:31:16.168" v="1061" actId="14100"/>
        <pc:sldMkLst>
          <pc:docMk/>
          <pc:sldMk cId="3337989630" sldId="632"/>
        </pc:sldMkLst>
      </pc:sldChg>
      <pc:sldChg chg="addSp delSp modSp new mod ord">
        <pc:chgData name="Miller, Jonathan M Lt Col USSF USAFA DF/DFAS" userId="d003cf6e-ed25-45fa-8706-5841241c5d7b" providerId="ADAL" clId="{9E86897F-DA56-4FA3-914A-451A0AF25279}" dt="2024-08-14T06:32:23.489" v="1068" actId="20577"/>
        <pc:sldMkLst>
          <pc:docMk/>
          <pc:sldMk cId="2638948357" sldId="633"/>
        </pc:sldMkLst>
      </pc:sldChg>
      <pc:sldChg chg="addSp modSp new mod">
        <pc:chgData name="Miller, Jonathan M Lt Col USSF USAFA DF/DFAS" userId="d003cf6e-ed25-45fa-8706-5841241c5d7b" providerId="ADAL" clId="{9E86897F-DA56-4FA3-914A-451A0AF25279}" dt="2024-08-14T06:58:44.945" v="1480" actId="20577"/>
        <pc:sldMkLst>
          <pc:docMk/>
          <pc:sldMk cId="588277171" sldId="634"/>
        </pc:sldMkLst>
      </pc:sldChg>
      <pc:sldChg chg="addSp delSp modSp new mod">
        <pc:chgData name="Miller, Jonathan M Lt Col USSF USAFA DF/DFAS" userId="d003cf6e-ed25-45fa-8706-5841241c5d7b" providerId="ADAL" clId="{9E86897F-DA56-4FA3-914A-451A0AF25279}" dt="2024-08-14T06:43:34.959" v="1116" actId="1076"/>
        <pc:sldMkLst>
          <pc:docMk/>
          <pc:sldMk cId="3129270803" sldId="635"/>
        </pc:sldMkLst>
      </pc:sldChg>
      <pc:sldChg chg="addSp delSp modSp new mod">
        <pc:chgData name="Miller, Jonathan M Lt Col USSF USAFA DF/DFAS" userId="d003cf6e-ed25-45fa-8706-5841241c5d7b" providerId="ADAL" clId="{9E86897F-DA56-4FA3-914A-451A0AF25279}" dt="2024-08-14T06:45:38.702" v="1146" actId="1036"/>
        <pc:sldMkLst>
          <pc:docMk/>
          <pc:sldMk cId="4058774868" sldId="636"/>
        </pc:sldMkLst>
      </pc:sldChg>
      <pc:sldChg chg="addSp modSp new mod">
        <pc:chgData name="Miller, Jonathan M Lt Col USSF USAFA DF/DFAS" userId="d003cf6e-ed25-45fa-8706-5841241c5d7b" providerId="ADAL" clId="{9E86897F-DA56-4FA3-914A-451A0AF25279}" dt="2024-08-14T06:50:15.051" v="1304" actId="255"/>
        <pc:sldMkLst>
          <pc:docMk/>
          <pc:sldMk cId="408809517" sldId="637"/>
        </pc:sldMkLst>
      </pc:sldChg>
      <pc:sldChg chg="modSp new mod">
        <pc:chgData name="Miller, Jonathan M Lt Col USSF USAFA DF/DFAS" userId="d003cf6e-ed25-45fa-8706-5841241c5d7b" providerId="ADAL" clId="{9E86897F-DA56-4FA3-914A-451A0AF25279}" dt="2024-08-14T06:52:07.329" v="1436" actId="313"/>
        <pc:sldMkLst>
          <pc:docMk/>
          <pc:sldMk cId="55776452" sldId="638"/>
        </pc:sldMkLst>
      </pc:sldChg>
    </pc:docChg>
  </pc:docChgLst>
  <pc:docChgLst>
    <pc:chgData name="Miller, Jonathan M Lt Col USSF USAFA DF/DFAS" userId="d003cf6e-ed25-45fa-8706-5841241c5d7b" providerId="ADAL" clId="{B2E0B3CF-1A5E-433D-A5C2-FEBC42CA172D}"/>
    <pc:docChg chg="custSel addSld modSld">
      <pc:chgData name="Miller, Jonathan M Lt Col USSF USAFA DF/DFAS" userId="d003cf6e-ed25-45fa-8706-5841241c5d7b" providerId="ADAL" clId="{B2E0B3CF-1A5E-433D-A5C2-FEBC42CA172D}" dt="2025-01-10T07:29:25.816" v="132" actId="20577"/>
      <pc:docMkLst>
        <pc:docMk/>
      </pc:docMkLst>
      <pc:sldChg chg="addSp delSp modSp mod">
        <pc:chgData name="Miller, Jonathan M Lt Col USSF USAFA DF/DFAS" userId="d003cf6e-ed25-45fa-8706-5841241c5d7b" providerId="ADAL" clId="{B2E0B3CF-1A5E-433D-A5C2-FEBC42CA172D}" dt="2025-01-10T07:22:12.858" v="78" actId="20577"/>
        <pc:sldMkLst>
          <pc:docMk/>
          <pc:sldMk cId="408809517" sldId="637"/>
        </pc:sldMkLst>
      </pc:sldChg>
      <pc:sldChg chg="modSp mod">
        <pc:chgData name="Miller, Jonathan M Lt Col USSF USAFA DF/DFAS" userId="d003cf6e-ed25-45fa-8706-5841241c5d7b" providerId="ADAL" clId="{B2E0B3CF-1A5E-433D-A5C2-FEBC42CA172D}" dt="2025-01-10T06:34:21.655" v="47" actId="20577"/>
        <pc:sldMkLst>
          <pc:docMk/>
          <pc:sldMk cId="55776452" sldId="638"/>
        </pc:sldMkLst>
      </pc:sldChg>
      <pc:sldChg chg="addSp delSp modSp new">
        <pc:chgData name="Miller, Jonathan M Lt Col USSF USAFA DF/DFAS" userId="d003cf6e-ed25-45fa-8706-5841241c5d7b" providerId="ADAL" clId="{B2E0B3CF-1A5E-433D-A5C2-FEBC42CA172D}" dt="2025-01-10T06:45:23.058" v="57" actId="14100"/>
        <pc:sldMkLst>
          <pc:docMk/>
          <pc:sldMk cId="663013075" sldId="639"/>
        </pc:sldMkLst>
      </pc:sldChg>
      <pc:sldChg chg="modSp new mod">
        <pc:chgData name="Miller, Jonathan M Lt Col USSF USAFA DF/DFAS" userId="d003cf6e-ed25-45fa-8706-5841241c5d7b" providerId="ADAL" clId="{B2E0B3CF-1A5E-433D-A5C2-FEBC42CA172D}" dt="2025-01-10T07:29:25.816" v="132" actId="20577"/>
        <pc:sldMkLst>
          <pc:docMk/>
          <pc:sldMk cId="1786010963" sldId="640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pPr>
              <a:defRPr/>
            </a:pPr>
            <a:fld id="{31687C92-D099-43A9-B1E5-793A8B9DD779}" type="datetimeFigureOut">
              <a:rPr lang="en-US"/>
              <a:pPr>
                <a:defRPr/>
              </a:pPr>
              <a:t>8/11/2025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pPr>
              <a:defRPr/>
            </a:pPr>
            <a:fld id="{7B15040C-6E88-4BFF-9196-21D1001C9AF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75902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76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560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77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77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77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5DA82AE8-4410-479A-ABC2-E87FE010125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42034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7A2ED0-7B37-48FA-BF1A-6C2923EBE32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82812"/>
      </p:ext>
    </p:extLst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AF71B5-7CC7-42C9-9B7D-4BE09772EDE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182605"/>
      </p:ext>
    </p:extLst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074E1A-88DC-4289-BC2F-C0A52F7B56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797998"/>
      </p:ext>
    </p:extLst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36E9A1-516B-4C15-A2C6-E8E12404D3E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189371"/>
      </p:ext>
    </p:extLst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C9BB52B-3DFD-48AD-9CB6-583188EE5EB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113375"/>
      </p:ext>
    </p:extLst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3CDE63E-20C9-4436-BC2C-1F7E7AC933D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420180"/>
      </p:ext>
    </p:extLst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E9B9DB-4BE5-460F-ABE5-106E55B3774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889276"/>
      </p:ext>
    </p:extLst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F6CC497-304F-4D07-B956-A2FD1E50B4A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837826"/>
      </p:ext>
    </p:extLst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3055ED-F717-423E-B25C-681062F6EBF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218724"/>
      </p:ext>
    </p:extLst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ABED78-0132-46D7-A19E-E8E32750D60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318948"/>
      </p:ext>
    </p:extLst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33985F-6A68-4DA4-A9A3-86A8FA23868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536316"/>
      </p:ext>
    </p:extLst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CB8B6659-4281-4089-8436-E653C42A1B8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>
    <p:fade/>
  </p:transition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bg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bg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bg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https://www.youtube.com/watch?v=ef2Y0DecP8A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609600" y="-152400"/>
            <a:ext cx="7772400" cy="1470025"/>
          </a:xfrm>
        </p:spPr>
        <p:txBody>
          <a:bodyPr/>
          <a:lstStyle/>
          <a:p>
            <a:r>
              <a:rPr lang="en-US" b="1" dirty="0"/>
              <a:t>Astrodynamics &amp; Mission Geometry</a:t>
            </a:r>
          </a:p>
        </p:txBody>
      </p:sp>
      <p:pic>
        <p:nvPicPr>
          <p:cNvPr id="2" name="Picture 9">
            <a:extLst>
              <a:ext uri="{FF2B5EF4-FFF2-40B4-BE49-F238E27FC236}">
                <a16:creationId xmlns:a16="http://schemas.microsoft.com/office/drawing/2014/main" id="{FB8CE80E-E513-96D0-A186-F05EE00674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8700" y="3671888"/>
            <a:ext cx="4305300" cy="3186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Picture 11">
            <a:extLst>
              <a:ext uri="{FF2B5EF4-FFF2-40B4-BE49-F238E27FC236}">
                <a16:creationId xmlns:a16="http://schemas.microsoft.com/office/drawing/2014/main" id="{E3C51DF7-8841-CE94-F19B-3093F32A48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3886200"/>
            <a:ext cx="4485409" cy="2819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964DF-9606-8C35-B034-09E5B6947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erial view of a city at night&#10;&#10;Description automatically generated">
            <a:extLst>
              <a:ext uri="{FF2B5EF4-FFF2-40B4-BE49-F238E27FC236}">
                <a16:creationId xmlns:a16="http://schemas.microsoft.com/office/drawing/2014/main" id="{3EB7367D-7ABC-4A85-9CE7-F0F04B9C89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0"/>
            <a:ext cx="8991600" cy="6858000"/>
          </a:xfrm>
        </p:spPr>
      </p:pic>
    </p:spTree>
    <p:extLst>
      <p:ext uri="{BB962C8B-B14F-4D97-AF65-F5344CB8AC3E}">
        <p14:creationId xmlns:p14="http://schemas.microsoft.com/office/powerpoint/2010/main" val="663013075"/>
      </p:ext>
    </p:extLst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D814A-9EFA-BB53-68CB-3E364060F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Mission Planning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B87FBC-EF2B-5B89-1353-D2D113D81C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Transfer from Parking Orbit to Mission Orbit</a:t>
            </a:r>
          </a:p>
          <a:p>
            <a:r>
              <a:rPr lang="en-US" dirty="0"/>
              <a:t>Station Keeping</a:t>
            </a:r>
          </a:p>
          <a:p>
            <a:pPr lvl="1"/>
            <a:r>
              <a:rPr lang="en-US" dirty="0"/>
              <a:t>Drag</a:t>
            </a:r>
          </a:p>
          <a:p>
            <a:pPr lvl="1"/>
            <a:r>
              <a:rPr lang="en-US" dirty="0"/>
              <a:t>J2</a:t>
            </a:r>
          </a:p>
          <a:p>
            <a:pPr lvl="1"/>
            <a:r>
              <a:rPr lang="en-US" dirty="0"/>
              <a:t>3</a:t>
            </a:r>
            <a:r>
              <a:rPr lang="en-US" baseline="30000" dirty="0"/>
              <a:t>rd</a:t>
            </a:r>
            <a:r>
              <a:rPr lang="en-US" dirty="0"/>
              <a:t> Bodies</a:t>
            </a:r>
          </a:p>
          <a:p>
            <a:pPr lvl="1"/>
            <a:r>
              <a:rPr lang="en-US" dirty="0"/>
              <a:t>Solar Radiation Pressure</a:t>
            </a:r>
          </a:p>
          <a:p>
            <a:pPr lvl="1"/>
            <a:r>
              <a:rPr lang="en-US" dirty="0"/>
              <a:t>Pointing Requirements</a:t>
            </a:r>
          </a:p>
          <a:p>
            <a:r>
              <a:rPr lang="en-US" dirty="0"/>
              <a:t>End of Life</a:t>
            </a:r>
          </a:p>
        </p:txBody>
      </p:sp>
    </p:spTree>
    <p:extLst>
      <p:ext uri="{BB962C8B-B14F-4D97-AF65-F5344CB8AC3E}">
        <p14:creationId xmlns:p14="http://schemas.microsoft.com/office/powerpoint/2010/main" val="1940824105"/>
      </p:ext>
    </p:extLst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EB9C0-59D8-EB7D-4AF1-6D05C4A2C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Mission Orbits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337AD78-1C3B-A262-6E2D-4647FCA1750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440" y="2089067"/>
            <a:ext cx="7051119" cy="4525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3137568"/>
      </p:ext>
    </p:extLst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386C3-66D8-0CFF-DEBD-D6A6B8159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 Body Equation Of Motion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5CB8FAE4-77B1-8BA3-2FEB-5A5D2C2D0ECA}"/>
                  </a:ext>
                </a:extLst>
              </p:cNvPr>
              <p:cNvSpPr txBox="1">
                <a:spLocks noGrp="1"/>
              </p:cNvSpPr>
              <p:nvPr>
                <p:ph idx="1"/>
              </p:nvPr>
            </p:nvSpPr>
            <p:spPr>
              <a:xfrm>
                <a:off x="2133600" y="1676400"/>
                <a:ext cx="4194673" cy="14622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4400" b="0" i="1" smtClean="0">
                          <a:latin typeface="Cambria Math"/>
                        </a:rPr>
                        <m:t>𝑅</m:t>
                      </m:r>
                      <m:r>
                        <a:rPr lang="en-US" sz="440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4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400" b="0" i="1" smtClean="0">
                              <a:latin typeface="Cambria Math"/>
                            </a:rPr>
                            <m:t>𝑎</m:t>
                          </m:r>
                          <m:r>
                            <a:rPr lang="en-US" sz="4400" b="0" i="1" smtClean="0">
                              <a:latin typeface="Cambria Math"/>
                            </a:rPr>
                            <m:t>(1−</m:t>
                          </m:r>
                          <m:sSup>
                            <m:sSupPr>
                              <m:ctrlPr>
                                <a:rPr lang="en-US" sz="4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4400" b="0" i="1" smtClean="0">
                                  <a:latin typeface="Cambria Math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4400" b="0" i="1" smtClean="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4400" b="0" i="1" smtClean="0">
                              <a:latin typeface="Cambria Math"/>
                            </a:rPr>
                            <m:t>)</m:t>
                          </m:r>
                        </m:num>
                        <m:den>
                          <m:r>
                            <a:rPr lang="en-US" sz="4400" b="0" i="1" smtClean="0">
                              <a:latin typeface="Cambria Math"/>
                            </a:rPr>
                            <m:t>1+</m:t>
                          </m:r>
                          <m:r>
                            <a:rPr lang="en-US" sz="4400" b="0" i="1" smtClean="0">
                              <a:latin typeface="Cambria Math"/>
                            </a:rPr>
                            <m:t>𝑒</m:t>
                          </m:r>
                          <m:r>
                            <a:rPr lang="en-US" sz="4400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US" sz="4400" b="0" i="1" smtClean="0">
                              <a:latin typeface="Cambria Math"/>
                            </a:rPr>
                            <m:t>𝐶𝑜𝑠</m:t>
                          </m:r>
                          <m:r>
                            <a:rPr lang="en-US" sz="4400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US" sz="4400" b="0" i="1" smtClean="0">
                              <a:latin typeface="Cambria Math"/>
                              <a:ea typeface="Cambria Math"/>
                            </a:rPr>
                            <m:t>𝜈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5CB8FAE4-77B1-8BA3-2FEB-5A5D2C2D0ECA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133600" y="1676400"/>
                <a:ext cx="4194673" cy="146226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97429879"/>
      </p:ext>
    </p:extLst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84A99-A3B1-3205-5CDD-35E2CB192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Perturbations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BA0E65-80AE-B1C4-67B0-1CE8464774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minor deviation in the course of a celestial body, caused by the gravitational attraction of a neighboring body.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00382E-5E3E-A346-3E0C-75731844ECFE}"/>
              </a:ext>
            </a:extLst>
          </p:cNvPr>
          <p:cNvSpPr txBox="1"/>
          <p:nvPr/>
        </p:nvSpPr>
        <p:spPr>
          <a:xfrm>
            <a:off x="228600" y="3359817"/>
            <a:ext cx="86868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Drag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Causes Spacecraft to Re-Enter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Changes orbit size and shape (a &amp; e)</a:t>
            </a:r>
          </a:p>
          <a:p>
            <a:r>
              <a:rPr lang="en-US" sz="2800" dirty="0">
                <a:solidFill>
                  <a:schemeClr val="bg1"/>
                </a:solidFill>
              </a:rPr>
              <a:t>J2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Right Ascension changes – Sun Synch (98 deg)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Argument of Perigee changes – </a:t>
            </a:r>
            <a:r>
              <a:rPr lang="en-US" sz="2800" dirty="0" err="1">
                <a:solidFill>
                  <a:schemeClr val="bg1"/>
                </a:solidFill>
              </a:rPr>
              <a:t>Molnyia</a:t>
            </a:r>
            <a:r>
              <a:rPr lang="en-US" sz="2800" dirty="0">
                <a:solidFill>
                  <a:schemeClr val="bg1"/>
                </a:solidFill>
              </a:rPr>
              <a:t> (63.4 deg)</a:t>
            </a:r>
          </a:p>
        </p:txBody>
      </p:sp>
    </p:spTree>
    <p:extLst>
      <p:ext uri="{BB962C8B-B14F-4D97-AF65-F5344CB8AC3E}">
        <p14:creationId xmlns:p14="http://schemas.microsoft.com/office/powerpoint/2010/main" val="3233248735"/>
      </p:ext>
    </p:extLst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060FD-D3FF-0F7C-44D9-1140FE8E8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Perturbations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16F4A8-977E-52CA-5EAB-05396A6F9D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Secular (non-periodic)</a:t>
            </a:r>
          </a:p>
          <a:p>
            <a:pPr lvl="1"/>
            <a:r>
              <a:rPr lang="en-US" dirty="0"/>
              <a:t>Asymptotic</a:t>
            </a:r>
          </a:p>
          <a:p>
            <a:pPr lvl="1"/>
            <a:r>
              <a:rPr lang="en-US" dirty="0"/>
              <a:t>Exponential</a:t>
            </a:r>
          </a:p>
          <a:p>
            <a:pPr lvl="1"/>
            <a:r>
              <a:rPr lang="en-US" dirty="0"/>
              <a:t>Linear </a:t>
            </a:r>
          </a:p>
          <a:p>
            <a:pPr lvl="1"/>
            <a:r>
              <a:rPr lang="en-US" dirty="0"/>
              <a:t>Step</a:t>
            </a:r>
          </a:p>
          <a:p>
            <a:r>
              <a:rPr lang="en-US" dirty="0"/>
              <a:t>Periodic</a:t>
            </a:r>
          </a:p>
          <a:p>
            <a:pPr lvl="1"/>
            <a:r>
              <a:rPr lang="en-US" dirty="0"/>
              <a:t>Long-period</a:t>
            </a:r>
          </a:p>
          <a:p>
            <a:pPr lvl="1"/>
            <a:r>
              <a:rPr lang="en-US" dirty="0"/>
              <a:t>Short-period</a:t>
            </a:r>
          </a:p>
        </p:txBody>
      </p:sp>
    </p:spTree>
    <p:extLst>
      <p:ext uri="{BB962C8B-B14F-4D97-AF65-F5344CB8AC3E}">
        <p14:creationId xmlns:p14="http://schemas.microsoft.com/office/powerpoint/2010/main" val="504070027"/>
      </p:ext>
    </p:extLst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F480C-D3E8-635E-A10D-5B00BF236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Perturbations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1D91D34A-355F-B245-876D-31CECF85B3B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665214"/>
            <a:ext cx="8229600" cy="43959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7012204"/>
      </p:ext>
    </p:extLst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369D3-0F48-E824-A8E6-5208F7F7A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Perturbation Equations</a:t>
            </a:r>
          </a:p>
        </p:txBody>
      </p:sp>
      <p:pic>
        <p:nvPicPr>
          <p:cNvPr id="6" name="Content Placeholder 5" descr="A mathematical equation with numbers and lines&#10;&#10;Description automatically generated with medium confidence">
            <a:extLst>
              <a:ext uri="{FF2B5EF4-FFF2-40B4-BE49-F238E27FC236}">
                <a16:creationId xmlns:a16="http://schemas.microsoft.com/office/drawing/2014/main" id="{06FE84C0-E6D0-6663-1D56-088FB6F9F4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05" t="29660"/>
          <a:stretch/>
        </p:blipFill>
        <p:spPr>
          <a:xfrm>
            <a:off x="3438313" y="1828800"/>
            <a:ext cx="2267371" cy="911189"/>
          </a:xfr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806E61F-0B23-33A0-3440-A08845340E2E}"/>
              </a:ext>
            </a:extLst>
          </p:cNvPr>
          <p:cNvSpPr txBox="1"/>
          <p:nvPr/>
        </p:nvSpPr>
        <p:spPr>
          <a:xfrm>
            <a:off x="2010625" y="6016337"/>
            <a:ext cx="51227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0" i="0" dirty="0">
                <a:solidFill>
                  <a:srgbClr val="1F2328"/>
                </a:solidFill>
                <a:effectLst/>
                <a:highlight>
                  <a:srgbClr val="FFFFFF"/>
                </a:highlight>
                <a:latin typeface="-apple-system"/>
              </a:rPr>
              <a:t>rates in rad/s, distances in km</a:t>
            </a:r>
            <a:endParaRPr lang="en-US" sz="3200" dirty="0"/>
          </a:p>
        </p:txBody>
      </p:sp>
      <p:pic>
        <p:nvPicPr>
          <p:cNvPr id="8" name="Picture 7" descr="A number of mathematical equations&#10;&#10;Description automatically generated with medium confidence">
            <a:extLst>
              <a:ext uri="{FF2B5EF4-FFF2-40B4-BE49-F238E27FC236}">
                <a16:creationId xmlns:a16="http://schemas.microsoft.com/office/drawing/2014/main" id="{AA2BA4BC-79EB-A6E6-F278-F609A3A828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1928" y="3645021"/>
            <a:ext cx="3780143" cy="209793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9C74494-DCB6-DF56-B5A6-9F927C003E64}"/>
              </a:ext>
            </a:extLst>
          </p:cNvPr>
          <p:cNvSpPr txBox="1"/>
          <p:nvPr/>
        </p:nvSpPr>
        <p:spPr>
          <a:xfrm>
            <a:off x="3075434" y="1417831"/>
            <a:ext cx="30700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Number of orbits per day (n)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2E637E8-B124-6C60-3A4E-953CE072A3D8}"/>
              </a:ext>
            </a:extLst>
          </p:cNvPr>
          <p:cNvSpPr txBox="1"/>
          <p:nvPr/>
        </p:nvSpPr>
        <p:spPr>
          <a:xfrm>
            <a:off x="4038600" y="3186970"/>
            <a:ext cx="825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RAAN</a:t>
            </a:r>
          </a:p>
        </p:txBody>
      </p:sp>
    </p:spTree>
    <p:extLst>
      <p:ext uri="{BB962C8B-B14F-4D97-AF65-F5344CB8AC3E}">
        <p14:creationId xmlns:p14="http://schemas.microsoft.com/office/powerpoint/2010/main" val="1089227706"/>
      </p:ext>
    </p:extLst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BFE47-B8FF-D362-D10C-C633DC1F5B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RAAN </a:t>
            </a:r>
          </a:p>
        </p:txBody>
      </p:sp>
      <p:pic>
        <p:nvPicPr>
          <p:cNvPr id="3074" name="Picture 2" descr="image-20230817161244239">
            <a:extLst>
              <a:ext uri="{FF2B5EF4-FFF2-40B4-BE49-F238E27FC236}">
                <a16:creationId xmlns:a16="http://schemas.microsoft.com/office/drawing/2014/main" id="{E12ABAE5-D180-FB27-1C30-4449C3A45DE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160" y="1600200"/>
            <a:ext cx="7495680" cy="4525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809208"/>
      </p:ext>
    </p:extLst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463C3-304F-8CF9-7C93-D1E702057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Perturbation Equations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5553F47-F592-92ED-513C-1D5E3A9D66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33259" y="3124200"/>
            <a:ext cx="4877482" cy="272181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1DEF3F0-4658-A28F-99DD-CC861D9626B0}"/>
              </a:ext>
            </a:extLst>
          </p:cNvPr>
          <p:cNvSpPr txBox="1"/>
          <p:nvPr/>
        </p:nvSpPr>
        <p:spPr>
          <a:xfrm>
            <a:off x="3421685" y="2514600"/>
            <a:ext cx="2300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Argument of Perigee</a:t>
            </a:r>
          </a:p>
        </p:txBody>
      </p:sp>
    </p:spTree>
    <p:extLst>
      <p:ext uri="{BB962C8B-B14F-4D97-AF65-F5344CB8AC3E}">
        <p14:creationId xmlns:p14="http://schemas.microsoft.com/office/powerpoint/2010/main" val="2772586081"/>
      </p:ext>
    </p:extLst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17301-645C-BCF3-766D-5540B1777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Argument of Perigee</a:t>
            </a:r>
          </a:p>
        </p:txBody>
      </p:sp>
      <p:pic>
        <p:nvPicPr>
          <p:cNvPr id="4098" name="Picture 2" descr="image-20230817161254677">
            <a:extLst>
              <a:ext uri="{FF2B5EF4-FFF2-40B4-BE49-F238E27FC236}">
                <a16:creationId xmlns:a16="http://schemas.microsoft.com/office/drawing/2014/main" id="{7E7B8997-46B3-D01D-78AA-4EA247515FD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277" y="1600200"/>
            <a:ext cx="7677446" cy="4525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2226282"/>
      </p:ext>
    </p:extLst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A381C6-3109-002D-8060-EB0212C3D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Drag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E679FD-F0C1-6810-D8FA-4C426D0FC0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9575" y="1385554"/>
            <a:ext cx="8229600" cy="4525963"/>
          </a:xfrm>
        </p:spPr>
        <p:txBody>
          <a:bodyPr/>
          <a:lstStyle/>
          <a:p>
            <a:r>
              <a:rPr lang="en-US" dirty="0"/>
              <a:t>Based on Ballistic </a:t>
            </a:r>
            <a:r>
              <a:rPr lang="en-US" dirty="0" err="1"/>
              <a:t>Coefficent</a:t>
            </a:r>
            <a:endParaRPr lang="en-US" dirty="0"/>
          </a:p>
          <a:p>
            <a:endParaRPr lang="en-US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85098495-E324-4065-4BD7-054AFF58E6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2339642"/>
            <a:ext cx="8743950" cy="3571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640621"/>
      </p:ext>
    </p:extLst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FBAAF-012C-F933-1E69-EA952BBF9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Drag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26B19B2B-33F4-D3BD-200F-EC5C635A194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276" y="1600200"/>
            <a:ext cx="7541447" cy="4525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8899800"/>
      </p:ext>
    </p:extLst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595C1-4717-BBDF-EAC8-F96D6A4580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Solar Cycle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86A9BF0D-854F-12D9-6041-58E49F80245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1" y="1417638"/>
            <a:ext cx="7828612" cy="5155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37989630"/>
      </p:ext>
    </p:extLst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662C9-8F1F-F4E3-761C-ED6235CDF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ISS</a:t>
            </a:r>
          </a:p>
        </p:txBody>
      </p:sp>
      <p:pic>
        <p:nvPicPr>
          <p:cNvPr id="8194" name="Picture 2" descr="image-20230817162307245">
            <a:extLst>
              <a:ext uri="{FF2B5EF4-FFF2-40B4-BE49-F238E27FC236}">
                <a16:creationId xmlns:a16="http://schemas.microsoft.com/office/drawing/2014/main" id="{EA8B1745-8637-2CDC-F01F-C1AA31DA48E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875" y="1681956"/>
            <a:ext cx="8096250" cy="4362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8948357"/>
      </p:ext>
    </p:extLst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C828C-0106-C2E8-8EFC-F9E498F82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974657-89E4-D1C6-E3B3-F57474F296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330113"/>
            <a:ext cx="6785810" cy="3130974"/>
          </a:xfrm>
        </p:spPr>
        <p:txBody>
          <a:bodyPr/>
          <a:lstStyle/>
          <a:p>
            <a:pPr marL="0" indent="0">
              <a:buNone/>
            </a:pPr>
            <a:r>
              <a:rPr lang="en-US" b="0" i="0" dirty="0">
                <a:solidFill>
                  <a:srgbClr val="1F2328"/>
                </a:solidFill>
                <a:effectLst/>
                <a:highlight>
                  <a:srgbClr val="FFFFFF"/>
                </a:highlight>
                <a:latin typeface="-apple-system"/>
              </a:rPr>
              <a:t> </a:t>
            </a:r>
            <a:r>
              <a:rPr lang="en-US" b="0" i="0" u="sng" dirty="0">
                <a:effectLst/>
                <a:highlight>
                  <a:srgbClr val="FFFFFF"/>
                </a:highlight>
                <a:latin typeface="-apple-system"/>
                <a:hlinkClick r:id="rId2"/>
              </a:rPr>
              <a:t>Cygnus</a:t>
            </a:r>
            <a:r>
              <a:rPr lang="en-US" b="0" i="0" dirty="0">
                <a:solidFill>
                  <a:srgbClr val="1F2328"/>
                </a:solidFill>
                <a:effectLst/>
                <a:highlight>
                  <a:srgbClr val="FFFFFF"/>
                </a:highlight>
                <a:latin typeface="-apple-system"/>
              </a:rPr>
              <a:t> </a:t>
            </a:r>
            <a:endParaRPr lang="en-US" dirty="0"/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CB22F824-60B5-EB87-7F3D-E2219B2AAA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105" y="2263291"/>
            <a:ext cx="7539789" cy="4395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8277171"/>
      </p:ext>
    </p:extLst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B6F0F-616C-C4B5-BAB0-1F524CC77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Geometry</a:t>
            </a:r>
          </a:p>
        </p:txBody>
      </p:sp>
      <p:pic>
        <p:nvPicPr>
          <p:cNvPr id="8" name="Content Placeholder 7" descr="A diagram of a triangle&#10;&#10;Description automatically generated">
            <a:extLst>
              <a:ext uri="{FF2B5EF4-FFF2-40B4-BE49-F238E27FC236}">
                <a16:creationId xmlns:a16="http://schemas.microsoft.com/office/drawing/2014/main" id="{552A6134-D604-B97D-E4CA-EA343E18ED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676251" y="1417638"/>
            <a:ext cx="5791498" cy="2743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 descr="A screenshot of a computer&#10;&#10;Description automatically generated">
            <a:extLst>
              <a:ext uri="{FF2B5EF4-FFF2-40B4-BE49-F238E27FC236}">
                <a16:creationId xmlns:a16="http://schemas.microsoft.com/office/drawing/2014/main" id="{5E74461C-0317-0C38-6336-A34BACDED1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4499" y="4440185"/>
            <a:ext cx="5855001" cy="200035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138A610-989D-6008-3022-B3B9ED5CDC2E}"/>
              </a:ext>
            </a:extLst>
          </p:cNvPr>
          <p:cNvSpPr txBox="1"/>
          <p:nvPr/>
        </p:nvSpPr>
        <p:spPr>
          <a:xfrm>
            <a:off x="4831081" y="5641943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45E87EB-D356-11A8-87E0-C62E7CCDB19A}"/>
              </a:ext>
            </a:extLst>
          </p:cNvPr>
          <p:cNvSpPr/>
          <p:nvPr/>
        </p:nvSpPr>
        <p:spPr>
          <a:xfrm>
            <a:off x="4811588" y="5712309"/>
            <a:ext cx="426719" cy="228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333333"/>
                </a:solidFill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3129270803"/>
      </p:ext>
    </p:extLst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80AE2-F92E-5AF0-01C1-82218D806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Geometry</a:t>
            </a:r>
          </a:p>
        </p:txBody>
      </p:sp>
      <p:pic>
        <p:nvPicPr>
          <p:cNvPr id="5" name="Content Placeholder 4" descr="A math equations on a white background&#10;&#10;Description automatically generated">
            <a:extLst>
              <a:ext uri="{FF2B5EF4-FFF2-40B4-BE49-F238E27FC236}">
                <a16:creationId xmlns:a16="http://schemas.microsoft.com/office/drawing/2014/main" id="{452D0C98-9061-88EA-6B7F-F5CAD00ADD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0129" y="1295400"/>
            <a:ext cx="2843742" cy="3931616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30DD1EF-1ED2-6367-15E8-595DBBF17B70}"/>
              </a:ext>
            </a:extLst>
          </p:cNvPr>
          <p:cNvSpPr/>
          <p:nvPr/>
        </p:nvSpPr>
        <p:spPr>
          <a:xfrm>
            <a:off x="3962400" y="4724400"/>
            <a:ext cx="152400" cy="228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333333"/>
                </a:solidFill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4058774868"/>
      </p:ext>
    </p:extLst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14419-6E09-2FD6-8456-03DF77D8B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170A0B-538B-43FA-A172-307355858B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Max pass time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Rules of Thumb</a:t>
            </a:r>
          </a:p>
          <a:p>
            <a:pPr lvl="1"/>
            <a:r>
              <a:rPr lang="en-US" sz="2000" dirty="0"/>
              <a:t>Average Pass = 80% of </a:t>
            </a:r>
            <a:r>
              <a:rPr lang="en-US" sz="2000" dirty="0" err="1"/>
              <a:t>Tmax</a:t>
            </a:r>
            <a:endParaRPr lang="en-US" sz="2000" dirty="0"/>
          </a:p>
          <a:p>
            <a:pPr lvl="1"/>
            <a:r>
              <a:rPr lang="en-US" sz="2000" dirty="0"/>
              <a:t>86% of passes will be longer than </a:t>
            </a:r>
            <a:r>
              <a:rPr lang="en-US" sz="2400" dirty="0" err="1"/>
              <a:t>T</a:t>
            </a:r>
            <a:r>
              <a:rPr lang="en-US" sz="2000" dirty="0" err="1"/>
              <a:t>max</a:t>
            </a:r>
            <a:r>
              <a:rPr lang="en-US" sz="2000" dirty="0"/>
              <a:t>/2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6" name="Picture 5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FFF5BB90-BF92-2C10-024C-D10D4E0552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5200" y="2209800"/>
            <a:ext cx="1663786" cy="539778"/>
          </a:xfrm>
          <a:prstGeom prst="rect">
            <a:avLst/>
          </a:prstGeom>
        </p:spPr>
      </p:pic>
      <p:pic>
        <p:nvPicPr>
          <p:cNvPr id="9" name="Picture 8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5B6D1700-A319-5648-CC47-13D0EE9BCF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4200" y="2813018"/>
            <a:ext cx="2559182" cy="615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809517"/>
      </p:ext>
    </p:extLst>
  </p:cSld>
  <p:clrMapOvr>
    <a:masterClrMapping/>
  </p:clrMapOvr>
  <p:transition spd="med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52058-A988-719C-D5A2-D717243E4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Constellation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4E76C-CC91-D192-FD97-6C40597384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Depends on your mission</a:t>
            </a:r>
          </a:p>
          <a:p>
            <a:pPr lvl="1"/>
            <a:r>
              <a:rPr lang="en-US" dirty="0"/>
              <a:t>Revisit rate (Planet: 14/day)</a:t>
            </a:r>
          </a:p>
          <a:p>
            <a:pPr lvl="1"/>
            <a:r>
              <a:rPr lang="en-US" dirty="0"/>
              <a:t>Max gap (SMAD: </a:t>
            </a:r>
            <a:r>
              <a:rPr lang="en-US" dirty="0" err="1"/>
              <a:t>FireSat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Spacecraft in view (GPS &gt;4)</a:t>
            </a:r>
          </a:p>
          <a:p>
            <a:pPr lvl="1"/>
            <a:r>
              <a:rPr lang="en-US" dirty="0"/>
              <a:t>% coverage</a:t>
            </a:r>
          </a:p>
          <a:p>
            <a:r>
              <a:rPr lang="en-US" dirty="0"/>
              <a:t>Proliferated Constellations</a:t>
            </a:r>
          </a:p>
        </p:txBody>
      </p:sp>
    </p:spTree>
    <p:extLst>
      <p:ext uri="{BB962C8B-B14F-4D97-AF65-F5344CB8AC3E}">
        <p14:creationId xmlns:p14="http://schemas.microsoft.com/office/powerpoint/2010/main" val="55776452"/>
      </p:ext>
    </p:extLst>
  </p:cSld>
  <p:clrMapOvr>
    <a:masterClrMapping/>
  </p:clrMapOvr>
  <p:transition spd="med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B064F-2941-DD21-C7C5-652ACC581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342FDE-4BCD-5C2B-1DA9-AE2C2AE869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If a future </a:t>
            </a:r>
            <a:r>
              <a:rPr lang="en-US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FalconSat</a:t>
            </a:r>
            <a:r>
              <a:rPr lang="en-US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is </a:t>
            </a:r>
            <a:r>
              <a:rPr lang="en-US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at circular orbit of 400km </a:t>
            </a:r>
            <a:r>
              <a:rPr lang="en-US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altitude with an inclination of 51.7 degrees, what is the estimated maximum pass </a:t>
            </a:r>
            <a:r>
              <a:rPr lang="en-US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time?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6010963"/>
      </p:ext>
    </p:extLst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TaxCatchAll xmlns="723aa48c-73f2-40da-86b1-f1ae286477fe" xsi:nil="true"/>
    <lcf76f155ced4ddcb4097134ff3c332f xmlns="7584c457-6b5a-4caa-be47-be979cbe6555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0C902C3CBC54D4FA7075784AD88F5EC" ma:contentTypeVersion="21" ma:contentTypeDescription="Create a new document." ma:contentTypeScope="" ma:versionID="c08fcfd817066be31f8f1ca0ac65db2f">
  <xsd:schema xmlns:xsd="http://www.w3.org/2001/XMLSchema" xmlns:xs="http://www.w3.org/2001/XMLSchema" xmlns:p="http://schemas.microsoft.com/office/2006/metadata/properties" xmlns:ns1="http://schemas.microsoft.com/sharepoint/v3" xmlns:ns2="7584c457-6b5a-4caa-be47-be979cbe6555" xmlns:ns3="723aa48c-73f2-40da-86b1-f1ae286477fe" targetNamespace="http://schemas.microsoft.com/office/2006/metadata/properties" ma:root="true" ma:fieldsID="795b92cbcc638951d3b8bb33cdebaea5" ns1:_="" ns2:_="" ns3:_="">
    <xsd:import namespace="http://schemas.microsoft.com/sharepoint/v3"/>
    <xsd:import namespace="7584c457-6b5a-4caa-be47-be979cbe6555"/>
    <xsd:import namespace="723aa48c-73f2-40da-86b1-f1ae286477f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1:_ip_UnifiedCompliancePolicyProperties" minOccurs="0"/>
                <xsd:element ref="ns1:_ip_UnifiedCompliancePolicyUIAction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ServiceOCR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584c457-6b5a-4caa-be47-be979cbe655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2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4" nillable="true" ma:taxonomy="true" ma:internalName="lcf76f155ced4ddcb4097134ff3c332f" ma:taxonomyFieldName="MediaServiceImageTags" ma:displayName="Image Tags" ma:readOnly="false" ma:fieldId="{5cf76f15-5ced-4ddc-b409-7134ff3c332f}" ma:taxonomyMulti="true" ma:sspId="d16a427a-858a-487d-80a3-21f23792e06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6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8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23aa48c-73f2-40da-86b1-f1ae286477fe" elementFormDefault="qualified">
    <xsd:import namespace="http://schemas.microsoft.com/office/2006/documentManagement/types"/>
    <xsd:import namespace="http://schemas.microsoft.com/office/infopath/2007/PartnerControls"/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5" nillable="true" ma:displayName="Taxonomy Catch All Column" ma:hidden="true" ma:list="{18387b12-f69f-4719-8b38-c3231d645ace}" ma:internalName="TaxCatchAll" ma:showField="CatchAllData" ma:web="723aa48c-73f2-40da-86b1-f1ae286477f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05763BC-15CC-4765-8E16-9809431AE7EC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1C402E9C-6C99-4B7B-BF51-52B5B7D602B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C893665-C055-4C40-B262-0D2CC031B133}"/>
</file>

<file path=docMetadata/LabelInfo.xml><?xml version="1.0" encoding="utf-8"?>
<clbl:labelList xmlns:clbl="http://schemas.microsoft.com/office/2020/mipLabelMetadata">
  <clbl:label id="{7ab80a06-f029-45c0-84d1-7dad19ce3c61}" enabled="0" method="" siteId="{7ab80a06-f029-45c0-84d1-7dad19ce3c6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7204</TotalTime>
  <Words>240</Words>
  <Application>Microsoft Office PowerPoint</Application>
  <PresentationFormat>On-screen Show (4:3)</PresentationFormat>
  <Paragraphs>68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-apple-system</vt:lpstr>
      <vt:lpstr>Arial</vt:lpstr>
      <vt:lpstr>Cambria Math</vt:lpstr>
      <vt:lpstr>Default Design</vt:lpstr>
      <vt:lpstr>Astrodynamics &amp; Mission Geometry</vt:lpstr>
      <vt:lpstr>PowerPoint Presentation</vt:lpstr>
      <vt:lpstr>Mission Planning</vt:lpstr>
      <vt:lpstr>Mission Orbits</vt:lpstr>
      <vt:lpstr>2 Body Equation Of Motion</vt:lpstr>
      <vt:lpstr>Perturbations</vt:lpstr>
      <vt:lpstr>Perturbations</vt:lpstr>
      <vt:lpstr>Perturbations</vt:lpstr>
      <vt:lpstr>Perturbation Equations</vt:lpstr>
      <vt:lpstr>RAAN </vt:lpstr>
      <vt:lpstr>Perturbation Equations</vt:lpstr>
      <vt:lpstr>Argument of Perigee</vt:lpstr>
      <vt:lpstr>Drag</vt:lpstr>
      <vt:lpstr>Drag</vt:lpstr>
      <vt:lpstr>Solar Cycle</vt:lpstr>
      <vt:lpstr>ISS</vt:lpstr>
      <vt:lpstr>ISS</vt:lpstr>
      <vt:lpstr>Geometry</vt:lpstr>
      <vt:lpstr>Geometry</vt:lpstr>
      <vt:lpstr>In View</vt:lpstr>
      <vt:lpstr>Constellation</vt:lpstr>
      <vt:lpstr>Example</vt:lpstr>
    </vt:vector>
  </TitlesOfParts>
  <Company>usafa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david.french</dc:creator>
  <cp:lastModifiedBy>Harris, Wyatt J Lt Col USAF USAFA DF/DFAS</cp:lastModifiedBy>
  <cp:revision>190</cp:revision>
  <cp:lastPrinted>2012-08-09T15:11:59Z</cp:lastPrinted>
  <dcterms:created xsi:type="dcterms:W3CDTF">2005-08-29T21:27:48Z</dcterms:created>
  <dcterms:modified xsi:type="dcterms:W3CDTF">2025-08-11T18:55:26Z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0x010100E0C902C3CBC54D4FA7075784AD88F5EC</vt:lpwstr>
  </property>
</Properties>
</file>