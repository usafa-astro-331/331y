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570" r:id="rId5"/>
    <p:sldId id="657" r:id="rId6"/>
    <p:sldId id="656" r:id="rId7"/>
    <p:sldId id="658" r:id="rId8"/>
    <p:sldId id="659" r:id="rId9"/>
    <p:sldId id="662" r:id="rId10"/>
    <p:sldId id="672" r:id="rId11"/>
    <p:sldId id="673" r:id="rId12"/>
    <p:sldId id="660" r:id="rId13"/>
    <p:sldId id="661" r:id="rId14"/>
    <p:sldId id="674" r:id="rId15"/>
    <p:sldId id="677" r:id="rId16"/>
    <p:sldId id="663" r:id="rId17"/>
    <p:sldId id="665" r:id="rId18"/>
    <p:sldId id="666" r:id="rId19"/>
    <p:sldId id="667" r:id="rId20"/>
    <p:sldId id="668" r:id="rId21"/>
    <p:sldId id="675" r:id="rId22"/>
    <p:sldId id="678" r:id="rId23"/>
    <p:sldId id="669" r:id="rId24"/>
    <p:sldId id="670" r:id="rId25"/>
    <p:sldId id="676" r:id="rId26"/>
  </p:sldIdLst>
  <p:sldSz cx="9144000" cy="6858000" type="screen4x3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FF0066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43BF65-A140-4F79-A148-BCC60049A8C3}" v="1" dt="2025-08-20T15:07:52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34" autoAdjust="0"/>
    <p:restoredTop sz="86111" autoAdjust="0"/>
  </p:normalViewPr>
  <p:slideViewPr>
    <p:cSldViewPr>
      <p:cViewPr varScale="1">
        <p:scale>
          <a:sx n="59" d="100"/>
          <a:sy n="59" d="100"/>
        </p:scale>
        <p:origin x="2011" y="27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ler, Jonathan M Lt Col USSF USAFA DF/DFAS" userId="d003cf6e-ed25-45fa-8706-5841241c5d7b" providerId="ADAL" clId="{DBD7AAFA-013E-4BB1-90AF-C5CD1777A94F}"/>
    <pc:docChg chg="addSld delSld modSld">
      <pc:chgData name="Miller, Jonathan M Lt Col USSF USAFA DF/DFAS" userId="d003cf6e-ed25-45fa-8706-5841241c5d7b" providerId="ADAL" clId="{DBD7AAFA-013E-4BB1-90AF-C5CD1777A94F}" dt="2025-01-21T15:48:22.249" v="23" actId="1076"/>
      <pc:docMkLst>
        <pc:docMk/>
      </pc:docMkLst>
      <pc:sldChg chg="modSp">
        <pc:chgData name="Miller, Jonathan M Lt Col USSF USAFA DF/DFAS" userId="d003cf6e-ed25-45fa-8706-5841241c5d7b" providerId="ADAL" clId="{DBD7AAFA-013E-4BB1-90AF-C5CD1777A94F}" dt="2025-01-21T06:41:11.103" v="1" actId="1036"/>
        <pc:sldMkLst>
          <pc:docMk/>
          <pc:sldMk cId="2122021606" sldId="665"/>
        </pc:sldMkLst>
      </pc:sldChg>
      <pc:sldChg chg="del">
        <pc:chgData name="Miller, Jonathan M Lt Col USSF USAFA DF/DFAS" userId="d003cf6e-ed25-45fa-8706-5841241c5d7b" providerId="ADAL" clId="{DBD7AAFA-013E-4BB1-90AF-C5CD1777A94F}" dt="2025-01-16T21:07:34.681" v="0" actId="47"/>
        <pc:sldMkLst>
          <pc:docMk/>
          <pc:sldMk cId="2880232740" sldId="671"/>
        </pc:sldMkLst>
      </pc:sldChg>
      <pc:sldChg chg="addSp delSp modSp new">
        <pc:chgData name="Miller, Jonathan M Lt Col USSF USAFA DF/DFAS" userId="d003cf6e-ed25-45fa-8706-5841241c5d7b" providerId="ADAL" clId="{DBD7AAFA-013E-4BB1-90AF-C5CD1777A94F}" dt="2025-01-21T15:46:54.443" v="5" actId="962"/>
        <pc:sldMkLst>
          <pc:docMk/>
          <pc:sldMk cId="2004206131" sldId="677"/>
        </pc:sldMkLst>
      </pc:sldChg>
      <pc:sldChg chg="addSp delSp modSp new mod modAnim">
        <pc:chgData name="Miller, Jonathan M Lt Col USSF USAFA DF/DFAS" userId="d003cf6e-ed25-45fa-8706-5841241c5d7b" providerId="ADAL" clId="{DBD7AAFA-013E-4BB1-90AF-C5CD1777A94F}" dt="2025-01-21T15:48:22.249" v="23" actId="1076"/>
        <pc:sldMkLst>
          <pc:docMk/>
          <pc:sldMk cId="1259030563" sldId="678"/>
        </pc:sldMkLst>
      </pc:sldChg>
      <pc:sldChg chg="new del">
        <pc:chgData name="Miller, Jonathan M Lt Col USSF USAFA DF/DFAS" userId="d003cf6e-ed25-45fa-8706-5841241c5d7b" providerId="ADAL" clId="{DBD7AAFA-013E-4BB1-90AF-C5CD1777A94F}" dt="2025-01-21T15:47:03.560" v="7" actId="47"/>
        <pc:sldMkLst>
          <pc:docMk/>
          <pc:sldMk cId="3084397143" sldId="678"/>
        </pc:sldMkLst>
      </pc:sldChg>
    </pc:docChg>
  </pc:docChgLst>
  <pc:docChgLst>
    <pc:chgData name="Miller, Jonathan M Lt Col USSF USAFA DF/DFAS" userId="d003cf6e-ed25-45fa-8706-5841241c5d7b" providerId="ADAL" clId="{F3ECE0BE-0BD2-4026-B766-90F38903BCE9}"/>
    <pc:docChg chg="undo redo custSel addSld delSld modSld sldOrd">
      <pc:chgData name="Miller, Jonathan M Lt Col USSF USAFA DF/DFAS" userId="d003cf6e-ed25-45fa-8706-5841241c5d7b" providerId="ADAL" clId="{F3ECE0BE-0BD2-4026-B766-90F38903BCE9}" dt="2024-08-22T15:19:20.677" v="754" actId="1076"/>
      <pc:docMkLst>
        <pc:docMk/>
      </pc:docMkLst>
      <pc:sldChg chg="addSp delSp modSp mod">
        <pc:chgData name="Miller, Jonathan M Lt Col USSF USAFA DF/DFAS" userId="d003cf6e-ed25-45fa-8706-5841241c5d7b" providerId="ADAL" clId="{F3ECE0BE-0BD2-4026-B766-90F38903BCE9}" dt="2024-08-22T05:06:15.364" v="679" actId="1076"/>
        <pc:sldMkLst>
          <pc:docMk/>
          <pc:sldMk cId="0" sldId="570"/>
        </pc:sldMkLst>
      </pc:sldChg>
      <pc:sldChg chg="del">
        <pc:chgData name="Miller, Jonathan M Lt Col USSF USAFA DF/DFAS" userId="d003cf6e-ed25-45fa-8706-5841241c5d7b" providerId="ADAL" clId="{F3ECE0BE-0BD2-4026-B766-90F38903BCE9}" dt="2024-08-22T05:01:42.230" v="666" actId="47"/>
        <pc:sldMkLst>
          <pc:docMk/>
          <pc:sldMk cId="1399834370" sldId="644"/>
        </pc:sldMkLst>
      </pc:sldChg>
      <pc:sldChg chg="del">
        <pc:chgData name="Miller, Jonathan M Lt Col USSF USAFA DF/DFAS" userId="d003cf6e-ed25-45fa-8706-5841241c5d7b" providerId="ADAL" clId="{F3ECE0BE-0BD2-4026-B766-90F38903BCE9}" dt="2024-08-22T05:01:42.230" v="666" actId="47"/>
        <pc:sldMkLst>
          <pc:docMk/>
          <pc:sldMk cId="1282658491" sldId="645"/>
        </pc:sldMkLst>
      </pc:sldChg>
      <pc:sldChg chg="del">
        <pc:chgData name="Miller, Jonathan M Lt Col USSF USAFA DF/DFAS" userId="d003cf6e-ed25-45fa-8706-5841241c5d7b" providerId="ADAL" clId="{F3ECE0BE-0BD2-4026-B766-90F38903BCE9}" dt="2024-08-22T05:01:42.230" v="666" actId="47"/>
        <pc:sldMkLst>
          <pc:docMk/>
          <pc:sldMk cId="3597105453" sldId="646"/>
        </pc:sldMkLst>
      </pc:sldChg>
      <pc:sldChg chg="del">
        <pc:chgData name="Miller, Jonathan M Lt Col USSF USAFA DF/DFAS" userId="d003cf6e-ed25-45fa-8706-5841241c5d7b" providerId="ADAL" clId="{F3ECE0BE-0BD2-4026-B766-90F38903BCE9}" dt="2024-08-22T05:01:42.230" v="666" actId="47"/>
        <pc:sldMkLst>
          <pc:docMk/>
          <pc:sldMk cId="1925397997" sldId="647"/>
        </pc:sldMkLst>
      </pc:sldChg>
      <pc:sldChg chg="del">
        <pc:chgData name="Miller, Jonathan M Lt Col USSF USAFA DF/DFAS" userId="d003cf6e-ed25-45fa-8706-5841241c5d7b" providerId="ADAL" clId="{F3ECE0BE-0BD2-4026-B766-90F38903BCE9}" dt="2024-08-22T05:01:42.230" v="666" actId="47"/>
        <pc:sldMkLst>
          <pc:docMk/>
          <pc:sldMk cId="3358751100" sldId="648"/>
        </pc:sldMkLst>
      </pc:sldChg>
      <pc:sldChg chg="del">
        <pc:chgData name="Miller, Jonathan M Lt Col USSF USAFA DF/DFAS" userId="d003cf6e-ed25-45fa-8706-5841241c5d7b" providerId="ADAL" clId="{F3ECE0BE-0BD2-4026-B766-90F38903BCE9}" dt="2024-08-22T05:01:42.230" v="666" actId="47"/>
        <pc:sldMkLst>
          <pc:docMk/>
          <pc:sldMk cId="3757882704" sldId="649"/>
        </pc:sldMkLst>
      </pc:sldChg>
      <pc:sldChg chg="del">
        <pc:chgData name="Miller, Jonathan M Lt Col USSF USAFA DF/DFAS" userId="d003cf6e-ed25-45fa-8706-5841241c5d7b" providerId="ADAL" clId="{F3ECE0BE-0BD2-4026-B766-90F38903BCE9}" dt="2024-08-22T05:01:42.230" v="666" actId="47"/>
        <pc:sldMkLst>
          <pc:docMk/>
          <pc:sldMk cId="3607782969" sldId="650"/>
        </pc:sldMkLst>
      </pc:sldChg>
      <pc:sldChg chg="del">
        <pc:chgData name="Miller, Jonathan M Lt Col USSF USAFA DF/DFAS" userId="d003cf6e-ed25-45fa-8706-5841241c5d7b" providerId="ADAL" clId="{F3ECE0BE-0BD2-4026-B766-90F38903BCE9}" dt="2024-08-22T05:01:42.230" v="666" actId="47"/>
        <pc:sldMkLst>
          <pc:docMk/>
          <pc:sldMk cId="964575890" sldId="651"/>
        </pc:sldMkLst>
      </pc:sldChg>
      <pc:sldChg chg="del">
        <pc:chgData name="Miller, Jonathan M Lt Col USSF USAFA DF/DFAS" userId="d003cf6e-ed25-45fa-8706-5841241c5d7b" providerId="ADAL" clId="{F3ECE0BE-0BD2-4026-B766-90F38903BCE9}" dt="2024-08-22T05:01:42.230" v="666" actId="47"/>
        <pc:sldMkLst>
          <pc:docMk/>
          <pc:sldMk cId="1682150174" sldId="652"/>
        </pc:sldMkLst>
      </pc:sldChg>
      <pc:sldChg chg="del">
        <pc:chgData name="Miller, Jonathan M Lt Col USSF USAFA DF/DFAS" userId="d003cf6e-ed25-45fa-8706-5841241c5d7b" providerId="ADAL" clId="{F3ECE0BE-0BD2-4026-B766-90F38903BCE9}" dt="2024-08-22T05:01:42.230" v="666" actId="47"/>
        <pc:sldMkLst>
          <pc:docMk/>
          <pc:sldMk cId="705064549" sldId="653"/>
        </pc:sldMkLst>
      </pc:sldChg>
      <pc:sldChg chg="del">
        <pc:chgData name="Miller, Jonathan M Lt Col USSF USAFA DF/DFAS" userId="d003cf6e-ed25-45fa-8706-5841241c5d7b" providerId="ADAL" clId="{F3ECE0BE-0BD2-4026-B766-90F38903BCE9}" dt="2024-08-22T05:01:42.230" v="666" actId="47"/>
        <pc:sldMkLst>
          <pc:docMk/>
          <pc:sldMk cId="2505403990" sldId="654"/>
        </pc:sldMkLst>
      </pc:sldChg>
      <pc:sldChg chg="del">
        <pc:chgData name="Miller, Jonathan M Lt Col USSF USAFA DF/DFAS" userId="d003cf6e-ed25-45fa-8706-5841241c5d7b" providerId="ADAL" clId="{F3ECE0BE-0BD2-4026-B766-90F38903BCE9}" dt="2024-08-22T05:01:42.230" v="666" actId="47"/>
        <pc:sldMkLst>
          <pc:docMk/>
          <pc:sldMk cId="3858751774" sldId="655"/>
        </pc:sldMkLst>
      </pc:sldChg>
      <pc:sldChg chg="add del">
        <pc:chgData name="Miller, Jonathan M Lt Col USSF USAFA DF/DFAS" userId="d003cf6e-ed25-45fa-8706-5841241c5d7b" providerId="ADAL" clId="{F3ECE0BE-0BD2-4026-B766-90F38903BCE9}" dt="2024-08-22T04:11:57.099" v="11" actId="47"/>
        <pc:sldMkLst>
          <pc:docMk/>
          <pc:sldMk cId="3245624860" sldId="656"/>
        </pc:sldMkLst>
      </pc:sldChg>
      <pc:sldChg chg="modSp new mod modAnim">
        <pc:chgData name="Miller, Jonathan M Lt Col USSF USAFA DF/DFAS" userId="d003cf6e-ed25-45fa-8706-5841241c5d7b" providerId="ADAL" clId="{F3ECE0BE-0BD2-4026-B766-90F38903BCE9}" dt="2024-08-22T04:13:25.146" v="51" actId="5793"/>
        <pc:sldMkLst>
          <pc:docMk/>
          <pc:sldMk cId="4211932261" sldId="656"/>
        </pc:sldMkLst>
      </pc:sldChg>
      <pc:sldChg chg="modSp new mod">
        <pc:chgData name="Miller, Jonathan M Lt Col USSF USAFA DF/DFAS" userId="d003cf6e-ed25-45fa-8706-5841241c5d7b" providerId="ADAL" clId="{F3ECE0BE-0BD2-4026-B766-90F38903BCE9}" dt="2024-08-22T04:14:58.674" v="82" actId="6549"/>
        <pc:sldMkLst>
          <pc:docMk/>
          <pc:sldMk cId="2747663572" sldId="657"/>
        </pc:sldMkLst>
      </pc:sldChg>
      <pc:sldChg chg="addSp modSp new mod">
        <pc:chgData name="Miller, Jonathan M Lt Col USSF USAFA DF/DFAS" userId="d003cf6e-ed25-45fa-8706-5841241c5d7b" providerId="ADAL" clId="{F3ECE0BE-0BD2-4026-B766-90F38903BCE9}" dt="2024-08-22T04:19:50.675" v="189" actId="692"/>
        <pc:sldMkLst>
          <pc:docMk/>
          <pc:sldMk cId="1000993053" sldId="658"/>
        </pc:sldMkLst>
      </pc:sldChg>
      <pc:sldChg chg="addSp delSp modSp new mod">
        <pc:chgData name="Miller, Jonathan M Lt Col USSF USAFA DF/DFAS" userId="d003cf6e-ed25-45fa-8706-5841241c5d7b" providerId="ADAL" clId="{F3ECE0BE-0BD2-4026-B766-90F38903BCE9}" dt="2024-08-22T04:26:24.334" v="331" actId="1076"/>
        <pc:sldMkLst>
          <pc:docMk/>
          <pc:sldMk cId="2033814815" sldId="659"/>
        </pc:sldMkLst>
      </pc:sldChg>
      <pc:sldChg chg="addSp delSp modSp new ord modNotesTx">
        <pc:chgData name="Miller, Jonathan M Lt Col USSF USAFA DF/DFAS" userId="d003cf6e-ed25-45fa-8706-5841241c5d7b" providerId="ADAL" clId="{F3ECE0BE-0BD2-4026-B766-90F38903BCE9}" dt="2024-08-22T15:10:20.648" v="693"/>
        <pc:sldMkLst>
          <pc:docMk/>
          <pc:sldMk cId="2484926228" sldId="660"/>
        </pc:sldMkLst>
      </pc:sldChg>
      <pc:sldChg chg="addSp delSp modSp new ord modNotesTx">
        <pc:chgData name="Miller, Jonathan M Lt Col USSF USAFA DF/DFAS" userId="d003cf6e-ed25-45fa-8706-5841241c5d7b" providerId="ADAL" clId="{F3ECE0BE-0BD2-4026-B766-90F38903BCE9}" dt="2024-08-22T15:10:20.648" v="693"/>
        <pc:sldMkLst>
          <pc:docMk/>
          <pc:sldMk cId="2688073763" sldId="661"/>
        </pc:sldMkLst>
      </pc:sldChg>
      <pc:sldChg chg="addSp delSp modSp new mod">
        <pc:chgData name="Miller, Jonathan M Lt Col USSF USAFA DF/DFAS" userId="d003cf6e-ed25-45fa-8706-5841241c5d7b" providerId="ADAL" clId="{F3ECE0BE-0BD2-4026-B766-90F38903BCE9}" dt="2024-08-22T15:10:07.759" v="691" actId="1076"/>
        <pc:sldMkLst>
          <pc:docMk/>
          <pc:sldMk cId="2725908121" sldId="662"/>
        </pc:sldMkLst>
      </pc:sldChg>
      <pc:sldChg chg="delSp modSp new mod">
        <pc:chgData name="Miller, Jonathan M Lt Col USSF USAFA DF/DFAS" userId="d003cf6e-ed25-45fa-8706-5841241c5d7b" providerId="ADAL" clId="{F3ECE0BE-0BD2-4026-B766-90F38903BCE9}" dt="2024-08-22T04:36:36.020" v="521" actId="1076"/>
        <pc:sldMkLst>
          <pc:docMk/>
          <pc:sldMk cId="1873425784" sldId="663"/>
        </pc:sldMkLst>
      </pc:sldChg>
      <pc:sldChg chg="addSp delSp modSp new del mod setBg">
        <pc:chgData name="Miller, Jonathan M Lt Col USSF USAFA DF/DFAS" userId="d003cf6e-ed25-45fa-8706-5841241c5d7b" providerId="ADAL" clId="{F3ECE0BE-0BD2-4026-B766-90F38903BCE9}" dt="2024-08-22T04:34:18.553" v="460" actId="47"/>
        <pc:sldMkLst>
          <pc:docMk/>
          <pc:sldMk cId="3380003981" sldId="664"/>
        </pc:sldMkLst>
      </pc:sldChg>
      <pc:sldChg chg="addSp delSp modSp new mod modNotesTx">
        <pc:chgData name="Miller, Jonathan M Lt Col USSF USAFA DF/DFAS" userId="d003cf6e-ed25-45fa-8706-5841241c5d7b" providerId="ADAL" clId="{F3ECE0BE-0BD2-4026-B766-90F38903BCE9}" dt="2024-08-22T04:35:44.254" v="517" actId="20577"/>
        <pc:sldMkLst>
          <pc:docMk/>
          <pc:sldMk cId="2122021606" sldId="665"/>
        </pc:sldMkLst>
      </pc:sldChg>
      <pc:sldChg chg="addSp delSp modSp new mod modNotesTx">
        <pc:chgData name="Miller, Jonathan M Lt Col USSF USAFA DF/DFAS" userId="d003cf6e-ed25-45fa-8706-5841241c5d7b" providerId="ADAL" clId="{F3ECE0BE-0BD2-4026-B766-90F38903BCE9}" dt="2024-08-22T04:40:50.497" v="558"/>
        <pc:sldMkLst>
          <pc:docMk/>
          <pc:sldMk cId="269192577" sldId="666"/>
        </pc:sldMkLst>
      </pc:sldChg>
      <pc:sldChg chg="addSp delSp modSp new mod">
        <pc:chgData name="Miller, Jonathan M Lt Col USSF USAFA DF/DFAS" userId="d003cf6e-ed25-45fa-8706-5841241c5d7b" providerId="ADAL" clId="{F3ECE0BE-0BD2-4026-B766-90F38903BCE9}" dt="2024-08-22T04:43:04.768" v="581" actId="20577"/>
        <pc:sldMkLst>
          <pc:docMk/>
          <pc:sldMk cId="2036355729" sldId="667"/>
        </pc:sldMkLst>
      </pc:sldChg>
      <pc:sldChg chg="addSp delSp modSp new mod">
        <pc:chgData name="Miller, Jonathan M Lt Col USSF USAFA DF/DFAS" userId="d003cf6e-ed25-45fa-8706-5841241c5d7b" providerId="ADAL" clId="{F3ECE0BE-0BD2-4026-B766-90F38903BCE9}" dt="2024-08-22T04:52:09.792" v="625" actId="1076"/>
        <pc:sldMkLst>
          <pc:docMk/>
          <pc:sldMk cId="1253123981" sldId="668"/>
        </pc:sldMkLst>
      </pc:sldChg>
      <pc:sldChg chg="modSp new mod">
        <pc:chgData name="Miller, Jonathan M Lt Col USSF USAFA DF/DFAS" userId="d003cf6e-ed25-45fa-8706-5841241c5d7b" providerId="ADAL" clId="{F3ECE0BE-0BD2-4026-B766-90F38903BCE9}" dt="2024-08-22T04:53:30.417" v="640" actId="13926"/>
        <pc:sldMkLst>
          <pc:docMk/>
          <pc:sldMk cId="606115471" sldId="669"/>
        </pc:sldMkLst>
      </pc:sldChg>
      <pc:sldChg chg="addSp delSp modSp new mod">
        <pc:chgData name="Miller, Jonathan M Lt Col USSF USAFA DF/DFAS" userId="d003cf6e-ed25-45fa-8706-5841241c5d7b" providerId="ADAL" clId="{F3ECE0BE-0BD2-4026-B766-90F38903BCE9}" dt="2024-08-22T04:56:27.617" v="665" actId="1076"/>
        <pc:sldMkLst>
          <pc:docMk/>
          <pc:sldMk cId="2986713232" sldId="670"/>
        </pc:sldMkLst>
      </pc:sldChg>
      <pc:sldChg chg="addSp delSp modSp new mod">
        <pc:chgData name="Miller, Jonathan M Lt Col USSF USAFA DF/DFAS" userId="d003cf6e-ed25-45fa-8706-5841241c5d7b" providerId="ADAL" clId="{F3ECE0BE-0BD2-4026-B766-90F38903BCE9}" dt="2024-08-22T05:03:40.686" v="668" actId="22"/>
        <pc:sldMkLst>
          <pc:docMk/>
          <pc:sldMk cId="2880232740" sldId="671"/>
        </pc:sldMkLst>
      </pc:sldChg>
      <pc:sldChg chg="addSp modSp new ord">
        <pc:chgData name="Miller, Jonathan M Lt Col USSF USAFA DF/DFAS" userId="d003cf6e-ed25-45fa-8706-5841241c5d7b" providerId="ADAL" clId="{F3ECE0BE-0BD2-4026-B766-90F38903BCE9}" dt="2024-08-22T15:10:26.611" v="695"/>
        <pc:sldMkLst>
          <pc:docMk/>
          <pc:sldMk cId="1108092489" sldId="672"/>
        </pc:sldMkLst>
      </pc:sldChg>
      <pc:sldChg chg="addSp delSp modSp new mod">
        <pc:chgData name="Miller, Jonathan M Lt Col USSF USAFA DF/DFAS" userId="d003cf6e-ed25-45fa-8706-5841241c5d7b" providerId="ADAL" clId="{F3ECE0BE-0BD2-4026-B766-90F38903BCE9}" dt="2024-08-22T15:11:20.001" v="699" actId="14100"/>
        <pc:sldMkLst>
          <pc:docMk/>
          <pc:sldMk cId="1968865052" sldId="673"/>
        </pc:sldMkLst>
      </pc:sldChg>
      <pc:sldChg chg="addSp delSp modSp new mod">
        <pc:chgData name="Miller, Jonathan M Lt Col USSF USAFA DF/DFAS" userId="d003cf6e-ed25-45fa-8706-5841241c5d7b" providerId="ADAL" clId="{F3ECE0BE-0BD2-4026-B766-90F38903BCE9}" dt="2024-08-22T15:12:23.121" v="736" actId="20577"/>
        <pc:sldMkLst>
          <pc:docMk/>
          <pc:sldMk cId="786626779" sldId="674"/>
        </pc:sldMkLst>
      </pc:sldChg>
      <pc:sldChg chg="addSp delSp modSp new">
        <pc:chgData name="Miller, Jonathan M Lt Col USSF USAFA DF/DFAS" userId="d003cf6e-ed25-45fa-8706-5841241c5d7b" providerId="ADAL" clId="{F3ECE0BE-0BD2-4026-B766-90F38903BCE9}" dt="2024-08-22T15:12:43.450" v="743" actId="1076"/>
        <pc:sldMkLst>
          <pc:docMk/>
          <pc:sldMk cId="2957876105" sldId="675"/>
        </pc:sldMkLst>
      </pc:sldChg>
      <pc:sldChg chg="addSp delSp modSp new mod">
        <pc:chgData name="Miller, Jonathan M Lt Col USSF USAFA DF/DFAS" userId="d003cf6e-ed25-45fa-8706-5841241c5d7b" providerId="ADAL" clId="{F3ECE0BE-0BD2-4026-B766-90F38903BCE9}" dt="2024-08-22T15:19:20.677" v="754" actId="1076"/>
        <pc:sldMkLst>
          <pc:docMk/>
          <pc:sldMk cId="2186598816" sldId="676"/>
        </pc:sldMkLst>
      </pc:sldChg>
    </pc:docChg>
  </pc:docChgLst>
  <pc:docChgLst>
    <pc:chgData name="Seeger, Jon L C2C USAF USAFA CW/CS29" userId="S::c26jon.seeger@afacademy.af.edu::ea1c29b8-1f96-4d9d-b7d8-46c754044abc" providerId="AD" clId="Web-{E1E19484-53D3-4B53-A322-FDC8B8C84080}"/>
    <pc:docChg chg="modSld">
      <pc:chgData name="Seeger, Jon L C2C USAF USAFA CW/CS29" userId="S::c26jon.seeger@afacademy.af.edu::ea1c29b8-1f96-4d9d-b7d8-46c754044abc" providerId="AD" clId="Web-{E1E19484-53D3-4B53-A322-FDC8B8C84080}" dt="2025-02-06T05:21:46.541" v="1" actId="1076"/>
      <pc:docMkLst>
        <pc:docMk/>
      </pc:docMkLst>
      <pc:sldChg chg="modSp">
        <pc:chgData name="Seeger, Jon L C2C USAF USAFA CW/CS29" userId="S::c26jon.seeger@afacademy.af.edu::ea1c29b8-1f96-4d9d-b7d8-46c754044abc" providerId="AD" clId="Web-{E1E19484-53D3-4B53-A322-FDC8B8C84080}" dt="2025-02-06T05:21:46.541" v="1" actId="1076"/>
        <pc:sldMkLst>
          <pc:docMk/>
          <pc:sldMk cId="2957876105" sldId="6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43979" cy="465773"/>
          </a:xfrm>
          <a:prstGeom prst="rect">
            <a:avLst/>
          </a:prstGeom>
        </p:spPr>
        <p:txBody>
          <a:bodyPr vert="horz" lIns="93317" tIns="46659" rIns="93317" bIns="4665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7531" y="0"/>
            <a:ext cx="3043979" cy="465773"/>
          </a:xfrm>
          <a:prstGeom prst="rect">
            <a:avLst/>
          </a:prstGeom>
        </p:spPr>
        <p:txBody>
          <a:bodyPr vert="horz" lIns="93317" tIns="46659" rIns="93317" bIns="46659" rtlCol="0"/>
          <a:lstStyle>
            <a:lvl1pPr algn="r">
              <a:defRPr sz="1200"/>
            </a:lvl1pPr>
          </a:lstStyle>
          <a:p>
            <a:pPr>
              <a:defRPr/>
            </a:pPr>
            <a:fld id="{31687C92-D099-43A9-B1E5-793A8B9DD779}" type="datetimeFigureOut">
              <a:rPr lang="en-US"/>
              <a:pPr>
                <a:defRPr/>
              </a:pPr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41738"/>
            <a:ext cx="3043979" cy="465773"/>
          </a:xfrm>
          <a:prstGeom prst="rect">
            <a:avLst/>
          </a:prstGeom>
        </p:spPr>
        <p:txBody>
          <a:bodyPr vert="horz" lIns="93317" tIns="46659" rIns="93317" bIns="4665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7531" y="8841738"/>
            <a:ext cx="3043979" cy="465773"/>
          </a:xfrm>
          <a:prstGeom prst="rect">
            <a:avLst/>
          </a:prstGeom>
        </p:spPr>
        <p:txBody>
          <a:bodyPr vert="horz" lIns="93317" tIns="46659" rIns="93317" bIns="46659" rtlCol="0" anchor="b"/>
          <a:lstStyle>
            <a:lvl1pPr algn="r">
              <a:defRPr sz="1200"/>
            </a:lvl1pPr>
          </a:lstStyle>
          <a:p>
            <a:pPr>
              <a:defRPr/>
            </a:pPr>
            <a:fld id="{7B15040C-6E88-4BFF-9196-21D1001C9A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590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43979" cy="46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7531" y="0"/>
            <a:ext cx="3043979" cy="46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4550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7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2946" y="4422459"/>
            <a:ext cx="5617208" cy="4188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7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41738"/>
            <a:ext cx="3043979" cy="46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59" rIns="93317" bIns="4665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7531" y="8841738"/>
            <a:ext cx="3043979" cy="46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59" rIns="93317" bIns="4665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A82AE8-4410-479A-ABC2-E87FE01012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203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differential polarization of sunny sky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circ polarizing filter on wide angle lens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uninspiring subject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fix: photoshop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A82AE8-4410-479A-ABC2-E87FE010125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16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banding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often see on big screen TVs with DVDs/streaming content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insufficient color depth (this photo has 4-bit color—how many colors is that?)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fix: Dolby color/HDR/10-bit color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A82AE8-4410-479A-ABC2-E87FE010125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79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bits/4 levels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A82AE8-4410-479A-ABC2-E87FE010125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47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voltage (you will do this today)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brightness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current?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acceleration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force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loudness/sound pressure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A82AE8-4410-479A-ABC2-E87FE010125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50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A2ED0-7B37-48FA-BF1A-6C2923EBE3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281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F71B5-7CC7-42C9-9B7D-4BE09772ED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82605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74E1A-88DC-4289-BC2F-C0A52F7B56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97998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36E9A1-516B-4C15-A2C6-E8E12404D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8937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BB52B-3DFD-48AD-9CB6-583188EE5E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1337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CDE63E-20C9-4436-BC2C-1F7E7AC93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20180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9B9DB-4BE5-460F-ABE5-106E55B37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89276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CC497-304F-4D07-B956-A2FD1E50B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37826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055ED-F717-423E-B25C-681062F6EB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1872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ABED78-0132-46D7-A19E-E8E32750D6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18948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3985F-6A68-4DA4-A9A3-86A8FA2386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36316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B8B6659-4281-4089-8436-E653C42A1B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verleaf.com/read/mkfdycznthxz#02e935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09600" y="-152400"/>
            <a:ext cx="7772400" cy="1470025"/>
          </a:xfrm>
        </p:spPr>
        <p:txBody>
          <a:bodyPr/>
          <a:lstStyle/>
          <a:p>
            <a:r>
              <a:rPr lang="en-US" b="1" dirty="0"/>
              <a:t>Metrology</a:t>
            </a:r>
          </a:p>
        </p:txBody>
      </p:sp>
      <p:pic>
        <p:nvPicPr>
          <p:cNvPr id="4" name="Picture 3" descr="A dinosaur playing a game&#10;&#10;Description automatically generated">
            <a:extLst>
              <a:ext uri="{FF2B5EF4-FFF2-40B4-BE49-F238E27FC236}">
                <a16:creationId xmlns:a16="http://schemas.microsoft.com/office/drawing/2014/main" id="{477DC396-C080-46C9-CA6C-1292E4E442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65" b="29213"/>
          <a:stretch/>
        </p:blipFill>
        <p:spPr>
          <a:xfrm>
            <a:off x="2009080" y="1676400"/>
            <a:ext cx="4973439" cy="454977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98FA4-E46E-049C-21F1-D8B6A205F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Electrical Pre-Lab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10BCE-0AE4-D758-D245-6539B1932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u="sng" dirty="0"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https://www.overleaf.com/read/mkfdycznthxz#02e935</a:t>
            </a:r>
            <a:endParaRPr lang="en-US" b="0" i="0" dirty="0"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review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copy this project for your own prelab—use as a template for your own report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create 3 empty projects (per group) for your 3 lab reports</a:t>
            </a:r>
          </a:p>
          <a:p>
            <a:b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663572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136A-8E34-BAC1-BF8E-F2CFA7876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DAA41-8E56-E1EB-2C20-25DA5C608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Metrology?</a:t>
            </a:r>
          </a:p>
          <a:p>
            <a:pPr marL="0" indent="0">
              <a:buNone/>
            </a:pPr>
            <a:r>
              <a:rPr lang="en-US" dirty="0">
                <a:latin typeface="-apple-system"/>
              </a:rPr>
              <a:t>T</a:t>
            </a:r>
            <a:r>
              <a:rPr lang="en-US" b="0" i="0" dirty="0">
                <a:effectLst/>
                <a:latin typeface="-apple-system"/>
              </a:rPr>
              <a:t>he science of measurement, embracing both experimental and theoretical determinations at any level of uncertainty in any field of science and technology -International Bureau of Weights and Measures (BIPM)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9322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73496-6293-B0C1-9E79-DC0036F45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Measurements From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7DB0-654A-5F35-2B11-035A0DC74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we measure?</a:t>
            </a:r>
          </a:p>
          <a:p>
            <a:r>
              <a:rPr lang="en-US" dirty="0"/>
              <a:t>How/what kind of measurements?</a:t>
            </a:r>
          </a:p>
          <a:p>
            <a:r>
              <a:rPr lang="en-US" dirty="0"/>
              <a:t>Analog        Digital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7C86BAA-9945-B050-1B6E-767710CBB694}"/>
              </a:ext>
            </a:extLst>
          </p:cNvPr>
          <p:cNvCxnSpPr/>
          <p:nvPr/>
        </p:nvCxnSpPr>
        <p:spPr>
          <a:xfrm>
            <a:off x="2286000" y="3048000"/>
            <a:ext cx="5334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993053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130E-83CE-2845-49D0-76454354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of Events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A8DAE4D-A148-0BAF-9BE8-F7FB2CA67F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2351777"/>
              </p:ext>
            </p:extLst>
          </p:nvPr>
        </p:nvGraphicFramePr>
        <p:xfrm>
          <a:off x="1333500" y="2133600"/>
          <a:ext cx="6477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1061622733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50962075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322325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1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Real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92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545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503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Radio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10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Photons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24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Radio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298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833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342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345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814815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3F4AF-480C-6EBA-4B1E-7322BBF7A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Quantization/Discretization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E9132B-7C9C-8190-B84A-287FA7589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734"/>
          <a:stretch/>
        </p:blipFill>
        <p:spPr>
          <a:xfrm>
            <a:off x="780521" y="2362200"/>
            <a:ext cx="7582958" cy="3439069"/>
          </a:xfrm>
        </p:spPr>
      </p:pic>
    </p:spTree>
    <p:extLst>
      <p:ext uri="{BB962C8B-B14F-4D97-AF65-F5344CB8AC3E}">
        <p14:creationId xmlns:p14="http://schemas.microsoft.com/office/powerpoint/2010/main" val="2725908121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0D22-CF4D-BC79-19BF-BED2FD56E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759F8-87EF-1381-68A7-7F48AC80B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 descr="A grey scale image and a grey scale image&#10;&#10;Description automatically generated">
            <a:extLst>
              <a:ext uri="{FF2B5EF4-FFF2-40B4-BE49-F238E27FC236}">
                <a16:creationId xmlns:a16="http://schemas.microsoft.com/office/drawing/2014/main" id="{A7EFAED5-8C6A-221C-54ED-B178D5EB6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1777" y="990600"/>
            <a:ext cx="8292366" cy="5297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8092489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EFA-912F-7830-CB6C-EC443E22A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B4A980-8C26-A4A8-F72B-252B155A1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381000"/>
            <a:ext cx="8369253" cy="5745164"/>
          </a:xfrm>
        </p:spPr>
      </p:pic>
    </p:spTree>
    <p:extLst>
      <p:ext uri="{BB962C8B-B14F-4D97-AF65-F5344CB8AC3E}">
        <p14:creationId xmlns:p14="http://schemas.microsoft.com/office/powerpoint/2010/main" val="1968865052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5B367E3-C25A-97ED-E408-F5340FFD47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647700"/>
            <a:ext cx="8343899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4926228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-20230827213014258">
            <a:extLst>
              <a:ext uri="{FF2B5EF4-FFF2-40B4-BE49-F238E27FC236}">
                <a16:creationId xmlns:a16="http://schemas.microsoft.com/office/drawing/2014/main" id="{C05486E8-D125-47F4-98F7-E769C84A53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78" y="1066800"/>
            <a:ext cx="7817644" cy="521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073763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DDC29-B964-5215-5AB7-781B66954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Eye</a:t>
            </a:r>
          </a:p>
        </p:txBody>
      </p:sp>
      <p:pic>
        <p:nvPicPr>
          <p:cNvPr id="5" name="Content Placeholder 4" descr="Diagram of a cell structure&#10;&#10;Description automatically generated">
            <a:extLst>
              <a:ext uri="{FF2B5EF4-FFF2-40B4-BE49-F238E27FC236}">
                <a16:creationId xmlns:a16="http://schemas.microsoft.com/office/drawing/2014/main" id="{7946D33A-C5CA-D9D6-D043-F371F2156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494782"/>
            <a:ext cx="4191000" cy="5088580"/>
          </a:xfrm>
        </p:spPr>
      </p:pic>
    </p:spTree>
    <p:extLst>
      <p:ext uri="{BB962C8B-B14F-4D97-AF65-F5344CB8AC3E}">
        <p14:creationId xmlns:p14="http://schemas.microsoft.com/office/powerpoint/2010/main" val="786626779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3ED5A-000F-7921-873F-CEAE5672C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normality of a normality&#10;&#10;Description automatically generated with medium confidence">
            <a:extLst>
              <a:ext uri="{FF2B5EF4-FFF2-40B4-BE49-F238E27FC236}">
                <a16:creationId xmlns:a16="http://schemas.microsoft.com/office/drawing/2014/main" id="{A4239E24-15D5-E454-E6E8-AF3C96D6C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067" y="1600200"/>
            <a:ext cx="7117865" cy="4525963"/>
          </a:xfrm>
        </p:spPr>
      </p:pic>
    </p:spTree>
    <p:extLst>
      <p:ext uri="{BB962C8B-B14F-4D97-AF65-F5344CB8AC3E}">
        <p14:creationId xmlns:p14="http://schemas.microsoft.com/office/powerpoint/2010/main" val="2004206131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2134C-D6BC-A77C-96C0-924FD5FF9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457200"/>
            <a:ext cx="8229600" cy="4525963"/>
          </a:xfrm>
        </p:spPr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Spacecraft fuel level</a:t>
            </a:r>
          </a:p>
          <a:p>
            <a:pPr lvl="2"/>
            <a:r>
              <a:rPr lang="en-US" dirty="0"/>
              <a:t>Pressure?</a:t>
            </a:r>
          </a:p>
          <a:p>
            <a:pPr lvl="2"/>
            <a:r>
              <a:rPr lang="en-US" dirty="0"/>
              <a:t>Temperature?</a:t>
            </a:r>
          </a:p>
          <a:p>
            <a:pPr lvl="2"/>
            <a:r>
              <a:rPr lang="en-US" dirty="0"/>
              <a:t>Contact Sensor?</a:t>
            </a:r>
          </a:p>
        </p:txBody>
      </p:sp>
    </p:spTree>
    <p:extLst>
      <p:ext uri="{BB962C8B-B14F-4D97-AF65-F5344CB8AC3E}">
        <p14:creationId xmlns:p14="http://schemas.microsoft.com/office/powerpoint/2010/main" val="1873425784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3D12-88AE-7B2B-223E-265E431B6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40" y="5403746"/>
            <a:ext cx="8229600" cy="1143000"/>
          </a:xfrm>
        </p:spPr>
        <p:txBody>
          <a:bodyPr/>
          <a:lstStyle/>
          <a:p>
            <a:r>
              <a:rPr lang="en-US" dirty="0"/>
              <a:t>How many bits in this example?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87AA445-6C54-5798-076E-255192E3B3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52" b="1"/>
          <a:stretch/>
        </p:blipFill>
        <p:spPr bwMode="auto">
          <a:xfrm>
            <a:off x="1371600" y="350837"/>
            <a:ext cx="6027081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2021606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85D99-73BE-5567-50C5-E58C5F5B8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486400"/>
            <a:ext cx="8229600" cy="1143000"/>
          </a:xfrm>
        </p:spPr>
        <p:txBody>
          <a:bodyPr/>
          <a:lstStyle/>
          <a:p>
            <a:r>
              <a:rPr lang="en-US" dirty="0"/>
              <a:t>What can we Quantize?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40DBDE-06D7-7A4D-8A58-38E7D50C6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71612" y="414286"/>
            <a:ext cx="4400776" cy="200670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E9A6A5-2166-53D2-4A9D-A411D8658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5847" y="3200400"/>
            <a:ext cx="4972306" cy="193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92577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1B66F-E18D-335D-2F20-DA061E8FF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Signal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086FAB-41F6-D318-16B3-6DA41661F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562100" y="1752600"/>
            <a:ext cx="6019800" cy="4547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6355729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1174-8DA9-2B92-5D63-C07731B17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Frequencies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CD2AD9-B42F-0DF1-EA9D-FD59BEA01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417638"/>
            <a:ext cx="4867063" cy="51858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DAFBA9-21F8-D8C7-438A-0396C55539BD}"/>
              </a:ext>
            </a:extLst>
          </p:cNvPr>
          <p:cNvSpPr txBox="1"/>
          <p:nvPr/>
        </p:nvSpPr>
        <p:spPr>
          <a:xfrm>
            <a:off x="6477000" y="3810000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Nyquist</a:t>
            </a:r>
            <a:r>
              <a:rPr lang="en-US" sz="3600" dirty="0" err="1"/>
              <a:t>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53123981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44E6-8841-35A6-E0B2-9B6BA1208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person's shirt&#10;&#10;Description automatically generated">
            <a:extLst>
              <a:ext uri="{FF2B5EF4-FFF2-40B4-BE49-F238E27FC236}">
                <a16:creationId xmlns:a16="http://schemas.microsoft.com/office/drawing/2014/main" id="{0196E448-54CA-DB82-8F4B-873CE1DDA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99" y="685800"/>
            <a:ext cx="8229600" cy="5784273"/>
          </a:xfrm>
        </p:spPr>
      </p:pic>
    </p:spTree>
    <p:extLst>
      <p:ext uri="{BB962C8B-B14F-4D97-AF65-F5344CB8AC3E}">
        <p14:creationId xmlns:p14="http://schemas.microsoft.com/office/powerpoint/2010/main" val="2957876105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0C456-DA25-9BA9-53EF-1BC61DE44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letter&#10;&#10;Description automatically generated">
            <a:extLst>
              <a:ext uri="{FF2B5EF4-FFF2-40B4-BE49-F238E27FC236}">
                <a16:creationId xmlns:a16="http://schemas.microsoft.com/office/drawing/2014/main" id="{3ED4B1A2-2765-2F44-7A3D-3DD2D8804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5" y="1600200"/>
            <a:ext cx="7145869" cy="4525963"/>
          </a:xfrm>
        </p:spPr>
      </p:pic>
      <p:pic>
        <p:nvPicPr>
          <p:cNvPr id="7" name="Picture 6" descr="A close-up of a sample image&#10;&#10;Description automatically generated">
            <a:extLst>
              <a:ext uri="{FF2B5EF4-FFF2-40B4-BE49-F238E27FC236}">
                <a16:creationId xmlns:a16="http://schemas.microsoft.com/office/drawing/2014/main" id="{3FCC954D-6801-7D8E-A78C-5A47B9675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4439"/>
            <a:ext cx="9144000" cy="5849122"/>
          </a:xfrm>
          <a:prstGeom prst="rect">
            <a:avLst/>
          </a:prstGeom>
        </p:spPr>
      </p:pic>
      <p:pic>
        <p:nvPicPr>
          <p:cNvPr id="9" name="Picture 8" descr="A close-up of a sampled image&#10;&#10;Description automatically generated">
            <a:extLst>
              <a:ext uri="{FF2B5EF4-FFF2-40B4-BE49-F238E27FC236}">
                <a16:creationId xmlns:a16="http://schemas.microsoft.com/office/drawing/2014/main" id="{8F6E2C7A-1F1A-C6C1-CF38-022539BF81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7468"/>
            <a:ext cx="9144000" cy="578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305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1ED7B-11A8-BC5B-0C74-023AFD9DE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A24B5-5ACA-BF29-EE8D-A9432F32C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ends of scale aren’t necessarily 0/15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curve isn’t necessarily linear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you have to build calibration curve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can be preflight design/engineering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can be in flight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both?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15471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2982-D409-1A19-E2CF-AF7282394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Calibration</a:t>
            </a:r>
          </a:p>
        </p:txBody>
      </p:sp>
      <p:pic>
        <p:nvPicPr>
          <p:cNvPr id="6146" name="Picture 2" descr="CI Systems SR-80-70 Black Body Radiator">
            <a:extLst>
              <a:ext uri="{FF2B5EF4-FFF2-40B4-BE49-F238E27FC236}">
                <a16:creationId xmlns:a16="http://schemas.microsoft.com/office/drawing/2014/main" id="{3BB8B536-8171-074B-3DC2-5DC92D3AEB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00400"/>
            <a:ext cx="4084108" cy="306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713232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27591-B56E-E14F-E481-939D1880A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722F088D-FB54-7682-E8BB-C92970638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2400"/>
            <a:ext cx="8229600" cy="3106652"/>
          </a:xfrm>
        </p:spPr>
      </p:pic>
      <p:pic>
        <p:nvPicPr>
          <p:cNvPr id="7" name="Picture 6" descr="A graph with blue line and white background&#10;&#10;Description automatically generated">
            <a:extLst>
              <a:ext uri="{FF2B5EF4-FFF2-40B4-BE49-F238E27FC236}">
                <a16:creationId xmlns:a16="http://schemas.microsoft.com/office/drawing/2014/main" id="{3DE26EF7-C0B1-160E-F928-383E2F1DF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3310885"/>
            <a:ext cx="4526286" cy="339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59881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122CF38-A060-41F8-B5CC-912A235D89ED}"/>
</file>

<file path=customXml/itemProps2.xml><?xml version="1.0" encoding="utf-8"?>
<ds:datastoreItem xmlns:ds="http://schemas.openxmlformats.org/officeDocument/2006/customXml" ds:itemID="{804F01DB-463F-4353-A3D7-215B28670F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4229E9-481A-489E-86AA-804E21F9D4A7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8582</TotalTime>
  <Words>277</Words>
  <Application>Microsoft Office PowerPoint</Application>
  <PresentationFormat>On-screen Show (4:3)</PresentationFormat>
  <Paragraphs>70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-apple-system</vt:lpstr>
      <vt:lpstr>Arial</vt:lpstr>
      <vt:lpstr>Default Design</vt:lpstr>
      <vt:lpstr>Metrology</vt:lpstr>
      <vt:lpstr>Electrical Pre-Lab</vt:lpstr>
      <vt:lpstr>Metrology</vt:lpstr>
      <vt:lpstr>Measurements From Space</vt:lpstr>
      <vt:lpstr>Sequence of Events</vt:lpstr>
      <vt:lpstr>Quantization/Discretization</vt:lpstr>
      <vt:lpstr>PowerPoint Presentation</vt:lpstr>
      <vt:lpstr>PowerPoint Presentation</vt:lpstr>
      <vt:lpstr>PowerPoint Presentation</vt:lpstr>
      <vt:lpstr>PowerPoint Presentation</vt:lpstr>
      <vt:lpstr>Human Eye</vt:lpstr>
      <vt:lpstr>PowerPoint Presentation</vt:lpstr>
      <vt:lpstr>PowerPoint Presentation</vt:lpstr>
      <vt:lpstr>How many bits in this example?</vt:lpstr>
      <vt:lpstr>What can we Quantize?</vt:lpstr>
      <vt:lpstr>Audio Signal</vt:lpstr>
      <vt:lpstr>Sampling Frequencies</vt:lpstr>
      <vt:lpstr>PowerPoint Presentation</vt:lpstr>
      <vt:lpstr>PowerPoint Presentation</vt:lpstr>
      <vt:lpstr>Calibration</vt:lpstr>
      <vt:lpstr>Thermal Calibration</vt:lpstr>
      <vt:lpstr>PowerPoint Presentation</vt:lpstr>
    </vt:vector>
  </TitlesOfParts>
  <Company>usafa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david.french</dc:creator>
  <cp:lastModifiedBy>Harris, Wyatt J Lt Col USAF USAFA DF/DFAS</cp:lastModifiedBy>
  <cp:revision>191</cp:revision>
  <cp:lastPrinted>2024-08-20T15:38:58Z</cp:lastPrinted>
  <dcterms:created xsi:type="dcterms:W3CDTF">2005-08-29T21:27:48Z</dcterms:created>
  <dcterms:modified xsi:type="dcterms:W3CDTF">2025-08-20T15:08:02Z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</Properties>
</file>