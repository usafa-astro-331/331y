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297" r:id="rId6"/>
    <p:sldId id="268" r:id="rId7"/>
    <p:sldId id="298" r:id="rId8"/>
    <p:sldId id="300" r:id="rId9"/>
    <p:sldId id="296" r:id="rId10"/>
    <p:sldId id="301" r:id="rId11"/>
    <p:sldId id="302" r:id="rId12"/>
    <p:sldId id="303" r:id="rId13"/>
    <p:sldId id="307" r:id="rId14"/>
    <p:sldId id="274" r:id="rId15"/>
    <p:sldId id="275" r:id="rId16"/>
    <p:sldId id="276" r:id="rId17"/>
    <p:sldId id="304" r:id="rId18"/>
    <p:sldId id="305" r:id="rId19"/>
    <p:sldId id="308" r:id="rId20"/>
    <p:sldId id="284" r:id="rId21"/>
    <p:sldId id="289" r:id="rId22"/>
    <p:sldId id="306" r:id="rId23"/>
    <p:sldId id="309" r:id="rId2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howGuides="1">
      <p:cViewPr varScale="1">
        <p:scale>
          <a:sx n="94" d="100"/>
          <a:sy n="94" d="100"/>
        </p:scale>
        <p:origin x="346" y="33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F568BCFE-F67D-4C04-895C-1D1248D34339}"/>
    <pc:docChg chg="modSld">
      <pc:chgData name="Harris, Wyatt J Lt Col USAF USAFA DF/DFAS" userId="768bfb95-c272-4014-8fa2-010c15306053" providerId="ADAL" clId="{F568BCFE-F67D-4C04-895C-1D1248D34339}" dt="2025-08-26T19:05:08.016" v="0" actId="1076"/>
      <pc:docMkLst>
        <pc:docMk/>
      </pc:docMkLst>
      <pc:sldChg chg="modSp mod">
        <pc:chgData name="Harris, Wyatt J Lt Col USAF USAFA DF/DFAS" userId="768bfb95-c272-4014-8fa2-010c15306053" providerId="ADAL" clId="{F568BCFE-F67D-4C04-895C-1D1248D34339}" dt="2025-08-26T19:05:08.016" v="0" actId="1076"/>
        <pc:sldMkLst>
          <pc:docMk/>
          <pc:sldMk cId="2065400915" sldId="307"/>
        </pc:sldMkLst>
        <pc:picChg chg="mod">
          <ac:chgData name="Harris, Wyatt J Lt Col USAF USAFA DF/DFAS" userId="768bfb95-c272-4014-8fa2-010c15306053" providerId="ADAL" clId="{F568BCFE-F67D-4C04-895C-1D1248D34339}" dt="2025-08-26T19:05:08.016" v="0" actId="1076"/>
          <ac:picMkLst>
            <pc:docMk/>
            <pc:sldMk cId="2065400915" sldId="307"/>
            <ac:picMk id="5" creationId="{9D117EAD-1133-95AB-2DDA-8790CE150572}"/>
          </ac:picMkLst>
        </pc:picChg>
      </pc:sldChg>
    </pc:docChg>
  </pc:docChgLst>
  <pc:docChgLst>
    <pc:chgData name="Miller, Jonathan M Lt Col USSF USAFA DF/DFAS" userId="d003cf6e-ed25-45fa-8706-5841241c5d7b" providerId="ADAL" clId="{7FBAC7D0-E319-4355-9247-9779DCEE509C}"/>
    <pc:docChg chg="undo custSel addSld delSld modSld sldOrd">
      <pc:chgData name="Miller, Jonathan M Lt Col USSF USAFA DF/DFAS" userId="d003cf6e-ed25-45fa-8706-5841241c5d7b" providerId="ADAL" clId="{7FBAC7D0-E319-4355-9247-9779DCEE509C}" dt="2024-08-28T15:02:11.087" v="978" actId="14100"/>
      <pc:docMkLst>
        <pc:docMk/>
      </pc:docMkLst>
      <pc:sldChg chg="ord">
        <pc:chgData name="Miller, Jonathan M Lt Col USSF USAFA DF/DFAS" userId="d003cf6e-ed25-45fa-8706-5841241c5d7b" providerId="ADAL" clId="{7FBAC7D0-E319-4355-9247-9779DCEE509C}" dt="2024-08-26T06:11:31.713" v="531"/>
        <pc:sldMkLst>
          <pc:docMk/>
          <pc:sldMk cId="1977326656" sldId="284"/>
        </pc:sldMkLst>
      </pc:sldChg>
      <pc:sldChg chg="del">
        <pc:chgData name="Miller, Jonathan M Lt Col USSF USAFA DF/DFAS" userId="d003cf6e-ed25-45fa-8706-5841241c5d7b" providerId="ADAL" clId="{7FBAC7D0-E319-4355-9247-9779DCEE509C}" dt="2024-08-26T06:38:04.885" v="663" actId="47"/>
        <pc:sldMkLst>
          <pc:docMk/>
          <pc:sldMk cId="4182136771" sldId="285"/>
        </pc:sldMkLst>
      </pc:sldChg>
      <pc:sldChg chg="del">
        <pc:chgData name="Miller, Jonathan M Lt Col USSF USAFA DF/DFAS" userId="d003cf6e-ed25-45fa-8706-5841241c5d7b" providerId="ADAL" clId="{7FBAC7D0-E319-4355-9247-9779DCEE509C}" dt="2024-08-26T06:38:04.885" v="663" actId="47"/>
        <pc:sldMkLst>
          <pc:docMk/>
          <pc:sldMk cId="1072741233" sldId="286"/>
        </pc:sldMkLst>
      </pc:sldChg>
      <pc:sldChg chg="del">
        <pc:chgData name="Miller, Jonathan M Lt Col USSF USAFA DF/DFAS" userId="d003cf6e-ed25-45fa-8706-5841241c5d7b" providerId="ADAL" clId="{7FBAC7D0-E319-4355-9247-9779DCEE509C}" dt="2024-08-26T06:38:04.885" v="663" actId="47"/>
        <pc:sldMkLst>
          <pc:docMk/>
          <pc:sldMk cId="780480580" sldId="287"/>
        </pc:sldMkLst>
      </pc:sldChg>
      <pc:sldChg chg="del">
        <pc:chgData name="Miller, Jonathan M Lt Col USSF USAFA DF/DFAS" userId="d003cf6e-ed25-45fa-8706-5841241c5d7b" providerId="ADAL" clId="{7FBAC7D0-E319-4355-9247-9779DCEE509C}" dt="2024-08-26T06:38:04.885" v="663" actId="47"/>
        <pc:sldMkLst>
          <pc:docMk/>
          <pc:sldMk cId="1490764091" sldId="288"/>
        </pc:sldMkLst>
      </pc:sldChg>
      <pc:sldChg chg="modSp new mod">
        <pc:chgData name="Miller, Jonathan M Lt Col USSF USAFA DF/DFAS" userId="d003cf6e-ed25-45fa-8706-5841241c5d7b" providerId="ADAL" clId="{7FBAC7D0-E319-4355-9247-9779DCEE509C}" dt="2024-08-26T05:42:23.380" v="166" actId="20577"/>
        <pc:sldMkLst>
          <pc:docMk/>
          <pc:sldMk cId="1895352878" sldId="297"/>
        </pc:sldMkLst>
      </pc:sldChg>
      <pc:sldChg chg="del">
        <pc:chgData name="Miller, Jonathan M Lt Col USSF USAFA DF/DFAS" userId="d003cf6e-ed25-45fa-8706-5841241c5d7b" providerId="ADAL" clId="{7FBAC7D0-E319-4355-9247-9779DCEE509C}" dt="2024-08-26T05:40:38.874" v="23" actId="47"/>
        <pc:sldMkLst>
          <pc:docMk/>
          <pc:sldMk cId="3172662609" sldId="297"/>
        </pc:sldMkLst>
      </pc:sldChg>
      <pc:sldChg chg="del">
        <pc:chgData name="Miller, Jonathan M Lt Col USSF USAFA DF/DFAS" userId="d003cf6e-ed25-45fa-8706-5841241c5d7b" providerId="ADAL" clId="{7FBAC7D0-E319-4355-9247-9779DCEE509C}" dt="2024-08-26T05:40:37.362" v="22" actId="47"/>
        <pc:sldMkLst>
          <pc:docMk/>
          <pc:sldMk cId="2798156869" sldId="298"/>
        </pc:sldMkLst>
      </pc:sldChg>
      <pc:sldChg chg="addSp modSp new mod modNotesTx">
        <pc:chgData name="Miller, Jonathan M Lt Col USSF USAFA DF/DFAS" userId="d003cf6e-ed25-45fa-8706-5841241c5d7b" providerId="ADAL" clId="{7FBAC7D0-E319-4355-9247-9779DCEE509C}" dt="2024-08-26T15:50:39.816" v="969" actId="20577"/>
        <pc:sldMkLst>
          <pc:docMk/>
          <pc:sldMk cId="4096134389" sldId="298"/>
        </pc:sldMkLst>
      </pc:sldChg>
      <pc:sldChg chg="del">
        <pc:chgData name="Miller, Jonathan M Lt Col USSF USAFA DF/DFAS" userId="d003cf6e-ed25-45fa-8706-5841241c5d7b" providerId="ADAL" clId="{7FBAC7D0-E319-4355-9247-9779DCEE509C}" dt="2024-08-26T05:40:25.358" v="0" actId="47"/>
        <pc:sldMkLst>
          <pc:docMk/>
          <pc:sldMk cId="1898031150" sldId="299"/>
        </pc:sldMkLst>
      </pc:sldChg>
      <pc:sldChg chg="new del">
        <pc:chgData name="Miller, Jonathan M Lt Col USSF USAFA DF/DFAS" userId="d003cf6e-ed25-45fa-8706-5841241c5d7b" providerId="ADAL" clId="{7FBAC7D0-E319-4355-9247-9779DCEE509C}" dt="2024-08-26T05:49:04.187" v="367" actId="47"/>
        <pc:sldMkLst>
          <pc:docMk/>
          <pc:sldMk cId="3350238961" sldId="299"/>
        </pc:sldMkLst>
      </pc:sldChg>
      <pc:sldChg chg="del">
        <pc:chgData name="Miller, Jonathan M Lt Col USSF USAFA DF/DFAS" userId="d003cf6e-ed25-45fa-8706-5841241c5d7b" providerId="ADAL" clId="{7FBAC7D0-E319-4355-9247-9779DCEE509C}" dt="2024-08-26T05:40:26.106" v="1" actId="47"/>
        <pc:sldMkLst>
          <pc:docMk/>
          <pc:sldMk cId="2233411240" sldId="300"/>
        </pc:sldMkLst>
      </pc:sldChg>
      <pc:sldChg chg="modSp add mod modAnim">
        <pc:chgData name="Miller, Jonathan M Lt Col USSF USAFA DF/DFAS" userId="d003cf6e-ed25-45fa-8706-5841241c5d7b" providerId="ADAL" clId="{7FBAC7D0-E319-4355-9247-9779DCEE509C}" dt="2024-08-26T15:32:15.846" v="664"/>
        <pc:sldMkLst>
          <pc:docMk/>
          <pc:sldMk cId="2644181146" sldId="300"/>
        </pc:sldMkLst>
      </pc:sldChg>
      <pc:sldChg chg="addSp delSp modSp add mod modNotesTx">
        <pc:chgData name="Miller, Jonathan M Lt Col USSF USAFA DF/DFAS" userId="d003cf6e-ed25-45fa-8706-5841241c5d7b" providerId="ADAL" clId="{7FBAC7D0-E319-4355-9247-9779DCEE509C}" dt="2024-08-26T15:35:41.315" v="743" actId="20577"/>
        <pc:sldMkLst>
          <pc:docMk/>
          <pc:sldMk cId="798112123" sldId="301"/>
        </pc:sldMkLst>
      </pc:sldChg>
      <pc:sldChg chg="del">
        <pc:chgData name="Miller, Jonathan M Lt Col USSF USAFA DF/DFAS" userId="d003cf6e-ed25-45fa-8706-5841241c5d7b" providerId="ADAL" clId="{7FBAC7D0-E319-4355-9247-9779DCEE509C}" dt="2024-08-26T05:40:26.778" v="2" actId="47"/>
        <pc:sldMkLst>
          <pc:docMk/>
          <pc:sldMk cId="1985471770" sldId="301"/>
        </pc:sldMkLst>
      </pc:sldChg>
      <pc:sldChg chg="new del">
        <pc:chgData name="Miller, Jonathan M Lt Col USSF USAFA DF/DFAS" userId="d003cf6e-ed25-45fa-8706-5841241c5d7b" providerId="ADAL" clId="{7FBAC7D0-E319-4355-9247-9779DCEE509C}" dt="2024-08-26T05:53:20.925" v="369" actId="47"/>
        <pc:sldMkLst>
          <pc:docMk/>
          <pc:sldMk cId="2899116165" sldId="301"/>
        </pc:sldMkLst>
      </pc:sldChg>
      <pc:sldChg chg="addSp delSp modSp add mod delAnim modAnim">
        <pc:chgData name="Miller, Jonathan M Lt Col USSF USAFA DF/DFAS" userId="d003cf6e-ed25-45fa-8706-5841241c5d7b" providerId="ADAL" clId="{7FBAC7D0-E319-4355-9247-9779DCEE509C}" dt="2024-08-26T06:09:49.270" v="512" actId="22"/>
        <pc:sldMkLst>
          <pc:docMk/>
          <pc:sldMk cId="1181778866" sldId="302"/>
        </pc:sldMkLst>
      </pc:sldChg>
      <pc:sldChg chg="del">
        <pc:chgData name="Miller, Jonathan M Lt Col USSF USAFA DF/DFAS" userId="d003cf6e-ed25-45fa-8706-5841241c5d7b" providerId="ADAL" clId="{7FBAC7D0-E319-4355-9247-9779DCEE509C}" dt="2024-08-26T05:40:35.335" v="19" actId="47"/>
        <pc:sldMkLst>
          <pc:docMk/>
          <pc:sldMk cId="2432184189" sldId="302"/>
        </pc:sldMkLst>
      </pc:sldChg>
      <pc:sldChg chg="modSp add mod">
        <pc:chgData name="Miller, Jonathan M Lt Col USSF USAFA DF/DFAS" userId="d003cf6e-ed25-45fa-8706-5841241c5d7b" providerId="ADAL" clId="{7FBAC7D0-E319-4355-9247-9779DCEE509C}" dt="2024-08-26T06:11:07.416" v="527" actId="13926"/>
        <pc:sldMkLst>
          <pc:docMk/>
          <pc:sldMk cId="431873914" sldId="303"/>
        </pc:sldMkLst>
      </pc:sldChg>
      <pc:sldChg chg="add del">
        <pc:chgData name="Miller, Jonathan M Lt Col USSF USAFA DF/DFAS" userId="d003cf6e-ed25-45fa-8706-5841241c5d7b" providerId="ADAL" clId="{7FBAC7D0-E319-4355-9247-9779DCEE509C}" dt="2024-08-26T06:09:14.363" v="510" actId="47"/>
        <pc:sldMkLst>
          <pc:docMk/>
          <pc:sldMk cId="1541877430" sldId="303"/>
        </pc:sldMkLst>
      </pc:sldChg>
      <pc:sldChg chg="del">
        <pc:chgData name="Miller, Jonathan M Lt Col USSF USAFA DF/DFAS" userId="d003cf6e-ed25-45fa-8706-5841241c5d7b" providerId="ADAL" clId="{7FBAC7D0-E319-4355-9247-9779DCEE509C}" dt="2024-08-26T05:40:34.855" v="18" actId="47"/>
        <pc:sldMkLst>
          <pc:docMk/>
          <pc:sldMk cId="2359192820" sldId="303"/>
        </pc:sldMkLst>
      </pc:sldChg>
      <pc:sldChg chg="addSp delSp modSp add mod modNotesTx">
        <pc:chgData name="Miller, Jonathan M Lt Col USSF USAFA DF/DFAS" userId="d003cf6e-ed25-45fa-8706-5841241c5d7b" providerId="ADAL" clId="{7FBAC7D0-E319-4355-9247-9779DCEE509C}" dt="2024-08-26T15:39:56.850" v="815" actId="20577"/>
        <pc:sldMkLst>
          <pc:docMk/>
          <pc:sldMk cId="2883436884" sldId="304"/>
        </pc:sldMkLst>
      </pc:sldChg>
      <pc:sldChg chg="addSp modSp add mod">
        <pc:chgData name="Miller, Jonathan M Lt Col USSF USAFA DF/DFAS" userId="d003cf6e-ed25-45fa-8706-5841241c5d7b" providerId="ADAL" clId="{7FBAC7D0-E319-4355-9247-9779DCEE509C}" dt="2024-08-26T06:23:18.201" v="586" actId="1076"/>
        <pc:sldMkLst>
          <pc:docMk/>
          <pc:sldMk cId="527325049" sldId="305"/>
        </pc:sldMkLst>
      </pc:sldChg>
      <pc:sldChg chg="addSp delSp modSp add mod">
        <pc:chgData name="Miller, Jonathan M Lt Col USSF USAFA DF/DFAS" userId="d003cf6e-ed25-45fa-8706-5841241c5d7b" providerId="ADAL" clId="{7FBAC7D0-E319-4355-9247-9779DCEE509C}" dt="2024-08-26T06:37:17.165" v="662" actId="1076"/>
        <pc:sldMkLst>
          <pc:docMk/>
          <pc:sldMk cId="1398029012" sldId="306"/>
        </pc:sldMkLst>
      </pc:sldChg>
      <pc:sldChg chg="del">
        <pc:chgData name="Miller, Jonathan M Lt Col USSF USAFA DF/DFAS" userId="d003cf6e-ed25-45fa-8706-5841241c5d7b" providerId="ADAL" clId="{7FBAC7D0-E319-4355-9247-9779DCEE509C}" dt="2024-08-26T05:40:29.394" v="8" actId="47"/>
        <pc:sldMkLst>
          <pc:docMk/>
          <pc:sldMk cId="2249138773" sldId="306"/>
        </pc:sldMkLst>
      </pc:sldChg>
      <pc:sldChg chg="del">
        <pc:chgData name="Miller, Jonathan M Lt Col USSF USAFA DF/DFAS" userId="d003cf6e-ed25-45fa-8706-5841241c5d7b" providerId="ADAL" clId="{7FBAC7D0-E319-4355-9247-9779DCEE509C}" dt="2024-08-26T05:40:28.355" v="4" actId="47"/>
        <pc:sldMkLst>
          <pc:docMk/>
          <pc:sldMk cId="1291048918" sldId="307"/>
        </pc:sldMkLst>
      </pc:sldChg>
      <pc:sldChg chg="addSp delSp modSp add mod modNotesTx">
        <pc:chgData name="Miller, Jonathan M Lt Col USSF USAFA DF/DFAS" userId="d003cf6e-ed25-45fa-8706-5841241c5d7b" providerId="ADAL" clId="{7FBAC7D0-E319-4355-9247-9779DCEE509C}" dt="2024-08-26T06:30:18.964" v="627"/>
        <pc:sldMkLst>
          <pc:docMk/>
          <pc:sldMk cId="2065400915" sldId="307"/>
        </pc:sldMkLst>
      </pc:sldChg>
      <pc:sldChg chg="del">
        <pc:chgData name="Miller, Jonathan M Lt Col USSF USAFA DF/DFAS" userId="d003cf6e-ed25-45fa-8706-5841241c5d7b" providerId="ADAL" clId="{7FBAC7D0-E319-4355-9247-9779DCEE509C}" dt="2024-08-26T05:40:28.055" v="3" actId="47"/>
        <pc:sldMkLst>
          <pc:docMk/>
          <pc:sldMk cId="3315705608" sldId="308"/>
        </pc:sldMkLst>
      </pc:sldChg>
      <pc:sldChg chg="addSp delSp modSp add mod">
        <pc:chgData name="Miller, Jonathan M Lt Col USSF USAFA DF/DFAS" userId="d003cf6e-ed25-45fa-8706-5841241c5d7b" providerId="ADAL" clId="{7FBAC7D0-E319-4355-9247-9779DCEE509C}" dt="2024-08-26T06:33:55.891" v="655" actId="20577"/>
        <pc:sldMkLst>
          <pc:docMk/>
          <pc:sldMk cId="4173882448" sldId="308"/>
        </pc:sldMkLst>
      </pc:sldChg>
      <pc:sldChg chg="del">
        <pc:chgData name="Miller, Jonathan M Lt Col USSF USAFA DF/DFAS" userId="d003cf6e-ed25-45fa-8706-5841241c5d7b" providerId="ADAL" clId="{7FBAC7D0-E319-4355-9247-9779DCEE509C}" dt="2024-08-26T05:40:36.339" v="21" actId="47"/>
        <pc:sldMkLst>
          <pc:docMk/>
          <pc:sldMk cId="638429684" sldId="309"/>
        </pc:sldMkLst>
      </pc:sldChg>
      <pc:sldChg chg="addSp modSp new mod">
        <pc:chgData name="Miller, Jonathan M Lt Col USSF USAFA DF/DFAS" userId="d003cf6e-ed25-45fa-8706-5841241c5d7b" providerId="ADAL" clId="{7FBAC7D0-E319-4355-9247-9779DCEE509C}" dt="2024-08-28T15:02:11.087" v="978" actId="14100"/>
        <pc:sldMkLst>
          <pc:docMk/>
          <pc:sldMk cId="3293916482" sldId="309"/>
        </pc:sldMkLst>
      </pc:sldChg>
      <pc:sldChg chg="del">
        <pc:chgData name="Miller, Jonathan M Lt Col USSF USAFA DF/DFAS" userId="d003cf6e-ed25-45fa-8706-5841241c5d7b" providerId="ADAL" clId="{7FBAC7D0-E319-4355-9247-9779DCEE509C}" dt="2024-08-26T05:40:28.576" v="5" actId="47"/>
        <pc:sldMkLst>
          <pc:docMk/>
          <pc:sldMk cId="2673143218" sldId="310"/>
        </pc:sldMkLst>
      </pc:sldChg>
      <pc:sldChg chg="del">
        <pc:chgData name="Miller, Jonathan M Lt Col USSF USAFA DF/DFAS" userId="d003cf6e-ed25-45fa-8706-5841241c5d7b" providerId="ADAL" clId="{7FBAC7D0-E319-4355-9247-9779DCEE509C}" dt="2024-08-26T05:40:28.843" v="6" actId="47"/>
        <pc:sldMkLst>
          <pc:docMk/>
          <pc:sldMk cId="2401299447" sldId="311"/>
        </pc:sldMkLst>
      </pc:sldChg>
      <pc:sldChg chg="del">
        <pc:chgData name="Miller, Jonathan M Lt Col USSF USAFA DF/DFAS" userId="d003cf6e-ed25-45fa-8706-5841241c5d7b" providerId="ADAL" clId="{7FBAC7D0-E319-4355-9247-9779DCEE509C}" dt="2024-08-26T05:40:29.141" v="7" actId="47"/>
        <pc:sldMkLst>
          <pc:docMk/>
          <pc:sldMk cId="4022867873" sldId="312"/>
        </pc:sldMkLst>
      </pc:sldChg>
      <pc:sldChg chg="del">
        <pc:chgData name="Miller, Jonathan M Lt Col USSF USAFA DF/DFAS" userId="d003cf6e-ed25-45fa-8706-5841241c5d7b" providerId="ADAL" clId="{7FBAC7D0-E319-4355-9247-9779DCEE509C}" dt="2024-08-26T05:40:29.880" v="10" actId="47"/>
        <pc:sldMkLst>
          <pc:docMk/>
          <pc:sldMk cId="3472186186" sldId="313"/>
        </pc:sldMkLst>
      </pc:sldChg>
      <pc:sldChg chg="del">
        <pc:chgData name="Miller, Jonathan M Lt Col USSF USAFA DF/DFAS" userId="d003cf6e-ed25-45fa-8706-5841241c5d7b" providerId="ADAL" clId="{7FBAC7D0-E319-4355-9247-9779DCEE509C}" dt="2024-08-26T05:40:30.149" v="11" actId="47"/>
        <pc:sldMkLst>
          <pc:docMk/>
          <pc:sldMk cId="1397331750" sldId="314"/>
        </pc:sldMkLst>
      </pc:sldChg>
      <pc:sldChg chg="del">
        <pc:chgData name="Miller, Jonathan M Lt Col USSF USAFA DF/DFAS" userId="d003cf6e-ed25-45fa-8706-5841241c5d7b" providerId="ADAL" clId="{7FBAC7D0-E319-4355-9247-9779DCEE509C}" dt="2024-08-26T05:40:30.589" v="12" actId="47"/>
        <pc:sldMkLst>
          <pc:docMk/>
          <pc:sldMk cId="1674326025" sldId="315"/>
        </pc:sldMkLst>
      </pc:sldChg>
      <pc:sldChg chg="del">
        <pc:chgData name="Miller, Jonathan M Lt Col USSF USAFA DF/DFAS" userId="d003cf6e-ed25-45fa-8706-5841241c5d7b" providerId="ADAL" clId="{7FBAC7D0-E319-4355-9247-9779DCEE509C}" dt="2024-08-26T05:40:30.962" v="13" actId="47"/>
        <pc:sldMkLst>
          <pc:docMk/>
          <pc:sldMk cId="2964166582" sldId="316"/>
        </pc:sldMkLst>
      </pc:sldChg>
      <pc:sldChg chg="del">
        <pc:chgData name="Miller, Jonathan M Lt Col USSF USAFA DF/DFAS" userId="d003cf6e-ed25-45fa-8706-5841241c5d7b" providerId="ADAL" clId="{7FBAC7D0-E319-4355-9247-9779DCEE509C}" dt="2024-08-26T05:40:31.381" v="14" actId="47"/>
        <pc:sldMkLst>
          <pc:docMk/>
          <pc:sldMk cId="1015800053" sldId="317"/>
        </pc:sldMkLst>
      </pc:sldChg>
      <pc:sldChg chg="del">
        <pc:chgData name="Miller, Jonathan M Lt Col USSF USAFA DF/DFAS" userId="d003cf6e-ed25-45fa-8706-5841241c5d7b" providerId="ADAL" clId="{7FBAC7D0-E319-4355-9247-9779DCEE509C}" dt="2024-08-26T05:40:31.758" v="15" actId="47"/>
        <pc:sldMkLst>
          <pc:docMk/>
          <pc:sldMk cId="1500873835" sldId="318"/>
        </pc:sldMkLst>
      </pc:sldChg>
      <pc:sldChg chg="del">
        <pc:chgData name="Miller, Jonathan M Lt Col USSF USAFA DF/DFAS" userId="d003cf6e-ed25-45fa-8706-5841241c5d7b" providerId="ADAL" clId="{7FBAC7D0-E319-4355-9247-9779DCEE509C}" dt="2024-08-26T05:40:35.704" v="20" actId="47"/>
        <pc:sldMkLst>
          <pc:docMk/>
          <pc:sldMk cId="3692455800" sldId="319"/>
        </pc:sldMkLst>
      </pc:sldChg>
      <pc:sldChg chg="del">
        <pc:chgData name="Miller, Jonathan M Lt Col USSF USAFA DF/DFAS" userId="d003cf6e-ed25-45fa-8706-5841241c5d7b" providerId="ADAL" clId="{7FBAC7D0-E319-4355-9247-9779DCEE509C}" dt="2024-08-26T05:40:32.124" v="16" actId="47"/>
        <pc:sldMkLst>
          <pc:docMk/>
          <pc:sldMk cId="3935091209" sldId="320"/>
        </pc:sldMkLst>
      </pc:sldChg>
      <pc:sldChg chg="del">
        <pc:chgData name="Miller, Jonathan M Lt Col USSF USAFA DF/DFAS" userId="d003cf6e-ed25-45fa-8706-5841241c5d7b" providerId="ADAL" clId="{7FBAC7D0-E319-4355-9247-9779DCEE509C}" dt="2024-08-26T05:40:32.551" v="17" actId="47"/>
        <pc:sldMkLst>
          <pc:docMk/>
          <pc:sldMk cId="436362227" sldId="321"/>
        </pc:sldMkLst>
      </pc:sldChg>
      <pc:sldChg chg="del">
        <pc:chgData name="Miller, Jonathan M Lt Col USSF USAFA DF/DFAS" userId="d003cf6e-ed25-45fa-8706-5841241c5d7b" providerId="ADAL" clId="{7FBAC7D0-E319-4355-9247-9779DCEE509C}" dt="2024-08-26T05:40:29.622" v="9" actId="47"/>
        <pc:sldMkLst>
          <pc:docMk/>
          <pc:sldMk cId="100297650" sldId="322"/>
        </pc:sldMkLst>
      </pc:sldChg>
    </pc:docChg>
  </pc:docChgLst>
  <pc:docChgLst>
    <pc:chgData name="Miller, Jonathan M Lt Col USSF USAFA DF/DFAS" userId="d003cf6e-ed25-45fa-8706-5841241c5d7b" providerId="ADAL" clId="{126B543E-6E61-4754-82BE-5EE6182A48D4}"/>
    <pc:docChg chg="custSel modSld">
      <pc:chgData name="Miller, Jonathan M Lt Col USSF USAFA DF/DFAS" userId="d003cf6e-ed25-45fa-8706-5841241c5d7b" providerId="ADAL" clId="{126B543E-6E61-4754-82BE-5EE6182A48D4}" dt="2025-01-23T06:49:20.306" v="212" actId="1076"/>
      <pc:docMkLst>
        <pc:docMk/>
      </pc:docMkLst>
      <pc:sldChg chg="addSp modSp mod">
        <pc:chgData name="Miller, Jonathan M Lt Col USSF USAFA DF/DFAS" userId="d003cf6e-ed25-45fa-8706-5841241c5d7b" providerId="ADAL" clId="{126B543E-6E61-4754-82BE-5EE6182A48D4}" dt="2025-01-23T06:35:06.877" v="4" actId="1076"/>
        <pc:sldMkLst>
          <pc:docMk/>
          <pc:sldMk cId="4096134389" sldId="298"/>
        </pc:sldMkLst>
      </pc:sldChg>
      <pc:sldChg chg="modNotesTx">
        <pc:chgData name="Miller, Jonathan M Lt Col USSF USAFA DF/DFAS" userId="d003cf6e-ed25-45fa-8706-5841241c5d7b" providerId="ADAL" clId="{126B543E-6E61-4754-82BE-5EE6182A48D4}" dt="2025-01-23T06:45:15.704" v="210" actId="20577"/>
        <pc:sldMkLst>
          <pc:docMk/>
          <pc:sldMk cId="2883436884" sldId="304"/>
        </pc:sldMkLst>
      </pc:sldChg>
      <pc:sldChg chg="addSp delSp modSp mod modAnim modNotesTx">
        <pc:chgData name="Miller, Jonathan M Lt Col USSF USAFA DF/DFAS" userId="d003cf6e-ed25-45fa-8706-5841241c5d7b" providerId="ADAL" clId="{126B543E-6E61-4754-82BE-5EE6182A48D4}" dt="2025-01-23T06:42:26.333" v="120" actId="6549"/>
        <pc:sldMkLst>
          <pc:docMk/>
          <pc:sldMk cId="2065400915" sldId="307"/>
        </pc:sldMkLst>
      </pc:sldChg>
      <pc:sldChg chg="addSp modSp">
        <pc:chgData name="Miller, Jonathan M Lt Col USSF USAFA DF/DFAS" userId="d003cf6e-ed25-45fa-8706-5841241c5d7b" providerId="ADAL" clId="{126B543E-6E61-4754-82BE-5EE6182A48D4}" dt="2025-01-23T06:49:20.306" v="212" actId="1076"/>
        <pc:sldMkLst>
          <pc:docMk/>
          <pc:sldMk cId="4173882448" sldId="3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07498-1240-4F5F-854C-01A5328D8B9F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73477-A712-45F8-B791-7C24F7EC5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7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85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voltage – 1000 V</a:t>
            </a:r>
          </a:p>
          <a:p>
            <a:r>
              <a:rPr lang="en-US" dirty="0"/>
              <a:t>Medium – up to 69 kV</a:t>
            </a:r>
          </a:p>
          <a:p>
            <a:r>
              <a:rPr lang="en-US" dirty="0"/>
              <a:t>High – less than 100kV</a:t>
            </a:r>
          </a:p>
          <a:p>
            <a:r>
              <a:rPr lang="en-US" dirty="0"/>
              <a:t>Extra high – up to 800kV</a:t>
            </a:r>
          </a:p>
          <a:p>
            <a:r>
              <a:rPr lang="en-US" dirty="0"/>
              <a:t>Ultra high – more than 800kV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70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 standard for house:</a:t>
            </a:r>
          </a:p>
          <a:p>
            <a:r>
              <a:rPr lang="en-US" dirty="0"/>
              <a:t>120 V</a:t>
            </a:r>
          </a:p>
          <a:p>
            <a:r>
              <a:rPr lang="en-US" dirty="0"/>
              <a:t>15 – 20 Amp</a:t>
            </a:r>
          </a:p>
          <a:p>
            <a:r>
              <a:rPr lang="en-US" dirty="0"/>
              <a:t>Single Phase or for 240 V 180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13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 err="1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Isc</a:t>
            </a: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 = short circuit current V=0</a:t>
            </a:r>
          </a:p>
          <a:p>
            <a:pPr algn="l"/>
            <a:r>
              <a:rPr lang="en-US" b="0" i="0" dirty="0" err="1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Voc</a:t>
            </a: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 = voltage open current I=0 – max voltage cell can produce</a:t>
            </a:r>
          </a:p>
          <a:p>
            <a:pPr algn="l"/>
            <a:endParaRPr lang="en-US" b="0" i="0" dirty="0">
              <a:solidFill>
                <a:srgbClr val="1F2328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91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Solar Panels 15-18%</a:t>
            </a:r>
          </a:p>
          <a:p>
            <a:r>
              <a:rPr lang="en-US" dirty="0"/>
              <a:t>High efficiency 20-22%</a:t>
            </a:r>
          </a:p>
          <a:p>
            <a:r>
              <a:rPr lang="en-US" dirty="0"/>
              <a:t>S/C 25-35%</a:t>
            </a:r>
          </a:p>
          <a:p>
            <a:endParaRPr lang="en-US" dirty="0"/>
          </a:p>
          <a:p>
            <a:r>
              <a:rPr lang="en-US" dirty="0"/>
              <a:t>Higher efficiency directly from array’s, extra path to batteries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88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9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31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31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0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7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42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42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1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5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6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335DB967-4AF8-4D9D-BC89-9273E19FF2EA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32B57116-AE57-49D9-A202-8CFEE6B057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4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Century Gothic" panose="020B0502020202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933" y="285750"/>
            <a:ext cx="7772400" cy="1102519"/>
          </a:xfrm>
        </p:spPr>
        <p:txBody>
          <a:bodyPr>
            <a:normAutofit/>
          </a:bodyPr>
          <a:lstStyle/>
          <a:p>
            <a:r>
              <a:rPr lang="en-US" dirty="0"/>
              <a:t>Electrical Power Subsystem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165874" y="1809750"/>
            <a:ext cx="4489582" cy="2833885"/>
            <a:chOff x="2648877" y="1250060"/>
            <a:chExt cx="4489582" cy="2833885"/>
          </a:xfrm>
        </p:grpSpPr>
        <p:pic>
          <p:nvPicPr>
            <p:cNvPr id="6" name="Picture 2" descr="http://media.idownloadblog.com/wp-content/uploads/2011/10/iphone-battery-icon.jpe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8877" y="1250060"/>
              <a:ext cx="3778513" cy="2833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http://km.support.apple.com/library/APPLE/APPLECARE_ALLGEOS/HT1476/HT1476_03-iphone_china-lightning_bolt-002-en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38396" y="2209803"/>
              <a:ext cx="500063" cy="571501"/>
            </a:xfrm>
            <a:prstGeom prst="rect">
              <a:avLst/>
            </a:prstGeom>
            <a:noFill/>
            <a:effectLst>
              <a:reflection stA="45000" endPos="65000" dist="685800" dir="5400000" sy="-100000" algn="bl" rotWithShape="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3235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905F-1890-D7A1-6941-B25948D56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3B34D-13F4-798E-EB4C-6153A87BA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additional info</a:t>
            </a:r>
          </a:p>
          <a:p>
            <a:r>
              <a:rPr lang="en-US" dirty="0"/>
              <a:t>More accuracy/less approximations</a:t>
            </a:r>
          </a:p>
          <a:p>
            <a:r>
              <a:rPr lang="en-US" dirty="0"/>
              <a:t>Gain an idea of what these systems look like</a:t>
            </a:r>
          </a:p>
        </p:txBody>
      </p:sp>
    </p:spTree>
    <p:extLst>
      <p:ext uri="{BB962C8B-B14F-4D97-AF65-F5344CB8AC3E}">
        <p14:creationId xmlns:p14="http://schemas.microsoft.com/office/powerpoint/2010/main" val="1895352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48553" y="1437773"/>
            <a:ext cx="4308756" cy="19604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310515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itchFamily="34" charset="0"/>
              </a:rPr>
              <a:t>CDHS 	               100 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264795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itchFamily="34" charset="0"/>
              </a:rPr>
              <a:t>Payload 	200 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220241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itchFamily="34" charset="0"/>
              </a:rPr>
              <a:t>propulsion	100 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173355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itchFamily="34" charset="0"/>
              </a:rPr>
              <a:t>AOCS		150 W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2286000" y="3521299"/>
            <a:ext cx="68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81000" y="3568116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itchFamily="34" charset="0"/>
              </a:rPr>
              <a:t>TOTAL		550 W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124200" y="2354133"/>
            <a:ext cx="3657600" cy="5224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3124200" y="2876550"/>
            <a:ext cx="3276600" cy="41326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3"/>
          </p:cNvCxnSpPr>
          <p:nvPr/>
        </p:nvCxnSpPr>
        <p:spPr>
          <a:xfrm flipV="1">
            <a:off x="3124200" y="2321183"/>
            <a:ext cx="3048000" cy="6590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0" idx="3"/>
          </p:cNvCxnSpPr>
          <p:nvPr/>
        </p:nvCxnSpPr>
        <p:spPr>
          <a:xfrm>
            <a:off x="3124200" y="1918216"/>
            <a:ext cx="3048000" cy="27768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81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/>
      <p:bldP spid="19" grpId="0"/>
      <p:bldP spid="20" grpId="0"/>
      <p:bldP spid="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Electricity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Functions of EPS</a:t>
            </a:r>
          </a:p>
          <a:p>
            <a:pPr lvl="1"/>
            <a:r>
              <a:rPr lang="en-US" dirty="0"/>
              <a:t>Energy Generation</a:t>
            </a:r>
          </a:p>
          <a:p>
            <a:pPr lvl="1"/>
            <a:r>
              <a:rPr lang="en-US" dirty="0"/>
              <a:t>Energy Storage</a:t>
            </a:r>
          </a:p>
          <a:p>
            <a:pPr lvl="1"/>
            <a:r>
              <a:rPr lang="en-US" dirty="0"/>
              <a:t>Energy distribution</a:t>
            </a:r>
          </a:p>
          <a:p>
            <a:pPr lvl="1"/>
            <a:r>
              <a:rPr lang="en-US" dirty="0"/>
              <a:t>Energy regulation</a:t>
            </a:r>
          </a:p>
        </p:txBody>
      </p:sp>
      <p:pic>
        <p:nvPicPr>
          <p:cNvPr id="5" name="Picture 4" descr="A diagram of power lines&#10;&#10;Description automatically generated">
            <a:extLst>
              <a:ext uri="{FF2B5EF4-FFF2-40B4-BE49-F238E27FC236}">
                <a16:creationId xmlns:a16="http://schemas.microsoft.com/office/drawing/2014/main" id="{521B9BC3-195F-4693-48BE-403DAEB85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656284"/>
            <a:ext cx="4210669" cy="228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34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Where do we start?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Requirements!</a:t>
            </a:r>
          </a:p>
          <a:p>
            <a:pPr lvl="1"/>
            <a:r>
              <a:rPr lang="en-US" dirty="0"/>
              <a:t>Spacecraft power</a:t>
            </a:r>
          </a:p>
          <a:p>
            <a:pPr lvl="2"/>
            <a:r>
              <a:rPr lang="en-US" dirty="0"/>
              <a:t>Peak power</a:t>
            </a:r>
          </a:p>
          <a:p>
            <a:pPr lvl="2"/>
            <a:r>
              <a:rPr lang="en-US" dirty="0"/>
              <a:t>Avg power</a:t>
            </a:r>
          </a:p>
          <a:p>
            <a:pPr lvl="2"/>
            <a:r>
              <a:rPr lang="en-US" dirty="0"/>
              <a:t>Voltage </a:t>
            </a:r>
          </a:p>
          <a:p>
            <a:pPr lvl="2"/>
            <a:r>
              <a:rPr lang="en-US" dirty="0"/>
              <a:t>Current</a:t>
            </a:r>
          </a:p>
        </p:txBody>
      </p:sp>
    </p:spTree>
    <p:extLst>
      <p:ext uri="{BB962C8B-B14F-4D97-AF65-F5344CB8AC3E}">
        <p14:creationId xmlns:p14="http://schemas.microsoft.com/office/powerpoint/2010/main" val="264418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09550"/>
            <a:ext cx="3385056" cy="22657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4" t="13123" r="8616" b="40136"/>
          <a:stretch/>
        </p:blipFill>
        <p:spPr>
          <a:xfrm>
            <a:off x="4038600" y="209550"/>
            <a:ext cx="4307525" cy="22657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513622"/>
            <a:ext cx="3214048" cy="25632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569961"/>
            <a:ext cx="2023716" cy="236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6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Electrical Fundamentals</a:t>
            </a:r>
          </a:p>
        </p:txBody>
      </p:sp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F1A76BA9-1E02-B22E-9C4D-6293CF708A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078" y="963304"/>
            <a:ext cx="3886333" cy="1600282"/>
          </a:xfrm>
          <a:prstGeom prst="rect">
            <a:avLst/>
          </a:prstGeom>
        </p:spPr>
      </p:pic>
      <p:pic>
        <p:nvPicPr>
          <p:cNvPr id="7" name="Picture 6" descr="A diagram of a voltage&#10;&#10;Description automatically generated">
            <a:extLst>
              <a:ext uri="{FF2B5EF4-FFF2-40B4-BE49-F238E27FC236}">
                <a16:creationId xmlns:a16="http://schemas.microsoft.com/office/drawing/2014/main" id="{0F705AD7-D7D3-DC60-CBDE-4ED151030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38350"/>
            <a:ext cx="5749518" cy="302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12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Energy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1888 – Russian physicist Aleksandr </a:t>
            </a:r>
            <a:r>
              <a:rPr lang="en-US" sz="1800" dirty="0" err="1"/>
              <a:t>Stoletov</a:t>
            </a:r>
            <a:r>
              <a:rPr lang="en-US" sz="1800" dirty="0"/>
              <a:t> built the first cell based on the outer photoelectric effect discovered by Heinrich Hertz in 1887.[11]</a:t>
            </a:r>
          </a:p>
          <a:p>
            <a:r>
              <a:rPr lang="en-US" sz="1800" dirty="0"/>
              <a:t>1904 – Julius </a:t>
            </a:r>
            <a:r>
              <a:rPr lang="en-US" sz="1800" dirty="0" err="1"/>
              <a:t>Elster</a:t>
            </a:r>
            <a:r>
              <a:rPr lang="en-US" sz="1800" dirty="0"/>
              <a:t>, together with Hans Friedrich </a:t>
            </a:r>
            <a:r>
              <a:rPr lang="en-US" sz="1800" dirty="0" err="1"/>
              <a:t>Geitel</a:t>
            </a:r>
            <a:r>
              <a:rPr lang="en-US" sz="1800" dirty="0"/>
              <a:t>, devised the first practical photoelectric cell.[12]</a:t>
            </a:r>
          </a:p>
          <a:p>
            <a:r>
              <a:rPr lang="en-US" sz="1800" dirty="0"/>
              <a:t>1905 – Albert Einstein proposed a new quantum theory of light and explained the photoelectric effect in a landmark paper, for which he received the Nobel Prize in Physics in 1921.[13]</a:t>
            </a:r>
          </a:p>
          <a:p>
            <a:r>
              <a:rPr lang="en-US" sz="1800" dirty="0"/>
              <a:t>1954 – The first practical photovoltaic cell was publicly demonstrated at Bell Laboratories.[18] The inventors were Calvin </a:t>
            </a:r>
            <a:r>
              <a:rPr lang="en-US" sz="1800" dirty="0" err="1"/>
              <a:t>Souther</a:t>
            </a:r>
            <a:r>
              <a:rPr lang="en-US" sz="1800" dirty="0"/>
              <a:t> Fuller, Daryl Chapin and Gerald Pearson.[19]</a:t>
            </a:r>
          </a:p>
          <a:p>
            <a:r>
              <a:rPr lang="en-US" sz="1800" dirty="0"/>
              <a:t>1958 – Solar cells gained prominence with their incorporation onto the Vanguard I satellite.</a:t>
            </a:r>
          </a:p>
        </p:txBody>
      </p:sp>
    </p:spTree>
    <p:extLst>
      <p:ext uri="{BB962C8B-B14F-4D97-AF65-F5344CB8AC3E}">
        <p14:creationId xmlns:p14="http://schemas.microsoft.com/office/powerpoint/2010/main" val="1181778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Solar Cell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effectLst/>
                <a:latin typeface="-apple-system"/>
              </a:rPr>
              <a:t>Directly convert light energy into electrical energy.</a:t>
            </a:r>
          </a:p>
          <a:p>
            <a:pPr algn="l"/>
            <a:r>
              <a:rPr lang="en-US" b="0" i="0" dirty="0">
                <a:effectLst/>
                <a:latin typeface="-apple-system"/>
              </a:rPr>
              <a:t>How big do they need to be? How much energy do they need to provide?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873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I-V Plot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430440-11AF-A771-3710-34C02F90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 Calculation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Helps in determining the efficiency of the solar cell by identifying the Maximum Power Point.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Evaluation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Assesses how well the solar cell performs under different lighting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Control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Ensures that the solar cells meet the required specifications and standards.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C9E3BD-3588-F0E8-4D70-2165E0425620}"/>
              </a:ext>
            </a:extLst>
          </p:cNvPr>
          <p:cNvSpPr txBox="1"/>
          <p:nvPr/>
        </p:nvSpPr>
        <p:spPr>
          <a:xfrm>
            <a:off x="304800" y="1191220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Efficiency Calculation</a:t>
            </a:r>
            <a:r>
              <a:rPr lang="en-US" dirty="0">
                <a:solidFill>
                  <a:schemeClr val="bg1"/>
                </a:solidFill>
              </a:rPr>
              <a:t>: Helps in determining the efficiency of the solar cell by identifying the Maximum Power 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Performance Evaluation</a:t>
            </a:r>
            <a:r>
              <a:rPr lang="en-US" dirty="0">
                <a:solidFill>
                  <a:schemeClr val="bg1"/>
                </a:solidFill>
              </a:rPr>
              <a:t>: Assesses how well the solar cell performs under different lighting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Quality Control</a:t>
            </a:r>
            <a:r>
              <a:rPr lang="en-US" dirty="0">
                <a:solidFill>
                  <a:schemeClr val="bg1"/>
                </a:solidFill>
              </a:rPr>
              <a:t>: Ensures that the solar cells meet the required specifications and standards.</a:t>
            </a:r>
          </a:p>
        </p:txBody>
      </p:sp>
      <p:pic>
        <p:nvPicPr>
          <p:cNvPr id="5" name="Picture 4" descr="A diagram of a solar cell&#10;&#10;Description automatically generated">
            <a:extLst>
              <a:ext uri="{FF2B5EF4-FFF2-40B4-BE49-F238E27FC236}">
                <a16:creationId xmlns:a16="http://schemas.microsoft.com/office/drawing/2014/main" id="{9D117EAD-1133-95AB-2DDA-8790CE150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855493"/>
            <a:ext cx="6764383" cy="410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0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600000">
            <a:off x="4332208" y="503158"/>
            <a:ext cx="4133334" cy="413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7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">
        <p:fade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</p:cBhvr>
                                      <p:by x="20000" y="2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800000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holtz.org/Library/Images/Natural%20Science/Astronomy/Earth/Living%20Earth%20N%20pol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533" y="1404283"/>
            <a:ext cx="2334934" cy="2334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983796" y="2149329"/>
            <a:ext cx="827909" cy="8279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1404283"/>
            <a:ext cx="4572000" cy="2334934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/>
          <p:cNvSpPr/>
          <p:nvPr/>
        </p:nvSpPr>
        <p:spPr>
          <a:xfrm>
            <a:off x="6693905" y="4584255"/>
            <a:ext cx="767848" cy="325631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 rot="16200000">
            <a:off x="7790278" y="3353448"/>
            <a:ext cx="866953" cy="325631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312580" y="2343150"/>
            <a:ext cx="1822953" cy="632925"/>
          </a:xfrm>
          <a:prstGeom prst="rect">
            <a:avLst/>
          </a:prstGeom>
          <a:gradFill>
            <a:gsLst>
              <a:gs pos="0">
                <a:schemeClr val="bg1">
                  <a:lumMod val="25000"/>
                </a:schemeClr>
              </a:gs>
              <a:gs pos="50000">
                <a:schemeClr val="bg1">
                  <a:lumMod val="65000"/>
                </a:schemeClr>
              </a:gs>
              <a:gs pos="100000">
                <a:schemeClr val="bg1">
                  <a:lumMod val="39000"/>
                </a:schemeClr>
              </a:gs>
            </a:gsLst>
            <a:lin ang="189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gradFill>
                  <a:gsLst>
                    <a:gs pos="0">
                      <a:schemeClr val="bg1">
                        <a:lumMod val="69000"/>
                      </a:schemeClr>
                    </a:gs>
                    <a:gs pos="50000">
                      <a:schemeClr val="bg1">
                        <a:lumMod val="84000"/>
                        <a:lumOff val="16000"/>
                      </a:schemeClr>
                    </a:gs>
                    <a:gs pos="100000">
                      <a:schemeClr val="bg1">
                        <a:lumMod val="42000"/>
                      </a:schemeClr>
                    </a:gs>
                  </a:gsLst>
                  <a:lin ang="18900000" scaled="1"/>
                </a:gradFill>
                <a:latin typeface="Century Gothic" pitchFamily="34" charset="0"/>
              </a:rPr>
              <a:t>subsystems + payload</a:t>
            </a:r>
          </a:p>
        </p:txBody>
      </p:sp>
      <p:sp>
        <p:nvSpPr>
          <p:cNvPr id="23" name="Right Arrow 22"/>
          <p:cNvSpPr/>
          <p:nvPr/>
        </p:nvSpPr>
        <p:spPr>
          <a:xfrm rot="16200000">
            <a:off x="7790277" y="3353448"/>
            <a:ext cx="866953" cy="32563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/>
          <p:cNvSpPr/>
          <p:nvPr/>
        </p:nvSpPr>
        <p:spPr>
          <a:xfrm rot="18694751">
            <a:off x="5787275" y="3618822"/>
            <a:ext cx="1845387" cy="325631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6547154" y="2858946"/>
            <a:ext cx="914599" cy="2050940"/>
            <a:chOff x="6547154" y="2858946"/>
            <a:chExt cx="914599" cy="2050940"/>
          </a:xfrm>
        </p:grpSpPr>
        <p:sp>
          <p:nvSpPr>
            <p:cNvPr id="22" name="Right Arrow 21"/>
            <p:cNvSpPr/>
            <p:nvPr/>
          </p:nvSpPr>
          <p:spPr>
            <a:xfrm>
              <a:off x="6674935" y="4584255"/>
              <a:ext cx="786818" cy="325631"/>
            </a:xfrm>
            <a:prstGeom prst="right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ight Arrow 26"/>
            <p:cNvSpPr/>
            <p:nvPr/>
          </p:nvSpPr>
          <p:spPr>
            <a:xfrm rot="18694751">
              <a:off x="5787276" y="3618824"/>
              <a:ext cx="1845388" cy="325631"/>
            </a:xfrm>
            <a:prstGeom prst="right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>
            <a:grpSpLocks noChangeAspect="1"/>
          </p:cNvGrpSpPr>
          <p:nvPr/>
        </p:nvGrpSpPr>
        <p:grpSpPr>
          <a:xfrm flipV="1">
            <a:off x="3962400" y="4405632"/>
            <a:ext cx="2731505" cy="682876"/>
            <a:chOff x="914400" y="1657350"/>
            <a:chExt cx="7315200" cy="1828800"/>
          </a:xfrm>
        </p:grpSpPr>
        <p:sp>
          <p:nvSpPr>
            <p:cNvPr id="12" name="Rectangle 11"/>
            <p:cNvSpPr/>
            <p:nvPr/>
          </p:nvSpPr>
          <p:spPr>
            <a:xfrm>
              <a:off x="914400" y="1657350"/>
              <a:ext cx="7315200" cy="18288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5000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65201" y="1723388"/>
              <a:ext cx="1737360" cy="822960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65201" y="2595457"/>
              <a:ext cx="1737360" cy="822960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88923" y="1723388"/>
              <a:ext cx="1737360" cy="822960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788923" y="2595457"/>
              <a:ext cx="1737360" cy="822960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617716" y="1723388"/>
              <a:ext cx="1737360" cy="822960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17716" y="2595457"/>
              <a:ext cx="1737360" cy="822960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441438" y="1723388"/>
              <a:ext cx="1737360" cy="822960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41438" y="2595457"/>
              <a:ext cx="1737360" cy="822960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7842753" y="3949741"/>
            <a:ext cx="762000" cy="1143000"/>
          </a:xfrm>
          <a:prstGeom prst="rect">
            <a:avLst/>
          </a:prstGeom>
          <a:gradFill rotWithShape="1">
            <a:gsLst>
              <a:gs pos="0">
                <a:srgbClr val="FF0000">
                  <a:gamma/>
                  <a:shade val="46275"/>
                  <a:invGamma/>
                  <a:lumMod val="0"/>
                </a:srgbClr>
              </a:gs>
              <a:gs pos="50000">
                <a:srgbClr val="FF0000">
                  <a:alpha val="50000"/>
                </a:srgbClr>
              </a:gs>
              <a:gs pos="100000">
                <a:srgbClr val="FF0000">
                  <a:gamma/>
                  <a:shade val="46275"/>
                  <a:invGamma/>
                  <a:lumMod val="0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8147856" y="3873541"/>
            <a:ext cx="152400" cy="76200"/>
          </a:xfrm>
          <a:prstGeom prst="rect">
            <a:avLst/>
          </a:prstGeom>
          <a:gradFill rotWithShape="1">
            <a:gsLst>
              <a:gs pos="0">
                <a:srgbClr val="FFFFFF">
                  <a:gamma/>
                  <a:shade val="34902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34902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7842753" y="3949741"/>
            <a:ext cx="762000" cy="1143000"/>
          </a:xfrm>
          <a:prstGeom prst="rect">
            <a:avLst/>
          </a:prstGeom>
          <a:gradFill rotWithShape="1">
            <a:gsLst>
              <a:gs pos="0">
                <a:srgbClr val="00FF00">
                  <a:gamma/>
                  <a:shade val="46275"/>
                  <a:invGamma/>
                  <a:lumMod val="0"/>
                </a:srgbClr>
              </a:gs>
              <a:gs pos="50000">
                <a:srgbClr val="00FF00">
                  <a:alpha val="89999"/>
                </a:srgbClr>
              </a:gs>
              <a:gs pos="100000">
                <a:srgbClr val="00FF00">
                  <a:gamma/>
                  <a:shade val="46275"/>
                  <a:invGamma/>
                  <a:lumMod val="0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7842753" y="4832676"/>
            <a:ext cx="76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gradFill>
                  <a:gsLst>
                    <a:gs pos="49600">
                      <a:srgbClr val="92D050">
                        <a:lumMod val="68000"/>
                      </a:srgbClr>
                    </a:gs>
                    <a:gs pos="0">
                      <a:srgbClr val="00FF00">
                        <a:lumMod val="41000"/>
                      </a:srgbClr>
                    </a:gs>
                    <a:gs pos="100000">
                      <a:srgbClr val="00FF00">
                        <a:alpha val="20000"/>
                        <a:lumMod val="0"/>
                      </a:srgbClr>
                    </a:gs>
                  </a:gsLst>
                  <a:lin ang="0" scaled="1"/>
                </a:gradFill>
                <a:latin typeface="Century Gothic" pitchFamily="34" charset="0"/>
              </a:rPr>
              <a:t>battery</a:t>
            </a:r>
          </a:p>
        </p:txBody>
      </p:sp>
    </p:spTree>
    <p:extLst>
      <p:ext uri="{BB962C8B-B14F-4D97-AF65-F5344CB8AC3E}">
        <p14:creationId xmlns:p14="http://schemas.microsoft.com/office/powerpoint/2010/main" val="25441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40000"/>
    </mc:Choice>
    <mc:Fallback xmlns="">
      <p:transition advClick="0" advTm="4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6" dur="40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pat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7.5239E-7 C 4.44444E-6 0.19612 -0.08993 0.35584 -0.19983 0.35584 C -0.31042 0.35584 -0.39966 0.19612 -0.39966 -7.5239E-7 C -0.39966 -0.19581 -0.31042 -0.35492 -0.19983 -0.35492 C -0.08993 -0.35492 4.44444E-6 -0.19581 4.44444E-6 -7.5239E-7 Z " pathEditMode="relative" rAng="5400000" ptsTypes="fffff">
                                      <p:cBhvr>
                                        <p:cTn id="8" dur="100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83" y="3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8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1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1" nodeType="withEffect">
                                  <p:stCondLst>
                                    <p:cond delay="8500"/>
                                  </p:stCondLst>
                                  <p:childTnLst>
                                    <p:animMotion origin="layout" path="M 3.33333E-6 -5.34351E-7 L 3.33333E-6 0.04997 " pathEditMode="relative" rAng="0" ptsTypes="AA">
                                      <p:cBhvr>
                                        <p:cTn id="42" dur="2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98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4" presetClass="path" presetSubtype="0" fill="hold" grpId="2" nodeType="withEffect">
                                  <p:stCondLst>
                                    <p:cond delay="11000"/>
                                  </p:stCondLst>
                                  <p:childTnLst>
                                    <p:animMotion origin="layout" path="M 3.33333E-6 0.05 L 3.33333E-6 3.33333E-6 " pathEditMode="relative" rAng="0" ptsTypes="AA">
                                      <p:cBhvr>
                                        <p:cTn id="50" dur="7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0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1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2" presetClass="path" presetSubtype="0" fill="hold" grpId="3" nodeType="withEffect">
                                  <p:stCondLst>
                                    <p:cond delay="18500"/>
                                  </p:stCondLst>
                                  <p:childTnLst>
                                    <p:animMotion origin="layout" path="M 3.33333E-6 3.33333E-6 L 3.33333E-6 0.05 " pathEditMode="relative" rAng="0" ptsTypes="AA">
                                      <p:cBhvr>
                                        <p:cTn id="58" dur="2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1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2" nodeType="withEffect">
                                  <p:stCondLst>
                                    <p:cond delay="18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4" presetClass="path" presetSubtype="0" fill="hold" grpId="4" nodeType="withEffect">
                                  <p:stCondLst>
                                    <p:cond delay="21000"/>
                                  </p:stCondLst>
                                  <p:childTnLst>
                                    <p:animMotion origin="layout" path="M 3.33333E-6 0.05 L 3.33333E-6 3.33333E-6 " pathEditMode="relative" rAng="0" ptsTypes="AA">
                                      <p:cBhvr>
                                        <p:cTn id="66" dur="7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0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2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3" nodeType="withEffect">
                                  <p:stCondLst>
                                    <p:cond delay="2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42" presetClass="path" presetSubtype="0" fill="hold" grpId="5" nodeType="withEffect">
                                  <p:stCondLst>
                                    <p:cond delay="28500"/>
                                  </p:stCondLst>
                                  <p:childTnLst>
                                    <p:animMotion origin="layout" path="M 3.33333E-6 -5.34351E-7 L 3.33333E-6 0.04997 " pathEditMode="relative" rAng="0" ptsTypes="AA">
                                      <p:cBhvr>
                                        <p:cTn id="74" dur="2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98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4" nodeType="withEffect">
                                  <p:stCondLst>
                                    <p:cond delay="28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4" presetClass="path" presetSubtype="0" fill="hold" grpId="6" nodeType="withEffect">
                                  <p:stCondLst>
                                    <p:cond delay="31000"/>
                                  </p:stCondLst>
                                  <p:childTnLst>
                                    <p:animMotion origin="layout" path="M 3.33333E-6 0.05 L 3.33333E-6 -0.00047 " pathEditMode="relative" rAng="0" ptsTypes="AA">
                                      <p:cBhvr>
                                        <p:cTn id="82" dur="7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23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3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5" nodeType="withEffect">
                                  <p:stCondLst>
                                    <p:cond delay="3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3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3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7" nodeType="withEffect">
                                  <p:stCondLst>
                                    <p:cond delay="3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3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3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3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3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3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3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3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6" nodeType="withEffect">
                                  <p:stCondLst>
                                    <p:cond delay="3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21" grpId="0" animBg="1"/>
      <p:bldP spid="21" grpId="1" animBg="1"/>
      <p:bldP spid="5" grpId="0" animBg="1"/>
      <p:bldP spid="5" grpId="1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3" grpId="6" animBg="1"/>
      <p:bldP spid="26" grpId="0" animBg="1"/>
      <p:bldP spid="2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9" grpId="6" animBg="1"/>
      <p:bldP spid="9" grpId="7" animBg="1"/>
      <p:bldP spid="10" grpId="0"/>
      <p:bldP spid="1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571750"/>
            <a:ext cx="1008458" cy="1008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3" y="1932669"/>
            <a:ext cx="2152649" cy="2152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>
          <a:xfrm>
            <a:off x="782925" y="1852136"/>
            <a:ext cx="2257484" cy="235243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1916431" y="1944026"/>
            <a:ext cx="2133599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916431" y="4113609"/>
            <a:ext cx="2133599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0106" y="1943100"/>
            <a:ext cx="2143124" cy="2170509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/>
          <p:cNvSpPr>
            <a:spLocks noChangeAspect="1"/>
          </p:cNvSpPr>
          <p:nvPr/>
        </p:nvSpPr>
        <p:spPr>
          <a:xfrm>
            <a:off x="869275" y="1916462"/>
            <a:ext cx="2131494" cy="2170509"/>
          </a:xfrm>
          <a:prstGeom prst="arc">
            <a:avLst>
              <a:gd name="adj1" fmla="val 16200000"/>
              <a:gd name="adj2" fmla="val 5399330"/>
            </a:avLst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/>
          <p:cNvSpPr>
            <a:spLocks noChangeAspect="1"/>
          </p:cNvSpPr>
          <p:nvPr/>
        </p:nvSpPr>
        <p:spPr>
          <a:xfrm>
            <a:off x="6040475" y="2611360"/>
            <a:ext cx="927506" cy="944484"/>
          </a:xfrm>
          <a:prstGeom prst="arc">
            <a:avLst>
              <a:gd name="adj1" fmla="val 16200000"/>
              <a:gd name="adj2" fmla="val 5399426"/>
            </a:avLst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613840" y="1389697"/>
            <a:ext cx="3667977" cy="337256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6536099" y="2612855"/>
            <a:ext cx="2133599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536099" y="3555844"/>
            <a:ext cx="2133599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67000" y="209550"/>
            <a:ext cx="300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Time of Eclipse (TE)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400" y="895350"/>
            <a:ext cx="543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6151" y="899046"/>
            <a:ext cx="642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MEO</a:t>
            </a:r>
          </a:p>
        </p:txBody>
      </p:sp>
    </p:spTree>
    <p:extLst>
      <p:ext uri="{BB962C8B-B14F-4D97-AF65-F5344CB8AC3E}">
        <p14:creationId xmlns:p14="http://schemas.microsoft.com/office/powerpoint/2010/main" val="15458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Energy in the Sun vs. Eclipse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0" i="0" dirty="0">
                <a:effectLst/>
                <a:latin typeface="-apple-system"/>
              </a:rPr>
              <a:t>What is </a:t>
            </a:r>
            <a:r>
              <a:rPr lang="en-US" b="0" i="0" dirty="0" err="1">
                <a:effectLst/>
                <a:latin typeface="-apple-system"/>
              </a:rPr>
              <a:t>Esun</a:t>
            </a:r>
            <a:r>
              <a:rPr lang="en-US" b="0" i="0" dirty="0">
                <a:effectLst/>
                <a:latin typeface="-apple-system"/>
              </a:rPr>
              <a:t>/</a:t>
            </a:r>
            <a:r>
              <a:rPr lang="en-US" b="0" i="0" dirty="0" err="1">
                <a:effectLst/>
                <a:latin typeface="-apple-system"/>
              </a:rPr>
              <a:t>ecl</a:t>
            </a:r>
            <a:r>
              <a:rPr lang="en-US" b="0" i="0" dirty="0">
                <a:effectLst/>
                <a:latin typeface="-apple-system"/>
              </a:rPr>
              <a:t>? Equation? Why different for sun/eclipse?</a:t>
            </a:r>
          </a:p>
          <a:p>
            <a:pPr algn="l"/>
            <a:r>
              <a:rPr lang="en-US" b="0" i="0" dirty="0">
                <a:effectLst/>
                <a:latin typeface="-apple-system"/>
              </a:rPr>
              <a:t>What is η? Why different for sun/eclipse? Which is higher?</a:t>
            </a:r>
          </a:p>
          <a:p>
            <a:pPr algn="l"/>
            <a:r>
              <a:rPr lang="en-US" b="0" i="0" dirty="0">
                <a:effectLst/>
                <a:latin typeface="-apple-system"/>
              </a:rPr>
              <a:t>What is the consequence of η?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436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Energy in the Sun vs. Eclipse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A32E723C-55E2-A784-13C5-4D1FDB2C2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159121"/>
            <a:ext cx="2438400" cy="3476531"/>
          </a:xfrm>
          <a:prstGeom prst="rect">
            <a:avLst/>
          </a:prstGeom>
        </p:spPr>
      </p:pic>
      <p:pic>
        <p:nvPicPr>
          <p:cNvPr id="7" name="Picture 6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954D6AC9-B29A-6E46-0379-7D554B87D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140" y="1234635"/>
            <a:ext cx="2314612" cy="1368193"/>
          </a:xfrm>
          <a:prstGeom prst="rect">
            <a:avLst/>
          </a:prstGeom>
        </p:spPr>
      </p:pic>
      <p:pic>
        <p:nvPicPr>
          <p:cNvPr id="9" name="Picture 8" descr="A black text with a black line&#10;&#10;Description automatically generated">
            <a:extLst>
              <a:ext uri="{FF2B5EF4-FFF2-40B4-BE49-F238E27FC236}">
                <a16:creationId xmlns:a16="http://schemas.microsoft.com/office/drawing/2014/main" id="{3865A046-A454-1716-72FF-8FA6500D5A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140" y="4005506"/>
            <a:ext cx="2597283" cy="40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25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Time in Eclipse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3FA328-ACF8-7C76-9BB9-6D1954A896C3}"/>
              </a:ext>
            </a:extLst>
          </p:cNvPr>
          <p:cNvSpPr txBox="1"/>
          <p:nvPr/>
        </p:nvSpPr>
        <p:spPr>
          <a:xfrm>
            <a:off x="457200" y="865223"/>
            <a:ext cx="7696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Max: when orbital plane aligns with…</a:t>
            </a:r>
          </a:p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ecliptic plane.</a:t>
            </a:r>
          </a:p>
          <a:p>
            <a:pPr algn="l"/>
            <a:endParaRPr lang="en-US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Shorter: all other times</a:t>
            </a:r>
          </a:p>
          <a:p>
            <a:pPr algn="l"/>
            <a:endParaRPr lang="en-US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Shortest: no eclipse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some (many) sun-synchronous orbits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GEO for most of the year—why?</a:t>
            </a:r>
          </a:p>
          <a:p>
            <a:pPr algn="l"/>
            <a:endParaRPr lang="en-US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beta angle: angle between orbital plane and sun vector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formally: angle between solar vector and its projection onto the orbit plane</a:t>
            </a:r>
          </a:p>
          <a:p>
            <a:pPr algn="l"/>
            <a:endParaRPr lang="en-US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Real cells</a:t>
            </a:r>
          </a:p>
          <a:p>
            <a:pPr algn="l"/>
            <a:r>
              <a:rPr lang="en-US" b="0" i="0" dirty="0" err="1">
                <a:solidFill>
                  <a:schemeClr val="bg1"/>
                </a:solidFill>
                <a:effectLst/>
                <a:latin typeface="-apple-system"/>
              </a:rPr>
              <a:t>Rocketlab</a:t>
            </a: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 IMM: η = 33%</a:t>
            </a:r>
          </a:p>
        </p:txBody>
      </p:sp>
      <p:pic>
        <p:nvPicPr>
          <p:cNvPr id="2050" name="Picture 2" descr="Beta angle - Wikipedia">
            <a:extLst>
              <a:ext uri="{FF2B5EF4-FFF2-40B4-BE49-F238E27FC236}">
                <a16:creationId xmlns:a16="http://schemas.microsoft.com/office/drawing/2014/main" id="{5E4CB4B5-F099-3834-F9E5-557C06CF6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171957"/>
            <a:ext cx="38100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882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85800" y="514350"/>
                <a:ext cx="6916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𝐵𝑂𝐿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14350"/>
                <a:ext cx="691664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6858001" y="666750"/>
            <a:ext cx="1986337" cy="3930829"/>
            <a:chOff x="6858001" y="666750"/>
            <a:chExt cx="1986337" cy="39308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7315200" y="666750"/>
                  <a:ext cx="68525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𝐸𝑂𝐿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5200" y="666750"/>
                  <a:ext cx="685252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70" t="14335" r="39309" b="45683"/>
            <a:stretch/>
          </p:blipFill>
          <p:spPr>
            <a:xfrm rot="16200000">
              <a:off x="6058622" y="1811862"/>
              <a:ext cx="3585096" cy="1986337"/>
            </a:xfrm>
            <a:prstGeom prst="rect">
              <a:avLst/>
            </a:prstGeom>
          </p:spPr>
        </p:pic>
      </p:grp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4" t="53218" r="39553" b="8712"/>
          <a:stretch/>
        </p:blipFill>
        <p:spPr>
          <a:xfrm rot="5400000">
            <a:off x="-177421" y="1899302"/>
            <a:ext cx="3664423" cy="1937982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3276600" y="2343150"/>
            <a:ext cx="2895600" cy="1066800"/>
            <a:chOff x="3276600" y="2343150"/>
            <a:chExt cx="2895600" cy="1066800"/>
          </a:xfrm>
        </p:grpSpPr>
        <p:sp>
          <p:nvSpPr>
            <p:cNvPr id="6" name="Right Arrow 5"/>
            <p:cNvSpPr/>
            <p:nvPr/>
          </p:nvSpPr>
          <p:spPr>
            <a:xfrm>
              <a:off x="3276600" y="2571750"/>
              <a:ext cx="2895600" cy="838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886200" y="2343150"/>
              <a:ext cx="12945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Mission Life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732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3" t="31043" r="34385" b="44322"/>
          <a:stretch/>
        </p:blipFill>
        <p:spPr>
          <a:xfrm>
            <a:off x="6172200" y="645141"/>
            <a:ext cx="2227563" cy="1493577"/>
          </a:xfrm>
          <a:prstGeom prst="rect">
            <a:avLst/>
          </a:prstGeom>
        </p:spPr>
      </p:pic>
      <p:pic>
        <p:nvPicPr>
          <p:cNvPr id="17" name="Picture 2" descr="http://media.idownloadblog.com/wp-content/uploads/2011/10/iphone-battery-icon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04656" y="1933694"/>
            <a:ext cx="3448287" cy="243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286000" y="2114550"/>
            <a:ext cx="1524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286000" y="2495550"/>
            <a:ext cx="1524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0" y="211455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4491" y="361950"/>
            <a:ext cx="2765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Battery Capacity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2" t="37007" r="73768" b="23786"/>
          <a:stretch/>
        </p:blipFill>
        <p:spPr bwMode="auto">
          <a:xfrm>
            <a:off x="4572000" y="2038350"/>
            <a:ext cx="4230169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894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Battery Capacity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3829C543-85B9-0264-FF3E-FC0A17C3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200151"/>
            <a:ext cx="1244664" cy="692186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CCF60000-C8E0-FDCD-8F1E-49A96E7DD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667" y="2114550"/>
            <a:ext cx="3238666" cy="19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29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26A06BE-162D-4698-4CFE-BAA4C26D83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" y="-1085850"/>
            <a:ext cx="5943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E1BEBC0-AA98-BA5D-FAF5-54BA9D9BD1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9D7E8D4-ACB1-9FA8-9FC0-5692A0FCA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" y="209550"/>
            <a:ext cx="8295968" cy="491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16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5DCADB-6FCE-475F-AED6-BF032866F7E0}"/>
</file>

<file path=customXml/itemProps2.xml><?xml version="1.0" encoding="utf-8"?>
<ds:datastoreItem xmlns:ds="http://schemas.openxmlformats.org/officeDocument/2006/customXml" ds:itemID="{AB47EDB1-C49C-492E-984E-4A2B6C6366E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C1308B3-75B5-446F-B44C-417878011AA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7559</TotalTime>
  <Words>568</Words>
  <Application>Microsoft Office PowerPoint</Application>
  <PresentationFormat>On-screen Show (16:9)</PresentationFormat>
  <Paragraphs>92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-apple-system</vt:lpstr>
      <vt:lpstr>Aptos</vt:lpstr>
      <vt:lpstr>Arial</vt:lpstr>
      <vt:lpstr>Cambria Math</vt:lpstr>
      <vt:lpstr>Century Gothic</vt:lpstr>
      <vt:lpstr>Office Theme</vt:lpstr>
      <vt:lpstr>Electrical Power Subsystem</vt:lpstr>
      <vt:lpstr>Electricity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&amp; Data Handling Subsystem</dc:title>
  <dc:creator>David French</dc:creator>
  <cp:lastModifiedBy>Harris, Wyatt J Lt Col USAF USAFA DF/DFAS</cp:lastModifiedBy>
  <cp:revision>67</cp:revision>
  <dcterms:created xsi:type="dcterms:W3CDTF">2014-11-04T20:34:57Z</dcterms:created>
  <dcterms:modified xsi:type="dcterms:W3CDTF">2025-08-26T19:05:17Z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</Properties>
</file>