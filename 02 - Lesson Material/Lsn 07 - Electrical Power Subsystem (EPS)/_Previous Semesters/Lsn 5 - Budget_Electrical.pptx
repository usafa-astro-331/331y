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570" r:id="rId5"/>
    <p:sldId id="644" r:id="rId6"/>
    <p:sldId id="645" r:id="rId7"/>
    <p:sldId id="646" r:id="rId8"/>
    <p:sldId id="647" r:id="rId9"/>
    <p:sldId id="648" r:id="rId10"/>
    <p:sldId id="649" r:id="rId11"/>
    <p:sldId id="650" r:id="rId12"/>
    <p:sldId id="651" r:id="rId13"/>
    <p:sldId id="658" r:id="rId14"/>
    <p:sldId id="659" r:id="rId15"/>
    <p:sldId id="652" r:id="rId16"/>
    <p:sldId id="657" r:id="rId17"/>
    <p:sldId id="653" r:id="rId18"/>
    <p:sldId id="654" r:id="rId19"/>
    <p:sldId id="655" r:id="rId20"/>
    <p:sldId id="656" r:id="rId21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A317EB-9ABE-45E3-B076-212ECC59E683}" v="2" dt="2025-01-31T01:13:15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4" autoAdjust="0"/>
    <p:restoredTop sz="86111" autoAdjust="0"/>
  </p:normalViewPr>
  <p:slideViewPr>
    <p:cSldViewPr>
      <p:cViewPr>
        <p:scale>
          <a:sx n="51" d="100"/>
          <a:sy n="51" d="100"/>
        </p:scale>
        <p:origin x="780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E59C1B30-9981-4FC3-BF6D-029153D0CEDB}"/>
    <pc:docChg chg="custSel addSld delSld modSld sldOrd delMainMaster modNotesMaster modHandout">
      <pc:chgData name="Miller, Jonathan M Lt Col USSF USAFA DF/DFAS" userId="d003cf6e-ed25-45fa-8706-5841241c5d7b" providerId="ADAL" clId="{E59C1B30-9981-4FC3-BF6D-029153D0CEDB}" dt="2024-08-20T18:27:43.483" v="630" actId="1076"/>
      <pc:docMkLst>
        <pc:docMk/>
      </pc:docMkLst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0" sldId="266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0" sldId="269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0" sldId="283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519458772" sldId="289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1442516809" sldId="290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849623029" sldId="291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749444280" sldId="292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385180156" sldId="296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702401834" sldId="297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622572284" sldId="298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497131182" sldId="299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992662157" sldId="308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1603494798" sldId="309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299214850" sldId="312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365462457" sldId="313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599162235" sldId="314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474143420" sldId="315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702528449" sldId="317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255813279" sldId="318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006894558" sldId="319"/>
        </pc:sldMkLst>
      </pc:sldChg>
      <pc:sldChg chg="addSp delSp modSp mod">
        <pc:chgData name="Miller, Jonathan M Lt Col USSF USAFA DF/DFAS" userId="d003cf6e-ed25-45fa-8706-5841241c5d7b" providerId="ADAL" clId="{E59C1B30-9981-4FC3-BF6D-029153D0CEDB}" dt="2024-08-20T15:48:49.466" v="489" actId="1076"/>
        <pc:sldMkLst>
          <pc:docMk/>
          <pc:sldMk cId="0" sldId="570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178609520" sldId="639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440269632" sldId="641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3982180383" sldId="642"/>
        </pc:sldMkLst>
      </pc:sldChg>
      <pc:sldChg chg="del">
        <pc:chgData name="Miller, Jonathan M Lt Col USSF USAFA DF/DFAS" userId="d003cf6e-ed25-45fa-8706-5841241c5d7b" providerId="ADAL" clId="{E59C1B30-9981-4FC3-BF6D-029153D0CEDB}" dt="2024-08-20T06:15:37.084" v="301" actId="47"/>
        <pc:sldMkLst>
          <pc:docMk/>
          <pc:sldMk cId="2012590060" sldId="643"/>
        </pc:sldMkLst>
      </pc:sldChg>
      <pc:sldChg chg="addSp modSp new mod">
        <pc:chgData name="Miller, Jonathan M Lt Col USSF USAFA DF/DFAS" userId="d003cf6e-ed25-45fa-8706-5841241c5d7b" providerId="ADAL" clId="{E59C1B30-9981-4FC3-BF6D-029153D0CEDB}" dt="2024-08-20T05:53:01.391" v="201" actId="20577"/>
        <pc:sldMkLst>
          <pc:docMk/>
          <pc:sldMk cId="1399834370" sldId="644"/>
        </pc:sldMkLst>
      </pc:sldChg>
      <pc:sldChg chg="addSp new">
        <pc:chgData name="Miller, Jonathan M Lt Col USSF USAFA DF/DFAS" userId="d003cf6e-ed25-45fa-8706-5841241c5d7b" providerId="ADAL" clId="{E59C1B30-9981-4FC3-BF6D-029153D0CEDB}" dt="2024-08-20T05:53:46.362" v="203"/>
        <pc:sldMkLst>
          <pc:docMk/>
          <pc:sldMk cId="1282658491" sldId="645"/>
        </pc:sldMkLst>
      </pc:sldChg>
      <pc:sldChg chg="addSp delSp modSp new mod ord">
        <pc:chgData name="Miller, Jonathan M Lt Col USSF USAFA DF/DFAS" userId="d003cf6e-ed25-45fa-8706-5841241c5d7b" providerId="ADAL" clId="{E59C1B30-9981-4FC3-BF6D-029153D0CEDB}" dt="2024-08-20T05:56:14.589" v="227"/>
        <pc:sldMkLst>
          <pc:docMk/>
          <pc:sldMk cId="3597105453" sldId="646"/>
        </pc:sldMkLst>
      </pc:sldChg>
      <pc:sldChg chg="addSp delSp modSp new">
        <pc:chgData name="Miller, Jonathan M Lt Col USSF USAFA DF/DFAS" userId="d003cf6e-ed25-45fa-8706-5841241c5d7b" providerId="ADAL" clId="{E59C1B30-9981-4FC3-BF6D-029153D0CEDB}" dt="2024-08-20T05:57:00.179" v="231" actId="1076"/>
        <pc:sldMkLst>
          <pc:docMk/>
          <pc:sldMk cId="1925397997" sldId="647"/>
        </pc:sldMkLst>
      </pc:sldChg>
      <pc:sldChg chg="addSp delSp modSp new mod">
        <pc:chgData name="Miller, Jonathan M Lt Col USSF USAFA DF/DFAS" userId="d003cf6e-ed25-45fa-8706-5841241c5d7b" providerId="ADAL" clId="{E59C1B30-9981-4FC3-BF6D-029153D0CEDB}" dt="2024-08-20T05:57:55.582" v="247" actId="20577"/>
        <pc:sldMkLst>
          <pc:docMk/>
          <pc:sldMk cId="3358751100" sldId="648"/>
        </pc:sldMkLst>
      </pc:sldChg>
      <pc:sldChg chg="modSp new mod">
        <pc:chgData name="Miller, Jonathan M Lt Col USSF USAFA DF/DFAS" userId="d003cf6e-ed25-45fa-8706-5841241c5d7b" providerId="ADAL" clId="{E59C1B30-9981-4FC3-BF6D-029153D0CEDB}" dt="2024-08-20T06:09:08.173" v="261" actId="13926"/>
        <pc:sldMkLst>
          <pc:docMk/>
          <pc:sldMk cId="3757882704" sldId="649"/>
        </pc:sldMkLst>
      </pc:sldChg>
      <pc:sldChg chg="addSp delSp modSp new mod">
        <pc:chgData name="Miller, Jonathan M Lt Col USSF USAFA DF/DFAS" userId="d003cf6e-ed25-45fa-8706-5841241c5d7b" providerId="ADAL" clId="{E59C1B30-9981-4FC3-BF6D-029153D0CEDB}" dt="2024-08-20T06:12:39.876" v="288" actId="1076"/>
        <pc:sldMkLst>
          <pc:docMk/>
          <pc:sldMk cId="3607782969" sldId="650"/>
        </pc:sldMkLst>
      </pc:sldChg>
      <pc:sldChg chg="addSp delSp modSp new mod">
        <pc:chgData name="Miller, Jonathan M Lt Col USSF USAFA DF/DFAS" userId="d003cf6e-ed25-45fa-8706-5841241c5d7b" providerId="ADAL" clId="{E59C1B30-9981-4FC3-BF6D-029153D0CEDB}" dt="2024-08-20T06:14:33.921" v="300" actId="1076"/>
        <pc:sldMkLst>
          <pc:docMk/>
          <pc:sldMk cId="964575890" sldId="651"/>
        </pc:sldMkLst>
      </pc:sldChg>
      <pc:sldChg chg="addSp delSp modSp new mod">
        <pc:chgData name="Miller, Jonathan M Lt Col USSF USAFA DF/DFAS" userId="d003cf6e-ed25-45fa-8706-5841241c5d7b" providerId="ADAL" clId="{E59C1B30-9981-4FC3-BF6D-029153D0CEDB}" dt="2024-08-20T15:38:18.905" v="483" actId="20577"/>
        <pc:sldMkLst>
          <pc:docMk/>
          <pc:sldMk cId="1682150174" sldId="652"/>
        </pc:sldMkLst>
      </pc:sldChg>
      <pc:sldChg chg="addSp modSp new mod">
        <pc:chgData name="Miller, Jonathan M Lt Col USSF USAFA DF/DFAS" userId="d003cf6e-ed25-45fa-8706-5841241c5d7b" providerId="ADAL" clId="{E59C1B30-9981-4FC3-BF6D-029153D0CEDB}" dt="2024-08-20T15:37:07.034" v="460" actId="20577"/>
        <pc:sldMkLst>
          <pc:docMk/>
          <pc:sldMk cId="705064549" sldId="653"/>
        </pc:sldMkLst>
      </pc:sldChg>
      <pc:sldChg chg="addSp delSp modSp new mod">
        <pc:chgData name="Miller, Jonathan M Lt Col USSF USAFA DF/DFAS" userId="d003cf6e-ed25-45fa-8706-5841241c5d7b" providerId="ADAL" clId="{E59C1B30-9981-4FC3-BF6D-029153D0CEDB}" dt="2024-08-20T18:27:17.103" v="612" actId="478"/>
        <pc:sldMkLst>
          <pc:docMk/>
          <pc:sldMk cId="2505403990" sldId="654"/>
        </pc:sldMkLst>
      </pc:sldChg>
      <pc:sldChg chg="addSp modSp new mod">
        <pc:chgData name="Miller, Jonathan M Lt Col USSF USAFA DF/DFAS" userId="d003cf6e-ed25-45fa-8706-5841241c5d7b" providerId="ADAL" clId="{E59C1B30-9981-4FC3-BF6D-029153D0CEDB}" dt="2024-08-20T18:27:43.483" v="630" actId="1076"/>
        <pc:sldMkLst>
          <pc:docMk/>
          <pc:sldMk cId="3858751774" sldId="655"/>
        </pc:sldMkLst>
      </pc:sldChg>
      <pc:sldMasterChg chg="del delSldLayout">
        <pc:chgData name="Miller, Jonathan M Lt Col USSF USAFA DF/DFAS" userId="d003cf6e-ed25-45fa-8706-5841241c5d7b" providerId="ADAL" clId="{E59C1B30-9981-4FC3-BF6D-029153D0CEDB}" dt="2024-08-20T06:15:37.084" v="301" actId="47"/>
        <pc:sldMasterMkLst>
          <pc:docMk/>
          <pc:sldMasterMk cId="4235928819" sldId="2147483660"/>
        </pc:sldMasterMkLst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1246220049" sldId="2147483661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1467197555" sldId="2147483662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3889678458" sldId="2147483663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463697927" sldId="2147483664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829176842" sldId="2147483665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3626729287" sldId="2147483666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018645503" sldId="2147483667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175520114" sldId="2147483668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1761061095" sldId="2147483669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1843654038" sldId="2147483670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890993002" sldId="2147483671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1923164217" sldId="2147483672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038193639" sldId="2147483673"/>
          </pc:sldLayoutMkLst>
        </pc:sldLayoutChg>
        <pc:sldLayoutChg chg="del">
          <pc:chgData name="Miller, Jonathan M Lt Col USSF USAFA DF/DFAS" userId="d003cf6e-ed25-45fa-8706-5841241c5d7b" providerId="ADAL" clId="{E59C1B30-9981-4FC3-BF6D-029153D0CEDB}" dt="2024-08-20T06:15:37.084" v="301" actId="47"/>
          <pc:sldLayoutMkLst>
            <pc:docMk/>
            <pc:sldMasterMk cId="4235928819" sldId="2147483660"/>
            <pc:sldLayoutMk cId="2177261130" sldId="2147483674"/>
          </pc:sldLayoutMkLst>
        </pc:sldLayoutChg>
      </pc:sldMasterChg>
    </pc:docChg>
  </pc:docChgLst>
  <pc:docChgLst>
    <pc:chgData name="Walker, Kittyanna L C1C USAF USAFA CW/CS21" userId="S::c25kittyanna.walker@afacademy.af.edu::b8de5538-69b8-45a4-918c-1070f21d9713" providerId="AD" clId="Web-{56A317EB-9ABE-45E3-B076-212ECC59E683}"/>
    <pc:docChg chg="modSld">
      <pc:chgData name="Walker, Kittyanna L C1C USAF USAFA CW/CS21" userId="S::c25kittyanna.walker@afacademy.af.edu::b8de5538-69b8-45a4-918c-1070f21d9713" providerId="AD" clId="Web-{56A317EB-9ABE-45E3-B076-212ECC59E683}" dt="2025-01-31T01:13:15.038" v="1" actId="1076"/>
      <pc:docMkLst>
        <pc:docMk/>
      </pc:docMkLst>
      <pc:sldChg chg="modSp">
        <pc:chgData name="Walker, Kittyanna L C1C USAF USAFA CW/CS21" userId="S::c25kittyanna.walker@afacademy.af.edu::b8de5538-69b8-45a4-918c-1070f21d9713" providerId="AD" clId="Web-{56A317EB-9ABE-45E3-B076-212ECC59E683}" dt="2025-01-31T01:13:15.038" v="1" actId="1076"/>
        <pc:sldMkLst>
          <pc:docMk/>
          <pc:sldMk cId="705064549" sldId="653"/>
        </pc:sldMkLst>
        <pc:spChg chg="mod">
          <ac:chgData name="Walker, Kittyanna L C1C USAF USAFA CW/CS21" userId="S::c25kittyanna.walker@afacademy.af.edu::b8de5538-69b8-45a4-918c-1070f21d9713" providerId="AD" clId="Web-{56A317EB-9ABE-45E3-B076-212ECC59E683}" dt="2025-01-31T01:13:15.038" v="1" actId="1076"/>
          <ac:spMkLst>
            <pc:docMk/>
            <pc:sldMk cId="705064549" sldId="653"/>
            <ac:spMk id="5" creationId="{EC7B0589-7D25-758E-FDA6-02B08AEF0077}"/>
          </ac:spMkLst>
        </pc:spChg>
      </pc:sldChg>
    </pc:docChg>
  </pc:docChgLst>
  <pc:docChgLst>
    <pc:chgData name="Miller, Jonathan M Lt Col USSF USAFA DF/DFAS" userId="d003cf6e-ed25-45fa-8706-5841241c5d7b" providerId="ADAL" clId="{737FE795-88C1-4342-AAA2-B462898C13C8}"/>
    <pc:docChg chg="addSld delSld modSld sldOrd">
      <pc:chgData name="Miller, Jonathan M Lt Col USSF USAFA DF/DFAS" userId="d003cf6e-ed25-45fa-8706-5841241c5d7b" providerId="ADAL" clId="{737FE795-88C1-4342-AAA2-B462898C13C8}" dt="2024-08-16T16:12:21.585" v="267" actId="729"/>
      <pc:docMkLst>
        <pc:docMk/>
      </pc:docMkLst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66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6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83"/>
        </pc:sldMkLst>
      </pc:sldChg>
      <pc:sldChg chg="add del mod modTransition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3519458772" sldId="289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1442516809" sldId="290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2849623029" sldId="291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2749444280" sldId="292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385180156" sldId="296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702401834" sldId="297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622572284" sldId="29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497131182" sldId="29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992662157" sldId="30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1603494798" sldId="30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299214850" sldId="312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365462457" sldId="313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599162235" sldId="314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474143420" sldId="315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702528449" sldId="317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255813279" sldId="31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006894558" sldId="319"/>
        </pc:sldMkLst>
      </pc:sldChg>
      <pc:sldChg chg="addSp delSp modSp mod">
        <pc:chgData name="Miller, Jonathan M Lt Col USSF USAFA DF/DFAS" userId="d003cf6e-ed25-45fa-8706-5841241c5d7b" providerId="ADAL" clId="{737FE795-88C1-4342-AAA2-B462898C13C8}" dt="2024-08-16T06:43:40.908" v="266" actId="255"/>
        <pc:sldMkLst>
          <pc:docMk/>
          <pc:sldMk cId="0" sldId="57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323137568" sldId="62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940824105" sldId="621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897429879" sldId="622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233248735" sldId="623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827012204" sldId="624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04070027" sldId="625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089227706" sldId="626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91809208" sldId="627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772586081" sldId="628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552226282" sldId="629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16640621" sldId="63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968899800" sldId="631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337989630" sldId="632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638948357" sldId="633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88277171" sldId="634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129270803" sldId="635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4058774868" sldId="636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408809517" sldId="637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5776452" sldId="638"/>
        </pc:sldMkLst>
      </pc:sldChg>
      <pc:sldChg chg="addSp modSp new mod modAnim">
        <pc:chgData name="Miller, Jonathan M Lt Col USSF USAFA DF/DFAS" userId="d003cf6e-ed25-45fa-8706-5841241c5d7b" providerId="ADAL" clId="{737FE795-88C1-4342-AAA2-B462898C13C8}" dt="2024-08-15T21:12:15.318" v="152" actId="1076"/>
        <pc:sldMkLst>
          <pc:docMk/>
          <pc:sldMk cId="178609520" sldId="639"/>
        </pc:sldMkLst>
      </pc:sldChg>
      <pc:sldChg chg="new 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48075405" sldId="640"/>
        </pc:sldMkLst>
      </pc:sldChg>
      <pc:sldChg chg="new del">
        <pc:chgData name="Miller, Jonathan M Lt Col USSF USAFA DF/DFAS" userId="d003cf6e-ed25-45fa-8706-5841241c5d7b" providerId="ADAL" clId="{737FE795-88C1-4342-AAA2-B462898C13C8}" dt="2024-08-15T21:22:07.552" v="213" actId="47"/>
        <pc:sldMkLst>
          <pc:docMk/>
          <pc:sldMk cId="2203292360" sldId="640"/>
        </pc:sldMkLst>
      </pc:sldChg>
      <pc:sldChg chg="modSp new mod ord">
        <pc:chgData name="Miller, Jonathan M Lt Col USSF USAFA DF/DFAS" userId="d003cf6e-ed25-45fa-8706-5841241c5d7b" providerId="ADAL" clId="{737FE795-88C1-4342-AAA2-B462898C13C8}" dt="2024-08-15T21:21:55.436" v="210" actId="255"/>
        <pc:sldMkLst>
          <pc:docMk/>
          <pc:sldMk cId="440269632" sldId="641"/>
        </pc:sldMkLst>
      </pc:sldChg>
      <pc:sldChg chg="new del">
        <pc:chgData name="Miller, Jonathan M Lt Col USSF USAFA DF/DFAS" userId="d003cf6e-ed25-45fa-8706-5841241c5d7b" providerId="ADAL" clId="{737FE795-88C1-4342-AAA2-B462898C13C8}" dt="2024-08-15T21:22:05.214" v="212" actId="47"/>
        <pc:sldMkLst>
          <pc:docMk/>
          <pc:sldMk cId="2015313943" sldId="642"/>
        </pc:sldMkLst>
      </pc:sldChg>
      <pc:sldChg chg="addSp delSp modSp new mod">
        <pc:chgData name="Miller, Jonathan M Lt Col USSF USAFA DF/DFAS" userId="d003cf6e-ed25-45fa-8706-5841241c5d7b" providerId="ADAL" clId="{737FE795-88C1-4342-AAA2-B462898C13C8}" dt="2024-08-16T06:38:08.629" v="230" actId="1076"/>
        <pc:sldMkLst>
          <pc:docMk/>
          <pc:sldMk cId="3982180383" sldId="642"/>
        </pc:sldMkLst>
      </pc:sldChg>
      <pc:sldChg chg="addSp delSp modSp new mod">
        <pc:chgData name="Miller, Jonathan M Lt Col USSF USAFA DF/DFAS" userId="d003cf6e-ed25-45fa-8706-5841241c5d7b" providerId="ADAL" clId="{737FE795-88C1-4342-AAA2-B462898C13C8}" dt="2024-08-16T06:39:54.178" v="246" actId="1076"/>
        <pc:sldMkLst>
          <pc:docMk/>
          <pc:sldMk cId="2012590060" sldId="643"/>
        </pc:sldMkLst>
      </pc:sldChg>
    </pc:docChg>
  </pc:docChgLst>
  <pc:docChgLst>
    <pc:chgData name="Miller, Jonathan M Lt Col USSF USAFA DF/DFAS" userId="d003cf6e-ed25-45fa-8706-5841241c5d7b" providerId="ADAL" clId="{20DBDC3F-628D-4164-A59E-BBA8D6528CD3}"/>
    <pc:docChg chg="addSld modSld sldOrd">
      <pc:chgData name="Miller, Jonathan M Lt Col USSF USAFA DF/DFAS" userId="d003cf6e-ed25-45fa-8706-5841241c5d7b" providerId="ADAL" clId="{20DBDC3F-628D-4164-A59E-BBA8D6528CD3}" dt="2025-01-16T06:14:07.984" v="179" actId="1076"/>
      <pc:docMkLst>
        <pc:docMk/>
      </pc:docMkLst>
      <pc:sldChg chg="modSp">
        <pc:chgData name="Miller, Jonathan M Lt Col USSF USAFA DF/DFAS" userId="d003cf6e-ed25-45fa-8706-5841241c5d7b" providerId="ADAL" clId="{20DBDC3F-628D-4164-A59E-BBA8D6528CD3}" dt="2025-01-15T22:41:16.880" v="0" actId="1076"/>
        <pc:sldMkLst>
          <pc:docMk/>
          <pc:sldMk cId="1682150174" sldId="652"/>
        </pc:sldMkLst>
        <pc:picChg chg="mod">
          <ac:chgData name="Miller, Jonathan M Lt Col USSF USAFA DF/DFAS" userId="d003cf6e-ed25-45fa-8706-5841241c5d7b" providerId="ADAL" clId="{20DBDC3F-628D-4164-A59E-BBA8D6528CD3}" dt="2025-01-15T22:41:16.880" v="0" actId="1076"/>
          <ac:picMkLst>
            <pc:docMk/>
            <pc:sldMk cId="1682150174" sldId="652"/>
            <ac:picMk id="1026" creationId="{885EC587-ED81-A4B3-5517-E37FD61C3EC2}"/>
          </ac:picMkLst>
        </pc:picChg>
      </pc:sldChg>
      <pc:sldChg chg="new">
        <pc:chgData name="Miller, Jonathan M Lt Col USSF USAFA DF/DFAS" userId="d003cf6e-ed25-45fa-8706-5841241c5d7b" providerId="ADAL" clId="{20DBDC3F-628D-4164-A59E-BBA8D6528CD3}" dt="2025-01-15T22:46:06.916" v="1" actId="680"/>
        <pc:sldMkLst>
          <pc:docMk/>
          <pc:sldMk cId="1711138582" sldId="656"/>
        </pc:sldMkLst>
      </pc:sldChg>
      <pc:sldChg chg="modSp new mod ord">
        <pc:chgData name="Miller, Jonathan M Lt Col USSF USAFA DF/DFAS" userId="d003cf6e-ed25-45fa-8706-5841241c5d7b" providerId="ADAL" clId="{20DBDC3F-628D-4164-A59E-BBA8D6528CD3}" dt="2025-01-16T06:07:55.909" v="16"/>
        <pc:sldMkLst>
          <pc:docMk/>
          <pc:sldMk cId="4268751299" sldId="657"/>
        </pc:sldMkLst>
        <pc:spChg chg="mod">
          <ac:chgData name="Miller, Jonathan M Lt Col USSF USAFA DF/DFAS" userId="d003cf6e-ed25-45fa-8706-5841241c5d7b" providerId="ADAL" clId="{20DBDC3F-628D-4164-A59E-BBA8D6528CD3}" dt="2025-01-16T06:07:14.437" v="13" actId="20577"/>
          <ac:spMkLst>
            <pc:docMk/>
            <pc:sldMk cId="4268751299" sldId="657"/>
            <ac:spMk id="2" creationId="{A0AF4515-CEBF-2346-BE6A-4642FDAB675B}"/>
          </ac:spMkLst>
        </pc:spChg>
        <pc:spChg chg="mod">
          <ac:chgData name="Miller, Jonathan M Lt Col USSF USAFA DF/DFAS" userId="d003cf6e-ed25-45fa-8706-5841241c5d7b" providerId="ADAL" clId="{20DBDC3F-628D-4164-A59E-BBA8D6528CD3}" dt="2025-01-16T06:07:44.468" v="14"/>
          <ac:spMkLst>
            <pc:docMk/>
            <pc:sldMk cId="4268751299" sldId="657"/>
            <ac:spMk id="3" creationId="{EFE462B1-9EFE-4CC3-4192-60D14D33FA48}"/>
          </ac:spMkLst>
        </pc:spChg>
      </pc:sldChg>
      <pc:sldChg chg="modSp new mod">
        <pc:chgData name="Miller, Jonathan M Lt Col USSF USAFA DF/DFAS" userId="d003cf6e-ed25-45fa-8706-5841241c5d7b" providerId="ADAL" clId="{20DBDC3F-628D-4164-A59E-BBA8D6528CD3}" dt="2025-01-16T06:10:41.489" v="165" actId="20577"/>
        <pc:sldMkLst>
          <pc:docMk/>
          <pc:sldMk cId="3010723606" sldId="658"/>
        </pc:sldMkLst>
        <pc:spChg chg="mod">
          <ac:chgData name="Miller, Jonathan M Lt Col USSF USAFA DF/DFAS" userId="d003cf6e-ed25-45fa-8706-5841241c5d7b" providerId="ADAL" clId="{20DBDC3F-628D-4164-A59E-BBA8D6528CD3}" dt="2025-01-16T06:08:03.093" v="28" actId="20577"/>
          <ac:spMkLst>
            <pc:docMk/>
            <pc:sldMk cId="3010723606" sldId="658"/>
            <ac:spMk id="2" creationId="{E642D3C2-748C-B069-098C-1534174E968E}"/>
          </ac:spMkLst>
        </pc:spChg>
        <pc:spChg chg="mod">
          <ac:chgData name="Miller, Jonathan M Lt Col USSF USAFA DF/DFAS" userId="d003cf6e-ed25-45fa-8706-5841241c5d7b" providerId="ADAL" clId="{20DBDC3F-628D-4164-A59E-BBA8D6528CD3}" dt="2025-01-16T06:10:41.489" v="165" actId="20577"/>
          <ac:spMkLst>
            <pc:docMk/>
            <pc:sldMk cId="3010723606" sldId="658"/>
            <ac:spMk id="3" creationId="{9A676C1B-C08D-E01D-3A8E-877672DFC210}"/>
          </ac:spMkLst>
        </pc:spChg>
      </pc:sldChg>
      <pc:sldChg chg="addSp delSp modSp new">
        <pc:chgData name="Miller, Jonathan M Lt Col USSF USAFA DF/DFAS" userId="d003cf6e-ed25-45fa-8706-5841241c5d7b" providerId="ADAL" clId="{20DBDC3F-628D-4164-A59E-BBA8D6528CD3}" dt="2025-01-16T06:14:07.984" v="179" actId="1076"/>
        <pc:sldMkLst>
          <pc:docMk/>
          <pc:sldMk cId="4107598462" sldId="659"/>
        </pc:sldMkLst>
        <pc:spChg chg="del">
          <ac:chgData name="Miller, Jonathan M Lt Col USSF USAFA DF/DFAS" userId="d003cf6e-ed25-45fa-8706-5841241c5d7b" providerId="ADAL" clId="{20DBDC3F-628D-4164-A59E-BBA8D6528CD3}" dt="2025-01-16T06:12:38.302" v="167" actId="931"/>
          <ac:spMkLst>
            <pc:docMk/>
            <pc:sldMk cId="4107598462" sldId="659"/>
            <ac:spMk id="3" creationId="{990802F2-0729-088B-F332-A6E5A0B6E5A3}"/>
          </ac:spMkLst>
        </pc:spChg>
        <pc:picChg chg="add mod">
          <ac:chgData name="Miller, Jonathan M Lt Col USSF USAFA DF/DFAS" userId="d003cf6e-ed25-45fa-8706-5841241c5d7b" providerId="ADAL" clId="{20DBDC3F-628D-4164-A59E-BBA8D6528CD3}" dt="2025-01-16T06:14:01.701" v="177" actId="1076"/>
          <ac:picMkLst>
            <pc:docMk/>
            <pc:sldMk cId="4107598462" sldId="659"/>
            <ac:picMk id="5" creationId="{CBFBC876-66A9-CC77-91D8-9AF73BE90D74}"/>
          </ac:picMkLst>
        </pc:picChg>
        <pc:picChg chg="add mod">
          <ac:chgData name="Miller, Jonathan M Lt Col USSF USAFA DF/DFAS" userId="d003cf6e-ed25-45fa-8706-5841241c5d7b" providerId="ADAL" clId="{20DBDC3F-628D-4164-A59E-BBA8D6528CD3}" dt="2025-01-16T06:14:07.984" v="179" actId="1076"/>
          <ac:picMkLst>
            <pc:docMk/>
            <pc:sldMk cId="4107598462" sldId="659"/>
            <ac:picMk id="1026" creationId="{EE123AB1-7DDD-10C2-74B2-B678182DB66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0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pPr>
              <a:defRPr/>
            </a:pPr>
            <a:fld id="{31687C92-D099-43A9-B1E5-793A8B9DD779}" type="datetimeFigureOut">
              <a:rPr lang="en-US"/>
              <a:pPr>
                <a:defRPr/>
              </a:pPr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1738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1738"/>
            <a:ext cx="3043979" cy="465773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pPr>
              <a:defRPr/>
            </a:pPr>
            <a:fld id="{7B15040C-6E88-4BFF-9196-21D1001C9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531" y="0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946" y="4422459"/>
            <a:ext cx="5617208" cy="418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41738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531" y="8841738"/>
            <a:ext cx="304397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A82AE8-4410-479A-ABC2-E87FE0101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A2ED0-7B37-48FA-BF1A-6C2923EBE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8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F71B5-7CC7-42C9-9B7D-4BE09772E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260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4E1A-88DC-4289-BC2F-C0A52F7B5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799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6E9A1-516B-4C15-A2C6-E8E12404D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89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B52B-3DFD-48AD-9CB6-583188EE5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33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DE63E-20C9-4436-BC2C-1F7E7AC93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201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B9DB-4BE5-460F-ABE5-106E55B37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92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C497-304F-4D07-B956-A2FD1E50B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8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55ED-F717-423E-B25C-681062F6E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87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BED78-0132-46D7-A19E-E8E32750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894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985F-6A68-4DA4-A9A3-86A8FA238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63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8B6659-4281-4089-8436-E653C42A1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rriam-webster.com/dictionary/marg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sparkfun.com/tutorials/how-to-use-a-multimet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-152400"/>
            <a:ext cx="7772400" cy="1470025"/>
          </a:xfrm>
        </p:spPr>
        <p:txBody>
          <a:bodyPr/>
          <a:lstStyle/>
          <a:p>
            <a:r>
              <a:rPr lang="en-US" b="1" dirty="0"/>
              <a:t>Budget/Electrical</a:t>
            </a:r>
          </a:p>
        </p:txBody>
      </p:sp>
      <p:pic>
        <p:nvPicPr>
          <p:cNvPr id="3" name="Picture 2" descr="A card with a portrait of a person&#10;&#10;Description automatically generated">
            <a:extLst>
              <a:ext uri="{FF2B5EF4-FFF2-40B4-BE49-F238E27FC236}">
                <a16:creationId xmlns:a16="http://schemas.microsoft.com/office/drawing/2014/main" id="{34EDB48F-CC01-4EF4-2EDA-7D4B36611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1066800"/>
            <a:ext cx="4622800" cy="561648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67DE-2BF3-C7B0-1CD0-EC13CB23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A11C-A388-4508-90B0-A5CCEAB08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thing you think of…</a:t>
            </a:r>
          </a:p>
          <a:p>
            <a:endParaRPr lang="en-US" dirty="0"/>
          </a:p>
          <a:p>
            <a:r>
              <a:rPr lang="en-US" dirty="0"/>
              <a:t>SWAP</a:t>
            </a:r>
          </a:p>
          <a:p>
            <a:r>
              <a:rPr lang="en-US" dirty="0"/>
              <a:t>Today we will just concentrate on mass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AB3042-B1AA-823C-B3CB-73F7A66BA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15956"/>
              </p:ext>
            </p:extLst>
          </p:nvPr>
        </p:nvGraphicFramePr>
        <p:xfrm>
          <a:off x="1295400" y="43307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971614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23060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Mass (Kg)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67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17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Gravity Boom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54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Boom tip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84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FlaPs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1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83437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B777-7C0C-0E0C-C211-026F179B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B23E3-1BEB-091A-8509-533E8612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CE9040-1262-729B-9209-F711F5220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80975"/>
            <a:ext cx="9134475" cy="649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65849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244A-49DD-B511-92DB-085AFB76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Lifecycle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BE7CC9-2763-C2D2-2986-8D4F8B70F3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80849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10545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C27F-DCF7-4115-F543-A3A9298F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9DFB292-F9EA-A82B-B084-22D7163BAE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1886"/>
            <a:ext cx="5943600" cy="661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39799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F73B-8C67-EE76-AA7F-9CF00C5C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FC08623-98A5-6855-7333-9ACCEB3AE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68" y="1600200"/>
            <a:ext cx="7179064" cy="517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75110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8233-E4DC-9EE6-C1F5-CEC6409F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6E8B-0727-0976-B7E2-A2327286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sng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margin</a:t>
            </a:r>
            <a:r>
              <a:rPr lang="en-US" b="0" i="0" dirty="0">
                <a:effectLst/>
                <a:latin typeface="-apple-system"/>
              </a:rPr>
              <a:t>: a spare amount or measure or degree allowed or given for contingencies or special situations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dry</a:t>
            </a:r>
            <a:r>
              <a:rPr lang="en-US" b="0" i="0" dirty="0">
                <a:effectLst/>
                <a:latin typeface="-apple-system"/>
              </a:rPr>
              <a:t>: mass of the unfueled spacecraft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comm spacecraft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payload mass: 250 kg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payload power: 350 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margin: 25%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88270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61319AE2-4EA0-9CC9-4FA9-790E246C297C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Analogy</a:t>
            </a:r>
          </a:p>
        </p:txBody>
      </p:sp>
      <p:pic>
        <p:nvPicPr>
          <p:cNvPr id="8" name="Content Placeholder 7" descr="A math equations with numbers&#10;&#10;Description automatically generated">
            <a:extLst>
              <a:ext uri="{FF2B5EF4-FFF2-40B4-BE49-F238E27FC236}">
                <a16:creationId xmlns:a16="http://schemas.microsoft.com/office/drawing/2014/main" id="{EED387B8-7B87-359C-D73A-EB7B24AE2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7786" y="1600200"/>
            <a:ext cx="6388428" cy="140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2C9F6F4D-7859-BF13-A611-EA11D1192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90" y="3360252"/>
            <a:ext cx="7048820" cy="320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8296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646F-A181-3D79-2FF8-9283599B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324DCA5-FD29-99D5-59FA-0E9E4704FB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7293"/>
            <a:ext cx="8229600" cy="554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57589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D3C2-748C-B069-098C-1534174E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6C1B-C08D-E01D-3A8E-877672DF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power supply</a:t>
            </a:r>
          </a:p>
          <a:p>
            <a:pPr lvl="1"/>
            <a:r>
              <a:rPr lang="en-US" dirty="0"/>
              <a:t>60 Hz</a:t>
            </a:r>
          </a:p>
          <a:p>
            <a:pPr lvl="1"/>
            <a:r>
              <a:rPr lang="en-US" dirty="0"/>
              <a:t>240 V RMS sine wave</a:t>
            </a:r>
          </a:p>
          <a:p>
            <a:pPr lvl="1"/>
            <a:r>
              <a:rPr lang="en-US" dirty="0"/>
              <a:t>New homes 200 A service</a:t>
            </a:r>
          </a:p>
          <a:p>
            <a:r>
              <a:rPr lang="en-US" dirty="0"/>
              <a:t>Household outlets</a:t>
            </a:r>
          </a:p>
          <a:p>
            <a:pPr lvl="1"/>
            <a:r>
              <a:rPr lang="en-US" dirty="0"/>
              <a:t>120 V RMS</a:t>
            </a:r>
          </a:p>
          <a:p>
            <a:pPr lvl="1"/>
            <a:r>
              <a:rPr lang="en-US" dirty="0"/>
              <a:t>15 A</a:t>
            </a:r>
          </a:p>
          <a:p>
            <a:pPr lvl="1"/>
            <a:r>
              <a:rPr lang="en-US" dirty="0"/>
              <a:t>20 A</a:t>
            </a:r>
          </a:p>
        </p:txBody>
      </p:sp>
    </p:spTree>
    <p:extLst>
      <p:ext uri="{BB962C8B-B14F-4D97-AF65-F5344CB8AC3E}">
        <p14:creationId xmlns:p14="http://schemas.microsoft.com/office/powerpoint/2010/main" val="301072360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EC0A-02D9-CE7B-7DD2-BB7A0BC3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n electrical outlet&#10;&#10;Description automatically generated">
            <a:extLst>
              <a:ext uri="{FF2B5EF4-FFF2-40B4-BE49-F238E27FC236}">
                <a16:creationId xmlns:a16="http://schemas.microsoft.com/office/drawing/2014/main" id="{CBFBC876-66A9-CC77-91D8-9AF73BE90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0" y="2019820"/>
            <a:ext cx="5538593" cy="4525963"/>
          </a:xfrm>
        </p:spPr>
      </p:pic>
      <p:pic>
        <p:nvPicPr>
          <p:cNvPr id="1026" name="Picture 2" descr="Leviton S7599-W 15 Amp, Self-Test GFCI, Wallplate Included, SmartLockPro, Back and Side Wired ...">
            <a:extLst>
              <a:ext uri="{FF2B5EF4-FFF2-40B4-BE49-F238E27FC236}">
                <a16:creationId xmlns:a16="http://schemas.microsoft.com/office/drawing/2014/main" id="{EE123AB1-7DDD-10C2-74B2-B678182DB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3" t="8449" r="18340" b="11112"/>
          <a:stretch/>
        </p:blipFill>
        <p:spPr bwMode="auto">
          <a:xfrm>
            <a:off x="5943600" y="1997897"/>
            <a:ext cx="2877767" cy="452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59846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FCC4-38AF-43C5-716D-66D19816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Vs. Parallel</a:t>
            </a:r>
          </a:p>
        </p:txBody>
      </p:sp>
      <p:pic>
        <p:nvPicPr>
          <p:cNvPr id="1026" name="Picture 2" descr="Series and Parallel Circuits - Top 5 Differences, Circuit Diagram and Explanation">
            <a:extLst>
              <a:ext uri="{FF2B5EF4-FFF2-40B4-BE49-F238E27FC236}">
                <a16:creationId xmlns:a16="http://schemas.microsoft.com/office/drawing/2014/main" id="{885EC587-ED81-A4B3-5517-E37FD61C3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78" y="1524000"/>
            <a:ext cx="7531643" cy="483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15017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4515-CEBF-2346-BE6A-4642FDAB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62B1-9EFE-4CC3-4192-60D14D33F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sng" dirty="0">
                <a:effectLst/>
                <a:latin typeface="-apple-system"/>
                <a:hlinkClick r:id="rId2"/>
              </a:rPr>
              <a:t>https://learn.sparkfun.com/tutorials/how-to-use-a-multimeter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75129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DA1F-FA57-A323-8BF7-67A0CFB0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1BB39-AEDD-620A-C541-15DD895C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+ + + +      x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- - - -      y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0748F-F1ED-3DB4-DCD1-3039E079DE38}"/>
              </a:ext>
            </a:extLst>
          </p:cNvPr>
          <p:cNvSpPr/>
          <p:nvPr/>
        </p:nvSpPr>
        <p:spPr>
          <a:xfrm>
            <a:off x="762000" y="3810000"/>
            <a:ext cx="1447800" cy="249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7B0589-7D25-758E-FDA6-02B08AEF0077}"/>
              </a:ext>
            </a:extLst>
          </p:cNvPr>
          <p:cNvSpPr/>
          <p:nvPr/>
        </p:nvSpPr>
        <p:spPr>
          <a:xfrm>
            <a:off x="2514600" y="3810000"/>
            <a:ext cx="1447800" cy="249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DA50B-5937-3BD7-CCB8-B88C5A4C7526}"/>
              </a:ext>
            </a:extLst>
          </p:cNvPr>
          <p:cNvSpPr/>
          <p:nvPr/>
        </p:nvSpPr>
        <p:spPr>
          <a:xfrm>
            <a:off x="4457702" y="3810000"/>
            <a:ext cx="1447800" cy="249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F3BDE-E16F-637B-52EB-C730C994D1B9}"/>
              </a:ext>
            </a:extLst>
          </p:cNvPr>
          <p:cNvSpPr/>
          <p:nvPr/>
        </p:nvSpPr>
        <p:spPr>
          <a:xfrm>
            <a:off x="6421319" y="3863181"/>
            <a:ext cx="1447800" cy="2498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6454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DC38-0C4A-637B-842D-2EE28982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252E2-8D96-F81D-2F4A-4458259E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pos</a:t>
            </a:r>
            <a:r>
              <a:rPr lang="es-ES" dirty="0"/>
              <a:t> output   + + + +      x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	</a:t>
            </a:r>
          </a:p>
          <a:p>
            <a:pPr marL="0" indent="0">
              <a:buNone/>
            </a:pPr>
            <a:r>
              <a:rPr lang="es-ES" dirty="0"/>
              <a:t>            	     - - - -         y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				</a:t>
            </a:r>
            <a:r>
              <a:rPr lang="es-ES" dirty="0" err="1"/>
              <a:t>neg</a:t>
            </a:r>
            <a:r>
              <a:rPr lang="es-ES" dirty="0"/>
              <a:t> output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E55EEB-C412-FABB-AB67-7E1A2BC76855}"/>
              </a:ext>
            </a:extLst>
          </p:cNvPr>
          <p:cNvCxnSpPr>
            <a:cxnSpLocks/>
          </p:cNvCxnSpPr>
          <p:nvPr/>
        </p:nvCxnSpPr>
        <p:spPr>
          <a:xfrm flipV="1">
            <a:off x="2971800" y="2057400"/>
            <a:ext cx="304800" cy="906462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F7BB68-2483-C2C3-1A89-74776E818C06}"/>
              </a:ext>
            </a:extLst>
          </p:cNvPr>
          <p:cNvCxnSpPr>
            <a:cxnSpLocks/>
          </p:cNvCxnSpPr>
          <p:nvPr/>
        </p:nvCxnSpPr>
        <p:spPr>
          <a:xfrm flipV="1">
            <a:off x="3276600" y="2057400"/>
            <a:ext cx="304800" cy="906462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2F631D-79FF-E9BD-5ED1-FFC4A57BBA6C}"/>
              </a:ext>
            </a:extLst>
          </p:cNvPr>
          <p:cNvCxnSpPr>
            <a:cxnSpLocks/>
          </p:cNvCxnSpPr>
          <p:nvPr/>
        </p:nvCxnSpPr>
        <p:spPr>
          <a:xfrm flipV="1">
            <a:off x="3505200" y="2057400"/>
            <a:ext cx="381000" cy="906462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EAB31F-A513-ED08-C95E-BBAA70425C8A}"/>
              </a:ext>
            </a:extLst>
          </p:cNvPr>
          <p:cNvCxnSpPr>
            <a:cxnSpLocks/>
          </p:cNvCxnSpPr>
          <p:nvPr/>
        </p:nvCxnSpPr>
        <p:spPr>
          <a:xfrm>
            <a:off x="2438400" y="1905000"/>
            <a:ext cx="304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3DC24F8-F3C2-BE9F-1630-04D3DD9D7BBE}"/>
              </a:ext>
            </a:extLst>
          </p:cNvPr>
          <p:cNvCxnSpPr>
            <a:cxnSpLocks/>
          </p:cNvCxnSpPr>
          <p:nvPr/>
        </p:nvCxnSpPr>
        <p:spPr>
          <a:xfrm>
            <a:off x="3773993" y="3309936"/>
            <a:ext cx="383093" cy="312738"/>
          </a:xfrm>
          <a:prstGeom prst="bentConnector3">
            <a:avLst>
              <a:gd name="adj1" fmla="val 16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403990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859F-4998-B70B-3912-EE42BA1A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40B6-1BA1-BCA2-9A3D-B6FAB1537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         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+ + + +      x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</a:t>
            </a:r>
            <a:r>
              <a:rPr lang="es-ES" dirty="0" err="1"/>
              <a:t>x</a:t>
            </a:r>
            <a:r>
              <a:rPr lang="es-ES" dirty="0"/>
              <a:t>   </a:t>
            </a:r>
            <a:r>
              <a:rPr lang="es-ES" dirty="0" err="1"/>
              <a:t>pos</a:t>
            </a:r>
            <a:r>
              <a:rPr lang="es-ES" dirty="0"/>
              <a:t> output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-  -  -  -        y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</a:t>
            </a:r>
            <a:r>
              <a:rPr lang="es-ES" dirty="0" err="1"/>
              <a:t>y</a:t>
            </a:r>
            <a:r>
              <a:rPr lang="es-ES" dirty="0"/>
              <a:t>   </a:t>
            </a:r>
            <a:r>
              <a:rPr lang="es-ES" dirty="0" err="1"/>
              <a:t>neg</a:t>
            </a:r>
            <a:r>
              <a:rPr lang="es-ES" dirty="0"/>
              <a:t> output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897F16-EA2B-8017-2EFE-F52B2A3ADC43}"/>
              </a:ext>
            </a:extLst>
          </p:cNvPr>
          <p:cNvGrpSpPr/>
          <p:nvPr/>
        </p:nvGrpSpPr>
        <p:grpSpPr>
          <a:xfrm>
            <a:off x="685800" y="1767681"/>
            <a:ext cx="2895600" cy="1219200"/>
            <a:chOff x="685800" y="1767681"/>
            <a:chExt cx="2895600" cy="1219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7BCE33E-8CB8-B062-378F-4F11E8877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1828800"/>
              <a:ext cx="777491" cy="10668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7398DD7-9464-4316-733F-FF98945774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1800" y="1828800"/>
              <a:ext cx="609600" cy="1158081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B6B260-9622-57E0-D762-8F28C99A5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101" y="2057400"/>
              <a:ext cx="506186" cy="8382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F9B2FF9-ECF1-9119-9F21-6EABD0DD1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2583" y="2293938"/>
              <a:ext cx="327409" cy="601662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F46C2C-95A4-86BB-0714-DB86CC813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992" y="2514600"/>
              <a:ext cx="228600" cy="3810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C0CCE8-CBF2-FEE0-CFB6-08EC6DE1B5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291" y="1767681"/>
              <a:ext cx="1508509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509E6D7-A675-8D9B-58F8-9EEF6FA0B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287" y="2057400"/>
              <a:ext cx="1253113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9EC0BC-B429-8C02-C522-694E7B7FE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2985" y="2293938"/>
              <a:ext cx="887815" cy="10894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AEBD3D2-3B56-7FD5-109F-2CB54583CA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9727" y="2500991"/>
              <a:ext cx="366424" cy="14455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A819CDE-1703-3245-C644-F777C728B98A}"/>
                </a:ext>
              </a:extLst>
            </p:cNvPr>
            <p:cNvCxnSpPr>
              <a:cxnSpLocks/>
            </p:cNvCxnSpPr>
            <p:nvPr/>
          </p:nvCxnSpPr>
          <p:spPr>
            <a:xfrm>
              <a:off x="2377900" y="2528406"/>
              <a:ext cx="201595" cy="367194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6DB8CB-3164-E0F5-1464-673C7FAA670A}"/>
                </a:ext>
              </a:extLst>
            </p:cNvPr>
            <p:cNvCxnSpPr>
              <a:cxnSpLocks/>
            </p:cNvCxnSpPr>
            <p:nvPr/>
          </p:nvCxnSpPr>
          <p:spPr>
            <a:xfrm>
              <a:off x="2625079" y="2323450"/>
              <a:ext cx="280045" cy="57215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32A041-702B-4FAA-8C7A-A85C9EA47E42}"/>
                </a:ext>
              </a:extLst>
            </p:cNvPr>
            <p:cNvCxnSpPr>
              <a:cxnSpLocks/>
            </p:cNvCxnSpPr>
            <p:nvPr/>
          </p:nvCxnSpPr>
          <p:spPr>
            <a:xfrm>
              <a:off x="2824163" y="2102404"/>
              <a:ext cx="433124" cy="854314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A2995E3-1F09-C57B-F9F1-C767CFEADD70}"/>
              </a:ext>
            </a:extLst>
          </p:cNvPr>
          <p:cNvGrpSpPr/>
          <p:nvPr/>
        </p:nvGrpSpPr>
        <p:grpSpPr>
          <a:xfrm rot="10800000">
            <a:off x="674077" y="4442222"/>
            <a:ext cx="2895600" cy="1219200"/>
            <a:chOff x="685800" y="1767681"/>
            <a:chExt cx="2895600" cy="12192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56FFBB-38CE-FD88-24AF-63F6699717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1828800"/>
              <a:ext cx="777491" cy="10668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FE263B4-E06C-228E-EC06-ABD5DBFE88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1800" y="1828800"/>
              <a:ext cx="609600" cy="1158081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3DC743-C73C-4D1F-126A-4CD603071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101" y="2057400"/>
              <a:ext cx="506186" cy="8382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1F1D7C-A959-81C4-4304-3A4571809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2583" y="2293938"/>
              <a:ext cx="327409" cy="601662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5993219-D43E-5506-EB7A-DD2BCD644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9992" y="2514600"/>
              <a:ext cx="228600" cy="38100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BFDE945-95D4-3D38-B074-F30D6FFD90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3291" y="1767681"/>
              <a:ext cx="1508509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CCF375C-933D-6BDB-F44D-B0A1B4374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287" y="2057400"/>
              <a:ext cx="1253113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DB2E1-1EFD-10B6-DEB9-9903B7C8B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2985" y="2293938"/>
              <a:ext cx="887815" cy="10894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7BD1E0B-76C9-D699-39B0-2380D3D5E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9727" y="2514600"/>
              <a:ext cx="284494" cy="846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AAFE1E4-7A0E-176C-8828-5883719BFD24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284221" y="2528406"/>
              <a:ext cx="206280" cy="428312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CF0DA89-AF9F-5287-817E-63DE86BC3CE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079" y="2323450"/>
              <a:ext cx="280045" cy="57215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EDD3DF1-8E2A-5031-2575-B4C5C804817F}"/>
                </a:ext>
              </a:extLst>
            </p:cNvPr>
            <p:cNvCxnSpPr>
              <a:cxnSpLocks/>
            </p:cNvCxnSpPr>
            <p:nvPr/>
          </p:nvCxnSpPr>
          <p:spPr>
            <a:xfrm>
              <a:off x="2824163" y="2102404"/>
              <a:ext cx="433124" cy="854314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847EC21-62D0-8785-04C0-1CC541887550}"/>
              </a:ext>
            </a:extLst>
          </p:cNvPr>
          <p:cNvCxnSpPr>
            <a:cxnSpLocks/>
          </p:cNvCxnSpPr>
          <p:nvPr/>
        </p:nvCxnSpPr>
        <p:spPr>
          <a:xfrm>
            <a:off x="3962400" y="3124200"/>
            <a:ext cx="304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13088DE-BDA0-760F-A6C6-4267A84C8956}"/>
              </a:ext>
            </a:extLst>
          </p:cNvPr>
          <p:cNvCxnSpPr>
            <a:cxnSpLocks/>
          </p:cNvCxnSpPr>
          <p:nvPr/>
        </p:nvCxnSpPr>
        <p:spPr>
          <a:xfrm>
            <a:off x="4114800" y="4267200"/>
            <a:ext cx="304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75177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E9BD-56C9-6D8F-97DD-1641EFAA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5321-2506-07D5-93C5-00DA8DB8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38582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0848907-0209-445D-88C4-80F5B0C276D6}"/>
</file>

<file path=customXml/itemProps2.xml><?xml version="1.0" encoding="utf-8"?>
<ds:datastoreItem xmlns:ds="http://schemas.openxmlformats.org/officeDocument/2006/customXml" ds:itemID="{45321E26-5664-4215-BAD7-4699B4B1C1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568708-DC7D-4042-9D4D-B04688E0F9CE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7650</TotalTime>
  <Words>196</Words>
  <Application>Microsoft Office PowerPoint</Application>
  <PresentationFormat>On-screen Show (4:3)</PresentationFormat>
  <Paragraphs>53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Budget/Electrical</vt:lpstr>
      <vt:lpstr>Budget</vt:lpstr>
      <vt:lpstr>PowerPoint Presentation</vt:lpstr>
      <vt:lpstr>Program Lifecycle</vt:lpstr>
      <vt:lpstr>PowerPoint Presentation</vt:lpstr>
      <vt:lpstr>Parametric</vt:lpstr>
      <vt:lpstr>Analogy</vt:lpstr>
      <vt:lpstr>Analogy</vt:lpstr>
      <vt:lpstr>Analogy</vt:lpstr>
      <vt:lpstr>Electricity</vt:lpstr>
      <vt:lpstr>PowerPoint Presentation</vt:lpstr>
      <vt:lpstr>Series Vs. Parallel</vt:lpstr>
      <vt:lpstr>Electricity</vt:lpstr>
      <vt:lpstr>Solar Panel</vt:lpstr>
      <vt:lpstr>Series</vt:lpstr>
      <vt:lpstr>Parallel</vt:lpstr>
      <vt:lpstr>PowerPoint Presentation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Miller, Jonathan M Lt Col USSF USAFA DF/DFAS</cp:lastModifiedBy>
  <cp:revision>195</cp:revision>
  <cp:lastPrinted>2024-08-20T15:38:58Z</cp:lastPrinted>
  <dcterms:created xsi:type="dcterms:W3CDTF">2005-08-29T21:27:48Z</dcterms:created>
  <dcterms:modified xsi:type="dcterms:W3CDTF">2025-01-31T07:22:48Z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