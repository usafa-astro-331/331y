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97" r:id="rId3"/>
    <p:sldId id="298" r:id="rId4"/>
    <p:sldId id="300" r:id="rId5"/>
    <p:sldId id="325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8" r:id="rId14"/>
    <p:sldId id="317" r:id="rId15"/>
    <p:sldId id="319" r:id="rId16"/>
    <p:sldId id="320" r:id="rId17"/>
    <p:sldId id="321" r:id="rId18"/>
    <p:sldId id="322" r:id="rId19"/>
    <p:sldId id="323" r:id="rId20"/>
    <p:sldId id="324" r:id="rId21"/>
    <p:sldId id="326" r:id="rId2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8151D6-A055-4C1D-AE92-87E427302CFE}" v="195" dt="2024-09-09T16:05:10.8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39" autoAdjust="0"/>
  </p:normalViewPr>
  <p:slideViewPr>
    <p:cSldViewPr showGuides="1">
      <p:cViewPr>
        <p:scale>
          <a:sx n="69" d="100"/>
          <a:sy n="69" d="100"/>
        </p:scale>
        <p:origin x="1200" y="6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ler, Jonathan M Lt Col USSF USAFA DF/DFAS" userId="d003cf6e-ed25-45fa-8706-5841241c5d7b" providerId="ADAL" clId="{1C8151D6-A055-4C1D-AE92-87E427302CFE}"/>
    <pc:docChg chg="undo custSel addSld delSld modSld sldOrd">
      <pc:chgData name="Miller, Jonathan M Lt Col USSF USAFA DF/DFAS" userId="d003cf6e-ed25-45fa-8706-5841241c5d7b" providerId="ADAL" clId="{1C8151D6-A055-4C1D-AE92-87E427302CFE}" dt="2024-09-09T16:05:10.899" v="2052"/>
      <pc:docMkLst>
        <pc:docMk/>
      </pc:docMkLst>
      <pc:sldChg chg="addSp delSp modSp mod">
        <pc:chgData name="Miller, Jonathan M Lt Col USSF USAFA DF/DFAS" userId="d003cf6e-ed25-45fa-8706-5841241c5d7b" providerId="ADAL" clId="{1C8151D6-A055-4C1D-AE92-87E427302CFE}" dt="2024-09-03T04:48:51.487" v="19" actId="1076"/>
        <pc:sldMkLst>
          <pc:docMk/>
          <pc:sldMk cId="3932358417" sldId="256"/>
        </pc:sldMkLst>
        <pc:spChg chg="mod">
          <ac:chgData name="Miller, Jonathan M Lt Col USSF USAFA DF/DFAS" userId="d003cf6e-ed25-45fa-8706-5841241c5d7b" providerId="ADAL" clId="{1C8151D6-A055-4C1D-AE92-87E427302CFE}" dt="2024-09-03T04:41:37.908" v="13" actId="20577"/>
          <ac:spMkLst>
            <pc:docMk/>
            <pc:sldMk cId="3932358417" sldId="256"/>
            <ac:spMk id="2" creationId="{00000000-0000-0000-0000-000000000000}"/>
          </ac:spMkLst>
        </pc:spChg>
        <pc:grpChg chg="del">
          <ac:chgData name="Miller, Jonathan M Lt Col USSF USAFA DF/DFAS" userId="d003cf6e-ed25-45fa-8706-5841241c5d7b" providerId="ADAL" clId="{1C8151D6-A055-4C1D-AE92-87E427302CFE}" dt="2024-09-03T04:41:42.110" v="14" actId="478"/>
          <ac:grpSpMkLst>
            <pc:docMk/>
            <pc:sldMk cId="3932358417" sldId="256"/>
            <ac:grpSpMk id="5" creationId="{00000000-0000-0000-0000-000000000000}"/>
          </ac:grpSpMkLst>
        </pc:grpChg>
        <pc:picChg chg="add mod">
          <ac:chgData name="Miller, Jonathan M Lt Col USSF USAFA DF/DFAS" userId="d003cf6e-ed25-45fa-8706-5841241c5d7b" providerId="ADAL" clId="{1C8151D6-A055-4C1D-AE92-87E427302CFE}" dt="2024-09-03T04:48:51.487" v="19" actId="1076"/>
          <ac:picMkLst>
            <pc:docMk/>
            <pc:sldMk cId="3932358417" sldId="256"/>
            <ac:picMk id="4" creationId="{535A9AA0-37DF-2FC7-71AF-12E35C133A25}"/>
          </ac:picMkLst>
        </pc:picChg>
      </pc:sldChg>
      <pc:sldChg chg="del">
        <pc:chgData name="Miller, Jonathan M Lt Col USSF USAFA DF/DFAS" userId="d003cf6e-ed25-45fa-8706-5841241c5d7b" providerId="ADAL" clId="{1C8151D6-A055-4C1D-AE92-87E427302CFE}" dt="2024-09-03T04:50:54.190" v="199" actId="47"/>
        <pc:sldMkLst>
          <pc:docMk/>
          <pc:sldMk cId="1641818678" sldId="268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570473429" sldId="274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2544194165" sldId="275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1545813497" sldId="276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1977326656" sldId="284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3948943392" sldId="289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4136362687" sldId="296"/>
        </pc:sldMkLst>
      </pc:sldChg>
      <pc:sldChg chg="modSp mod modAnim">
        <pc:chgData name="Miller, Jonathan M Lt Col USSF USAFA DF/DFAS" userId="d003cf6e-ed25-45fa-8706-5841241c5d7b" providerId="ADAL" clId="{1C8151D6-A055-4C1D-AE92-87E427302CFE}" dt="2024-09-03T04:50:50.860" v="198"/>
        <pc:sldMkLst>
          <pc:docMk/>
          <pc:sldMk cId="1895352878" sldId="297"/>
        </pc:sldMkLst>
        <pc:spChg chg="mod">
          <ac:chgData name="Miller, Jonathan M Lt Col USSF USAFA DF/DFAS" userId="d003cf6e-ed25-45fa-8706-5841241c5d7b" providerId="ADAL" clId="{1C8151D6-A055-4C1D-AE92-87E427302CFE}" dt="2024-09-03T04:50:01.444" v="58" actId="20577"/>
          <ac:spMkLst>
            <pc:docMk/>
            <pc:sldMk cId="1895352878" sldId="297"/>
            <ac:spMk id="2" creationId="{7A9E905F-1890-D7A1-6941-B25948D56398}"/>
          </ac:spMkLst>
        </pc:spChg>
        <pc:spChg chg="mod">
          <ac:chgData name="Miller, Jonathan M Lt Col USSF USAFA DF/DFAS" userId="d003cf6e-ed25-45fa-8706-5841241c5d7b" providerId="ADAL" clId="{1C8151D6-A055-4C1D-AE92-87E427302CFE}" dt="2024-09-03T04:50:42.353" v="197" actId="20577"/>
          <ac:spMkLst>
            <pc:docMk/>
            <pc:sldMk cId="1895352878" sldId="297"/>
            <ac:spMk id="3" creationId="{7F83B34D-13F4-798E-EB4C-6153A87BAC6A}"/>
          </ac:spMkLst>
        </pc:spChg>
      </pc:sldChg>
      <pc:sldChg chg="modSp mod modNotesTx">
        <pc:chgData name="Miller, Jonathan M Lt Col USSF USAFA DF/DFAS" userId="d003cf6e-ed25-45fa-8706-5841241c5d7b" providerId="ADAL" clId="{1C8151D6-A055-4C1D-AE92-87E427302CFE}" dt="2024-09-03T04:52:16.193" v="325" actId="20577"/>
        <pc:sldMkLst>
          <pc:docMk/>
          <pc:sldMk cId="4096134389" sldId="298"/>
        </pc:sldMkLst>
        <pc:spChg chg="mod">
          <ac:chgData name="Miller, Jonathan M Lt Col USSF USAFA DF/DFAS" userId="d003cf6e-ed25-45fa-8706-5841241c5d7b" providerId="ADAL" clId="{1C8151D6-A055-4C1D-AE92-87E427302CFE}" dt="2024-09-03T04:51:15.611" v="222" actId="20577"/>
          <ac:spMkLst>
            <pc:docMk/>
            <pc:sldMk cId="4096134389" sldId="298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4:52:11.312" v="324" actId="20577"/>
          <ac:spMkLst>
            <pc:docMk/>
            <pc:sldMk cId="4096134389" sldId="298"/>
            <ac:spMk id="3" creationId="{5F190577-F918-AAC9-8737-81A6F7C70F31}"/>
          </ac:spMkLst>
        </pc:spChg>
      </pc:sldChg>
      <pc:sldChg chg="addSp delSp modSp mod modAnim">
        <pc:chgData name="Miller, Jonathan M Lt Col USSF USAFA DF/DFAS" userId="d003cf6e-ed25-45fa-8706-5841241c5d7b" providerId="ADAL" clId="{1C8151D6-A055-4C1D-AE92-87E427302CFE}" dt="2024-09-03T04:58:26.251" v="473" actId="22"/>
        <pc:sldMkLst>
          <pc:docMk/>
          <pc:sldMk cId="2644181146" sldId="300"/>
        </pc:sldMkLst>
        <pc:spChg chg="mod">
          <ac:chgData name="Miller, Jonathan M Lt Col USSF USAFA DF/DFAS" userId="d003cf6e-ed25-45fa-8706-5841241c5d7b" providerId="ADAL" clId="{1C8151D6-A055-4C1D-AE92-87E427302CFE}" dt="2024-09-03T04:56:55.997" v="350" actId="20577"/>
          <ac:spMkLst>
            <pc:docMk/>
            <pc:sldMk cId="2644181146" sldId="300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4:58:11.046" v="469" actId="20577"/>
          <ac:spMkLst>
            <pc:docMk/>
            <pc:sldMk cId="2644181146" sldId="300"/>
            <ac:spMk id="3" creationId="{5F190577-F918-AAC9-8737-81A6F7C70F31}"/>
          </ac:spMkLst>
        </pc:spChg>
        <pc:spChg chg="add del">
          <ac:chgData name="Miller, Jonathan M Lt Col USSF USAFA DF/DFAS" userId="d003cf6e-ed25-45fa-8706-5841241c5d7b" providerId="ADAL" clId="{1C8151D6-A055-4C1D-AE92-87E427302CFE}" dt="2024-09-03T04:58:26.251" v="473" actId="22"/>
          <ac:spMkLst>
            <pc:docMk/>
            <pc:sldMk cId="2644181146" sldId="300"/>
            <ac:spMk id="5" creationId="{59031000-3E1A-5E63-AC9C-F10B77B521AF}"/>
          </ac:spMkLst>
        </pc:spChg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798112123" sldId="301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1181778866" sldId="302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431873914" sldId="303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2883436884" sldId="304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527325049" sldId="305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1398029012" sldId="306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2065400915" sldId="307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4173882448" sldId="308"/>
        </pc:sldMkLst>
      </pc:sldChg>
      <pc:sldChg chg="del">
        <pc:chgData name="Miller, Jonathan M Lt Col USSF USAFA DF/DFAS" userId="d003cf6e-ed25-45fa-8706-5841241c5d7b" providerId="ADAL" clId="{1C8151D6-A055-4C1D-AE92-87E427302CFE}" dt="2024-09-03T06:30:30.022" v="2029" actId="47"/>
        <pc:sldMkLst>
          <pc:docMk/>
          <pc:sldMk cId="3293916482" sldId="309"/>
        </pc:sldMkLst>
      </pc:sldChg>
      <pc:sldChg chg="new del">
        <pc:chgData name="Miller, Jonathan M Lt Col USSF USAFA DF/DFAS" userId="d003cf6e-ed25-45fa-8706-5841241c5d7b" providerId="ADAL" clId="{1C8151D6-A055-4C1D-AE92-87E427302CFE}" dt="2024-09-03T04:58:17.822" v="471" actId="47"/>
        <pc:sldMkLst>
          <pc:docMk/>
          <pc:sldMk cId="298136685" sldId="310"/>
        </pc:sldMkLst>
      </pc:sldChg>
      <pc:sldChg chg="addSp modSp add mod">
        <pc:chgData name="Miller, Jonathan M Lt Col USSF USAFA DF/DFAS" userId="d003cf6e-ed25-45fa-8706-5841241c5d7b" providerId="ADAL" clId="{1C8151D6-A055-4C1D-AE92-87E427302CFE}" dt="2024-09-03T05:00:34.348" v="536" actId="962"/>
        <pc:sldMkLst>
          <pc:docMk/>
          <pc:sldMk cId="4013810454" sldId="310"/>
        </pc:sldMkLst>
        <pc:spChg chg="mod">
          <ac:chgData name="Miller, Jonathan M Lt Col USSF USAFA DF/DFAS" userId="d003cf6e-ed25-45fa-8706-5841241c5d7b" providerId="ADAL" clId="{1C8151D6-A055-4C1D-AE92-87E427302CFE}" dt="2024-09-03T04:58:50.560" v="487" actId="20577"/>
          <ac:spMkLst>
            <pc:docMk/>
            <pc:sldMk cId="4013810454" sldId="310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4:59:16.386" v="532" actId="20577"/>
          <ac:spMkLst>
            <pc:docMk/>
            <pc:sldMk cId="4013810454" sldId="310"/>
            <ac:spMk id="3" creationId="{5F190577-F918-AAC9-8737-81A6F7C70F31}"/>
          </ac:spMkLst>
        </pc:spChg>
        <pc:picChg chg="add mod">
          <ac:chgData name="Miller, Jonathan M Lt Col USSF USAFA DF/DFAS" userId="d003cf6e-ed25-45fa-8706-5841241c5d7b" providerId="ADAL" clId="{1C8151D6-A055-4C1D-AE92-87E427302CFE}" dt="2024-09-03T05:00:34.348" v="536" actId="962"/>
          <ac:picMkLst>
            <pc:docMk/>
            <pc:sldMk cId="4013810454" sldId="310"/>
            <ac:picMk id="5" creationId="{25F40235-B10A-BB92-3F7F-78BB585DE89E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5:04:58.655" v="588" actId="478"/>
        <pc:sldMkLst>
          <pc:docMk/>
          <pc:sldMk cId="3711118674" sldId="311"/>
        </pc:sldMkLst>
        <pc:spChg chg="mod">
          <ac:chgData name="Miller, Jonathan M Lt Col USSF USAFA DF/DFAS" userId="d003cf6e-ed25-45fa-8706-5841241c5d7b" providerId="ADAL" clId="{1C8151D6-A055-4C1D-AE92-87E427302CFE}" dt="2024-09-03T05:04:50.838" v="586" actId="20577"/>
          <ac:spMkLst>
            <pc:docMk/>
            <pc:sldMk cId="3711118674" sldId="311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5:01:07.559" v="562" actId="20577"/>
          <ac:spMkLst>
            <pc:docMk/>
            <pc:sldMk cId="3711118674" sldId="311"/>
            <ac:spMk id="3" creationId="{5F190577-F918-AAC9-8737-81A6F7C70F31}"/>
          </ac:spMkLst>
        </pc:spChg>
        <pc:spChg chg="add mod">
          <ac:chgData name="Miller, Jonathan M Lt Col USSF USAFA DF/DFAS" userId="d003cf6e-ed25-45fa-8706-5841241c5d7b" providerId="ADAL" clId="{1C8151D6-A055-4C1D-AE92-87E427302CFE}" dt="2024-09-03T05:01:21.990" v="568" actId="20577"/>
          <ac:spMkLst>
            <pc:docMk/>
            <pc:sldMk cId="3711118674" sldId="311"/>
            <ac:spMk id="4" creationId="{4CDE2E09-5B82-F754-C26D-92B6195CEF3C}"/>
          </ac:spMkLst>
        </pc:spChg>
        <pc:picChg chg="add mod">
          <ac:chgData name="Miller, Jonathan M Lt Col USSF USAFA DF/DFAS" userId="d003cf6e-ed25-45fa-8706-5841241c5d7b" providerId="ADAL" clId="{1C8151D6-A055-4C1D-AE92-87E427302CFE}" dt="2024-09-03T05:04:41.873" v="585" actId="1076"/>
          <ac:picMkLst>
            <pc:docMk/>
            <pc:sldMk cId="3711118674" sldId="311"/>
            <ac:picMk id="6" creationId="{271F583A-3CB1-C0A9-994C-0E105220D621}"/>
          </ac:picMkLst>
        </pc:picChg>
        <pc:picChg chg="add mod modCrop">
          <ac:chgData name="Miller, Jonathan M Lt Col USSF USAFA DF/DFAS" userId="d003cf6e-ed25-45fa-8706-5841241c5d7b" providerId="ADAL" clId="{1C8151D6-A055-4C1D-AE92-87E427302CFE}" dt="2024-09-03T05:03:33.095" v="578" actId="1076"/>
          <ac:picMkLst>
            <pc:docMk/>
            <pc:sldMk cId="3711118674" sldId="311"/>
            <ac:picMk id="8" creationId="{7CFFEEB6-27F5-BD9F-B550-E968501DB153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5:04:35.514" v="584" actId="1076"/>
          <ac:picMkLst>
            <pc:docMk/>
            <pc:sldMk cId="3711118674" sldId="311"/>
            <ac:picMk id="10" creationId="{9A3BA482-B25F-CAAA-C4C4-B11822631CDC}"/>
          </ac:picMkLst>
        </pc:picChg>
        <pc:picChg chg="add del">
          <ac:chgData name="Miller, Jonathan M Lt Col USSF USAFA DF/DFAS" userId="d003cf6e-ed25-45fa-8706-5841241c5d7b" providerId="ADAL" clId="{1C8151D6-A055-4C1D-AE92-87E427302CFE}" dt="2024-09-03T05:04:58.655" v="588" actId="478"/>
          <ac:picMkLst>
            <pc:docMk/>
            <pc:sldMk cId="3711118674" sldId="311"/>
            <ac:picMk id="12" creationId="{0D6FE856-36A9-3CB5-10D5-E683F4275660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5:16:34.064" v="791" actId="20577"/>
        <pc:sldMkLst>
          <pc:docMk/>
          <pc:sldMk cId="1951336281" sldId="312"/>
        </pc:sldMkLst>
        <pc:spChg chg="mod">
          <ac:chgData name="Miller, Jonathan M Lt Col USSF USAFA DF/DFAS" userId="d003cf6e-ed25-45fa-8706-5841241c5d7b" providerId="ADAL" clId="{1C8151D6-A055-4C1D-AE92-87E427302CFE}" dt="2024-09-03T05:08:44.645" v="600" actId="20577"/>
          <ac:spMkLst>
            <pc:docMk/>
            <pc:sldMk cId="1951336281" sldId="312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5:10:12.163" v="601" actId="20577"/>
          <ac:spMkLst>
            <pc:docMk/>
            <pc:sldMk cId="1951336281" sldId="312"/>
            <ac:spMk id="3" creationId="{5F190577-F918-AAC9-8737-81A6F7C70F31}"/>
          </ac:spMkLst>
        </pc:spChg>
        <pc:spChg chg="add mod">
          <ac:chgData name="Miller, Jonathan M Lt Col USSF USAFA DF/DFAS" userId="d003cf6e-ed25-45fa-8706-5841241c5d7b" providerId="ADAL" clId="{1C8151D6-A055-4C1D-AE92-87E427302CFE}" dt="2024-09-03T05:16:34.064" v="791" actId="20577"/>
          <ac:spMkLst>
            <pc:docMk/>
            <pc:sldMk cId="1951336281" sldId="312"/>
            <ac:spMk id="8" creationId="{C37D1470-CCD4-FB8B-AF12-774F724BC62A}"/>
          </ac:spMkLst>
        </pc:spChg>
        <pc:picChg chg="add mod">
          <ac:chgData name="Miller, Jonathan M Lt Col USSF USAFA DF/DFAS" userId="d003cf6e-ed25-45fa-8706-5841241c5d7b" providerId="ADAL" clId="{1C8151D6-A055-4C1D-AE92-87E427302CFE}" dt="2024-09-03T05:15:11.613" v="619" actId="1076"/>
          <ac:picMkLst>
            <pc:docMk/>
            <pc:sldMk cId="1951336281" sldId="312"/>
            <ac:picMk id="5" creationId="{389FB25A-DD36-5C05-D6B7-F9160DED372A}"/>
          </ac:picMkLst>
        </pc:picChg>
        <pc:picChg chg="add del mod">
          <ac:chgData name="Miller, Jonathan M Lt Col USSF USAFA DF/DFAS" userId="d003cf6e-ed25-45fa-8706-5841241c5d7b" providerId="ADAL" clId="{1C8151D6-A055-4C1D-AE92-87E427302CFE}" dt="2024-09-03T05:15:08.322" v="618" actId="478"/>
          <ac:picMkLst>
            <pc:docMk/>
            <pc:sldMk cId="1951336281" sldId="312"/>
            <ac:picMk id="7" creationId="{C3549720-8002-09CF-DC66-00D70A41D9B8}"/>
          </ac:picMkLst>
        </pc:picChg>
      </pc:sldChg>
      <pc:sldChg chg="addSp modSp new mod modNotesTx">
        <pc:chgData name="Miller, Jonathan M Lt Col USSF USAFA DF/DFAS" userId="d003cf6e-ed25-45fa-8706-5841241c5d7b" providerId="ADAL" clId="{1C8151D6-A055-4C1D-AE92-87E427302CFE}" dt="2024-09-03T05:20:54.157" v="863" actId="20577"/>
        <pc:sldMkLst>
          <pc:docMk/>
          <pc:sldMk cId="799161340" sldId="313"/>
        </pc:sldMkLst>
        <pc:picChg chg="add mod">
          <ac:chgData name="Miller, Jonathan M Lt Col USSF USAFA DF/DFAS" userId="d003cf6e-ed25-45fa-8706-5841241c5d7b" providerId="ADAL" clId="{1C8151D6-A055-4C1D-AE92-87E427302CFE}" dt="2024-09-03T05:15:06.294" v="617" actId="1076"/>
          <ac:picMkLst>
            <pc:docMk/>
            <pc:sldMk cId="799161340" sldId="313"/>
            <ac:picMk id="2" creationId="{9ADB811A-0168-453B-0E1A-D5B614E94909}"/>
          </ac:picMkLst>
        </pc:picChg>
      </pc:sldChg>
      <pc:sldChg chg="addSp delSp modSp add mod modNotesTx">
        <pc:chgData name="Miller, Jonathan M Lt Col USSF USAFA DF/DFAS" userId="d003cf6e-ed25-45fa-8706-5841241c5d7b" providerId="ADAL" clId="{1C8151D6-A055-4C1D-AE92-87E427302CFE}" dt="2024-09-03T05:44:07.725" v="1409" actId="20577"/>
        <pc:sldMkLst>
          <pc:docMk/>
          <pc:sldMk cId="3102865017" sldId="314"/>
        </pc:sldMkLst>
        <pc:spChg chg="mod">
          <ac:chgData name="Miller, Jonathan M Lt Col USSF USAFA DF/DFAS" userId="d003cf6e-ed25-45fa-8706-5841241c5d7b" providerId="ADAL" clId="{1C8151D6-A055-4C1D-AE92-87E427302CFE}" dt="2024-09-03T05:22:20.194" v="932" actId="20577"/>
          <ac:spMkLst>
            <pc:docMk/>
            <pc:sldMk cId="3102865017" sldId="314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5:44:07.725" v="1409" actId="20577"/>
          <ac:spMkLst>
            <pc:docMk/>
            <pc:sldMk cId="3102865017" sldId="314"/>
            <ac:spMk id="8" creationId="{C37D1470-CCD4-FB8B-AF12-774F724BC62A}"/>
          </ac:spMkLst>
        </pc:spChg>
        <pc:picChg chg="del">
          <ac:chgData name="Miller, Jonathan M Lt Col USSF USAFA DF/DFAS" userId="d003cf6e-ed25-45fa-8706-5841241c5d7b" providerId="ADAL" clId="{1C8151D6-A055-4C1D-AE92-87E427302CFE}" dt="2024-09-03T05:21:43.460" v="875" actId="478"/>
          <ac:picMkLst>
            <pc:docMk/>
            <pc:sldMk cId="3102865017" sldId="314"/>
            <ac:picMk id="5" creationId="{389FB25A-DD36-5C05-D6B7-F9160DED372A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5:24:00.316" v="1071" actId="1076"/>
          <ac:picMkLst>
            <pc:docMk/>
            <pc:sldMk cId="3102865017" sldId="314"/>
            <ac:picMk id="6" creationId="{73AA2C47-91AD-3B29-1808-62C3C6B65B0A}"/>
          </ac:picMkLst>
        </pc:picChg>
      </pc:sldChg>
      <pc:sldChg chg="addSp delSp modSp add mod modNotesTx">
        <pc:chgData name="Miller, Jonathan M Lt Col USSF USAFA DF/DFAS" userId="d003cf6e-ed25-45fa-8706-5841241c5d7b" providerId="ADAL" clId="{1C8151D6-A055-4C1D-AE92-87E427302CFE}" dt="2024-09-03T05:44:00.134" v="1405" actId="20577"/>
        <pc:sldMkLst>
          <pc:docMk/>
          <pc:sldMk cId="566147539" sldId="315"/>
        </pc:sldMkLst>
        <pc:spChg chg="mod">
          <ac:chgData name="Miller, Jonathan M Lt Col USSF USAFA DF/DFAS" userId="d003cf6e-ed25-45fa-8706-5841241c5d7b" providerId="ADAL" clId="{1C8151D6-A055-4C1D-AE92-87E427302CFE}" dt="2024-09-03T05:27:15.115" v="1177" actId="20577"/>
          <ac:spMkLst>
            <pc:docMk/>
            <pc:sldMk cId="566147539" sldId="315"/>
            <ac:spMk id="2" creationId="{5635F61D-556D-025A-F931-1ED8EC067BD9}"/>
          </ac:spMkLst>
        </pc:spChg>
        <pc:spChg chg="add del">
          <ac:chgData name="Miller, Jonathan M Lt Col USSF USAFA DF/DFAS" userId="d003cf6e-ed25-45fa-8706-5841241c5d7b" providerId="ADAL" clId="{1C8151D6-A055-4C1D-AE92-87E427302CFE}" dt="2024-09-03T05:42:35.432" v="1381" actId="22"/>
          <ac:spMkLst>
            <pc:docMk/>
            <pc:sldMk cId="566147539" sldId="315"/>
            <ac:spMk id="6" creationId="{D18BED8E-4C24-7B43-CAB3-7B94689B522D}"/>
          </ac:spMkLst>
        </pc:spChg>
        <pc:spChg chg="mod">
          <ac:chgData name="Miller, Jonathan M Lt Col USSF USAFA DF/DFAS" userId="d003cf6e-ed25-45fa-8706-5841241c5d7b" providerId="ADAL" clId="{1C8151D6-A055-4C1D-AE92-87E427302CFE}" dt="2024-09-03T05:44:00.134" v="1405" actId="20577"/>
          <ac:spMkLst>
            <pc:docMk/>
            <pc:sldMk cId="566147539" sldId="315"/>
            <ac:spMk id="8" creationId="{C37D1470-CCD4-FB8B-AF12-774F724BC62A}"/>
          </ac:spMkLst>
        </pc:spChg>
        <pc:picChg chg="del">
          <ac:chgData name="Miller, Jonathan M Lt Col USSF USAFA DF/DFAS" userId="d003cf6e-ed25-45fa-8706-5841241c5d7b" providerId="ADAL" clId="{1C8151D6-A055-4C1D-AE92-87E427302CFE}" dt="2024-09-03T05:27:17.462" v="1178" actId="478"/>
          <ac:picMkLst>
            <pc:docMk/>
            <pc:sldMk cId="566147539" sldId="315"/>
            <ac:picMk id="5" creationId="{389FB25A-DD36-5C05-D6B7-F9160DED372A}"/>
          </ac:picMkLst>
        </pc:picChg>
      </pc:sldChg>
      <pc:sldChg chg="addSp modSp add mod modNotesTx">
        <pc:chgData name="Miller, Jonathan M Lt Col USSF USAFA DF/DFAS" userId="d003cf6e-ed25-45fa-8706-5841241c5d7b" providerId="ADAL" clId="{1C8151D6-A055-4C1D-AE92-87E427302CFE}" dt="2024-09-03T05:46:07.969" v="1493" actId="1076"/>
        <pc:sldMkLst>
          <pc:docMk/>
          <pc:sldMk cId="3732021880" sldId="316"/>
        </pc:sldMkLst>
        <pc:spChg chg="mod">
          <ac:chgData name="Miller, Jonathan M Lt Col USSF USAFA DF/DFAS" userId="d003cf6e-ed25-45fa-8706-5841241c5d7b" providerId="ADAL" clId="{1C8151D6-A055-4C1D-AE92-87E427302CFE}" dt="2024-09-03T05:45:17.805" v="1491" actId="20577"/>
          <ac:spMkLst>
            <pc:docMk/>
            <pc:sldMk cId="3732021880" sldId="316"/>
            <ac:spMk id="8" creationId="{C37D1470-CCD4-FB8B-AF12-774F724BC62A}"/>
          </ac:spMkLst>
        </pc:spChg>
        <pc:picChg chg="add mod">
          <ac:chgData name="Miller, Jonathan M Lt Col USSF USAFA DF/DFAS" userId="d003cf6e-ed25-45fa-8706-5841241c5d7b" providerId="ADAL" clId="{1C8151D6-A055-4C1D-AE92-87E427302CFE}" dt="2024-09-03T05:46:07.969" v="1493" actId="1076"/>
          <ac:picMkLst>
            <pc:docMk/>
            <pc:sldMk cId="3732021880" sldId="316"/>
            <ac:picMk id="5" creationId="{811FA899-D907-1CCC-7D2B-52D204DCF022}"/>
          </ac:picMkLst>
        </pc:picChg>
      </pc:sldChg>
      <pc:sldChg chg="addSp delSp modSp add mod ord">
        <pc:chgData name="Miller, Jonathan M Lt Col USSF USAFA DF/DFAS" userId="d003cf6e-ed25-45fa-8706-5841241c5d7b" providerId="ADAL" clId="{1C8151D6-A055-4C1D-AE92-87E427302CFE}" dt="2024-09-03T06:04:02.831" v="1641" actId="1076"/>
        <pc:sldMkLst>
          <pc:docMk/>
          <pc:sldMk cId="3209812066" sldId="317"/>
        </pc:sldMkLst>
        <pc:spChg chg="mod">
          <ac:chgData name="Miller, Jonathan M Lt Col USSF USAFA DF/DFAS" userId="d003cf6e-ed25-45fa-8706-5841241c5d7b" providerId="ADAL" clId="{1C8151D6-A055-4C1D-AE92-87E427302CFE}" dt="2024-09-03T05:47:39.839" v="1501" actId="20577"/>
          <ac:spMkLst>
            <pc:docMk/>
            <pc:sldMk cId="3209812066" sldId="317"/>
            <ac:spMk id="2" creationId="{5635F61D-556D-025A-F931-1ED8EC067BD9}"/>
          </ac:spMkLst>
        </pc:spChg>
        <pc:spChg chg="del mod">
          <ac:chgData name="Miller, Jonathan M Lt Col USSF USAFA DF/DFAS" userId="d003cf6e-ed25-45fa-8706-5841241c5d7b" providerId="ADAL" clId="{1C8151D6-A055-4C1D-AE92-87E427302CFE}" dt="2024-09-03T05:47:33.646" v="1496" actId="478"/>
          <ac:spMkLst>
            <pc:docMk/>
            <pc:sldMk cId="3209812066" sldId="317"/>
            <ac:spMk id="8" creationId="{C37D1470-CCD4-FB8B-AF12-774F724BC62A}"/>
          </ac:spMkLst>
        </pc:spChg>
        <pc:picChg chg="mod">
          <ac:chgData name="Miller, Jonathan M Lt Col USSF USAFA DF/DFAS" userId="d003cf6e-ed25-45fa-8706-5841241c5d7b" providerId="ADAL" clId="{1C8151D6-A055-4C1D-AE92-87E427302CFE}" dt="2024-09-03T05:47:43.680" v="1502" actId="1076"/>
          <ac:picMkLst>
            <pc:docMk/>
            <pc:sldMk cId="3209812066" sldId="317"/>
            <ac:picMk id="5" creationId="{811FA899-D907-1CCC-7D2B-52D204DCF022}"/>
          </ac:picMkLst>
        </pc:picChg>
        <pc:picChg chg="add del mod modCrop">
          <ac:chgData name="Miller, Jonathan M Lt Col USSF USAFA DF/DFAS" userId="d003cf6e-ed25-45fa-8706-5841241c5d7b" providerId="ADAL" clId="{1C8151D6-A055-4C1D-AE92-87E427302CFE}" dt="2024-09-03T05:56:26.349" v="1630" actId="478"/>
          <ac:picMkLst>
            <pc:docMk/>
            <pc:sldMk cId="3209812066" sldId="317"/>
            <ac:picMk id="6" creationId="{2FC5E928-195E-CEFF-9A56-A46C85ED7971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01:28.497" v="1631" actId="931"/>
          <ac:picMkLst>
            <pc:docMk/>
            <pc:sldMk cId="3209812066" sldId="317"/>
            <ac:picMk id="9" creationId="{663157F4-EE38-2C41-F0B0-FA17B0CC66D9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04:02.831" v="1641" actId="1076"/>
          <ac:picMkLst>
            <pc:docMk/>
            <pc:sldMk cId="3209812066" sldId="317"/>
            <ac:picMk id="11" creationId="{287A65EF-A2F4-FC40-82AE-BFB956BF2531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03:46.776" v="1640" actId="1076"/>
          <ac:picMkLst>
            <pc:docMk/>
            <pc:sldMk cId="3209812066" sldId="317"/>
            <ac:picMk id="13" creationId="{A86AEAF3-0862-93E6-A0D9-AA5E00F3D22B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5:56:13.004" v="1627" actId="14100"/>
        <pc:sldMkLst>
          <pc:docMk/>
          <pc:sldMk cId="1199094653" sldId="318"/>
        </pc:sldMkLst>
        <pc:spChg chg="add mod">
          <ac:chgData name="Miller, Jonathan M Lt Col USSF USAFA DF/DFAS" userId="d003cf6e-ed25-45fa-8706-5841241c5d7b" providerId="ADAL" clId="{1C8151D6-A055-4C1D-AE92-87E427302CFE}" dt="2024-09-03T05:56:13.004" v="1627" actId="14100"/>
          <ac:spMkLst>
            <pc:docMk/>
            <pc:sldMk cId="1199094653" sldId="318"/>
            <ac:spMk id="8" creationId="{C5F712ED-5E6F-85F7-19DE-5E2F389FE74D}"/>
          </ac:spMkLst>
        </pc:spChg>
        <pc:picChg chg="mod modCrop">
          <ac:chgData name="Miller, Jonathan M Lt Col USSF USAFA DF/DFAS" userId="d003cf6e-ed25-45fa-8706-5841241c5d7b" providerId="ADAL" clId="{1C8151D6-A055-4C1D-AE92-87E427302CFE}" dt="2024-09-03T05:50:21.592" v="1517" actId="1076"/>
          <ac:picMkLst>
            <pc:docMk/>
            <pc:sldMk cId="1199094653" sldId="318"/>
            <ac:picMk id="6" creationId="{2FC5E928-195E-CEFF-9A56-A46C85ED7971}"/>
          </ac:picMkLst>
        </pc:picChg>
        <pc:picChg chg="add del mod">
          <ac:chgData name="Miller, Jonathan M Lt Col USSF USAFA DF/DFAS" userId="d003cf6e-ed25-45fa-8706-5841241c5d7b" providerId="ADAL" clId="{1C8151D6-A055-4C1D-AE92-87E427302CFE}" dt="2024-09-03T05:53:48.153" v="1606" actId="478"/>
          <ac:picMkLst>
            <pc:docMk/>
            <pc:sldMk cId="1199094653" sldId="318"/>
            <ac:picMk id="7" creationId="{0FDC87BE-E19D-B74B-5A20-A680F36B4A93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6:07:43.654" v="1693" actId="478"/>
        <pc:sldMkLst>
          <pc:docMk/>
          <pc:sldMk cId="2983779006" sldId="319"/>
        </pc:sldMkLst>
        <pc:spChg chg="mod">
          <ac:chgData name="Miller, Jonathan M Lt Col USSF USAFA DF/DFAS" userId="d003cf6e-ed25-45fa-8706-5841241c5d7b" providerId="ADAL" clId="{1C8151D6-A055-4C1D-AE92-87E427302CFE}" dt="2024-09-03T06:04:23.518" v="1675" actId="20577"/>
          <ac:spMkLst>
            <pc:docMk/>
            <pc:sldMk cId="2983779006" sldId="319"/>
            <ac:spMk id="2" creationId="{5635F61D-556D-025A-F931-1ED8EC067BD9}"/>
          </ac:spMkLst>
        </pc:spChg>
        <pc:picChg chg="del">
          <ac:chgData name="Miller, Jonathan M Lt Col USSF USAFA DF/DFAS" userId="d003cf6e-ed25-45fa-8706-5841241c5d7b" providerId="ADAL" clId="{1C8151D6-A055-4C1D-AE92-87E427302CFE}" dt="2024-09-03T06:04:25.549" v="1676" actId="478"/>
          <ac:picMkLst>
            <pc:docMk/>
            <pc:sldMk cId="2983779006" sldId="319"/>
            <ac:picMk id="5" creationId="{811FA899-D907-1CCC-7D2B-52D204DCF022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06:25.397" v="1690" actId="14100"/>
          <ac:picMkLst>
            <pc:docMk/>
            <pc:sldMk cId="2983779006" sldId="319"/>
            <ac:picMk id="6" creationId="{9D9C645F-166C-484C-57E3-89E46F93BCEC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06:28.257" v="1691" actId="1076"/>
          <ac:picMkLst>
            <pc:docMk/>
            <pc:sldMk cId="2983779006" sldId="319"/>
            <ac:picMk id="8" creationId="{C9D0A072-57DF-B53E-F9F0-75C55983CAF5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04:27.042" v="1677" actId="478"/>
          <ac:picMkLst>
            <pc:docMk/>
            <pc:sldMk cId="2983779006" sldId="319"/>
            <ac:picMk id="9" creationId="{663157F4-EE38-2C41-F0B0-FA17B0CC66D9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04:28.426" v="1678" actId="478"/>
          <ac:picMkLst>
            <pc:docMk/>
            <pc:sldMk cId="2983779006" sldId="319"/>
            <ac:picMk id="11" creationId="{287A65EF-A2F4-FC40-82AE-BFB956BF2531}"/>
          </ac:picMkLst>
        </pc:picChg>
        <pc:picChg chg="add del">
          <ac:chgData name="Miller, Jonathan M Lt Col USSF USAFA DF/DFAS" userId="d003cf6e-ed25-45fa-8706-5841241c5d7b" providerId="ADAL" clId="{1C8151D6-A055-4C1D-AE92-87E427302CFE}" dt="2024-09-03T06:07:43.654" v="1693" actId="478"/>
          <ac:picMkLst>
            <pc:docMk/>
            <pc:sldMk cId="2983779006" sldId="319"/>
            <ac:picMk id="12" creationId="{CF29912C-60CF-DE1B-5B86-1FDAFCAE9EEC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04:30.141" v="1679" actId="478"/>
          <ac:picMkLst>
            <pc:docMk/>
            <pc:sldMk cId="2983779006" sldId="319"/>
            <ac:picMk id="13" creationId="{A86AEAF3-0862-93E6-A0D9-AA5E00F3D22B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6:10:42.057" v="1738" actId="1076"/>
        <pc:sldMkLst>
          <pc:docMk/>
          <pc:sldMk cId="2003223378" sldId="320"/>
        </pc:sldMkLst>
        <pc:spChg chg="mod">
          <ac:chgData name="Miller, Jonathan M Lt Col USSF USAFA DF/DFAS" userId="d003cf6e-ed25-45fa-8706-5841241c5d7b" providerId="ADAL" clId="{1C8151D6-A055-4C1D-AE92-87E427302CFE}" dt="2024-09-03T06:07:57.673" v="1712" actId="20577"/>
          <ac:spMkLst>
            <pc:docMk/>
            <pc:sldMk cId="2003223378" sldId="320"/>
            <ac:spMk id="2" creationId="{5635F61D-556D-025A-F931-1ED8EC067BD9}"/>
          </ac:spMkLst>
        </pc:spChg>
        <pc:spChg chg="add del mod">
          <ac:chgData name="Miller, Jonathan M Lt Col USSF USAFA DF/DFAS" userId="d003cf6e-ed25-45fa-8706-5841241c5d7b" providerId="ADAL" clId="{1C8151D6-A055-4C1D-AE92-87E427302CFE}" dt="2024-09-03T06:09:51.410" v="1725"/>
          <ac:spMkLst>
            <pc:docMk/>
            <pc:sldMk cId="2003223378" sldId="320"/>
            <ac:spMk id="7" creationId="{036C7D2E-9B9B-0203-C218-E28279EB9545}"/>
          </ac:spMkLst>
        </pc:spChg>
        <pc:picChg chg="add mod">
          <ac:chgData name="Miller, Jonathan M Lt Col USSF USAFA DF/DFAS" userId="d003cf6e-ed25-45fa-8706-5841241c5d7b" providerId="ADAL" clId="{1C8151D6-A055-4C1D-AE92-87E427302CFE}" dt="2024-09-03T06:10:01.295" v="1729" actId="1076"/>
          <ac:picMkLst>
            <pc:docMk/>
            <pc:sldMk cId="2003223378" sldId="320"/>
            <ac:picMk id="5" creationId="{D5085279-C1FF-2015-EC95-733D69CF1D41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07:59.875" v="1713" actId="478"/>
          <ac:picMkLst>
            <pc:docMk/>
            <pc:sldMk cId="2003223378" sldId="320"/>
            <ac:picMk id="6" creationId="{9D9C645F-166C-484C-57E3-89E46F93BCEC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08:01.008" v="1714" actId="478"/>
          <ac:picMkLst>
            <pc:docMk/>
            <pc:sldMk cId="2003223378" sldId="320"/>
            <ac:picMk id="8" creationId="{C9D0A072-57DF-B53E-F9F0-75C55983CAF5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0:03.342" v="1730" actId="1076"/>
          <ac:picMkLst>
            <pc:docMk/>
            <pc:sldMk cId="2003223378" sldId="320"/>
            <ac:picMk id="10" creationId="{9F5D5377-7681-DA60-8036-F8298C81FD6F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0:42.057" v="1738" actId="1076"/>
          <ac:picMkLst>
            <pc:docMk/>
            <pc:sldMk cId="2003223378" sldId="320"/>
            <ac:picMk id="12" creationId="{A19899B8-4DEE-E418-44CF-6DA7B4CB6277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0:08.939" v="1733" actId="1076"/>
          <ac:picMkLst>
            <pc:docMk/>
            <pc:sldMk cId="2003223378" sldId="320"/>
            <ac:picMk id="1026" creationId="{68A6023B-D624-B3DD-16FC-4129D652D03A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6:14:05.086" v="1795" actId="1076"/>
        <pc:sldMkLst>
          <pc:docMk/>
          <pc:sldMk cId="2485542350" sldId="321"/>
        </pc:sldMkLst>
        <pc:spChg chg="mod">
          <ac:chgData name="Miller, Jonathan M Lt Col USSF USAFA DF/DFAS" userId="d003cf6e-ed25-45fa-8706-5841241c5d7b" providerId="ADAL" clId="{1C8151D6-A055-4C1D-AE92-87E427302CFE}" dt="2024-09-03T06:11:43.793" v="1758" actId="20577"/>
          <ac:spMkLst>
            <pc:docMk/>
            <pc:sldMk cId="2485542350" sldId="321"/>
            <ac:spMk id="2" creationId="{5635F61D-556D-025A-F931-1ED8EC067BD9}"/>
          </ac:spMkLst>
        </pc:spChg>
        <pc:grpChg chg="add mod">
          <ac:chgData name="Miller, Jonathan M Lt Col USSF USAFA DF/DFAS" userId="d003cf6e-ed25-45fa-8706-5841241c5d7b" providerId="ADAL" clId="{1C8151D6-A055-4C1D-AE92-87E427302CFE}" dt="2024-09-03T06:13:25.195" v="1789" actId="1076"/>
          <ac:grpSpMkLst>
            <pc:docMk/>
            <pc:sldMk cId="2485542350" sldId="321"/>
            <ac:grpSpMk id="9" creationId="{B02785C2-F824-48B3-7ADE-FDC5023B9224}"/>
          </ac:grpSpMkLst>
        </pc:grpChg>
        <pc:picChg chg="del">
          <ac:chgData name="Miller, Jonathan M Lt Col USSF USAFA DF/DFAS" userId="d003cf6e-ed25-45fa-8706-5841241c5d7b" providerId="ADAL" clId="{1C8151D6-A055-4C1D-AE92-87E427302CFE}" dt="2024-09-03T06:11:45.538" v="1759" actId="478"/>
          <ac:picMkLst>
            <pc:docMk/>
            <pc:sldMk cId="2485542350" sldId="321"/>
            <ac:picMk id="5" creationId="{D5085279-C1FF-2015-EC95-733D69CF1D41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3:16.791" v="1787" actId="164"/>
          <ac:picMkLst>
            <pc:docMk/>
            <pc:sldMk cId="2485542350" sldId="321"/>
            <ac:picMk id="6" creationId="{624D3F5E-7233-DD76-8ADF-EE8EA311FD30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3:16.791" v="1787" actId="164"/>
          <ac:picMkLst>
            <pc:docMk/>
            <pc:sldMk cId="2485542350" sldId="321"/>
            <ac:picMk id="8" creationId="{903D637F-55E2-1657-4180-C34E37868B6F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1:46.947" v="1760" actId="478"/>
          <ac:picMkLst>
            <pc:docMk/>
            <pc:sldMk cId="2485542350" sldId="321"/>
            <ac:picMk id="10" creationId="{9F5D5377-7681-DA60-8036-F8298C81FD6F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1:49.373" v="1762" actId="478"/>
          <ac:picMkLst>
            <pc:docMk/>
            <pc:sldMk cId="2485542350" sldId="321"/>
            <ac:picMk id="12" creationId="{A19899B8-4DEE-E418-44CF-6DA7B4CB6277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4:05.086" v="1795" actId="1076"/>
          <ac:picMkLst>
            <pc:docMk/>
            <pc:sldMk cId="2485542350" sldId="321"/>
            <ac:picMk id="13" creationId="{A1B9590E-949E-D0CB-2FAA-513C768316FF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1:48.080" v="1761" actId="478"/>
          <ac:picMkLst>
            <pc:docMk/>
            <pc:sldMk cId="2485542350" sldId="321"/>
            <ac:picMk id="1026" creationId="{68A6023B-D624-B3DD-16FC-4129D652D03A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6:17:07.956" v="1830" actId="1076"/>
        <pc:sldMkLst>
          <pc:docMk/>
          <pc:sldMk cId="2359734027" sldId="322"/>
        </pc:sldMkLst>
        <pc:spChg chg="mod">
          <ac:chgData name="Miller, Jonathan M Lt Col USSF USAFA DF/DFAS" userId="d003cf6e-ed25-45fa-8706-5841241c5d7b" providerId="ADAL" clId="{1C8151D6-A055-4C1D-AE92-87E427302CFE}" dt="2024-09-03T06:14:45.678" v="1816" actId="20577"/>
          <ac:spMkLst>
            <pc:docMk/>
            <pc:sldMk cId="2359734027" sldId="322"/>
            <ac:spMk id="2" creationId="{5635F61D-556D-025A-F931-1ED8EC067BD9}"/>
          </ac:spMkLst>
        </pc:spChg>
        <pc:picChg chg="del">
          <ac:chgData name="Miller, Jonathan M Lt Col USSF USAFA DF/DFAS" userId="d003cf6e-ed25-45fa-8706-5841241c5d7b" providerId="ADAL" clId="{1C8151D6-A055-4C1D-AE92-87E427302CFE}" dt="2024-09-03T06:14:47.324" v="1817" actId="478"/>
          <ac:picMkLst>
            <pc:docMk/>
            <pc:sldMk cId="2359734027" sldId="322"/>
            <ac:picMk id="5" creationId="{811FA899-D907-1CCC-7D2B-52D204DCF022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6:59.742" v="1826" actId="1076"/>
          <ac:picMkLst>
            <pc:docMk/>
            <pc:sldMk cId="2359734027" sldId="322"/>
            <ac:picMk id="6" creationId="{DE0C0AB8-31BE-ED94-A8DE-4D695A127F47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17:07.956" v="1830" actId="1076"/>
          <ac:picMkLst>
            <pc:docMk/>
            <pc:sldMk cId="2359734027" sldId="322"/>
            <ac:picMk id="8" creationId="{691667CD-D32D-3A0D-D02F-2A04EEBCBE1D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4:48.788" v="1818" actId="478"/>
          <ac:picMkLst>
            <pc:docMk/>
            <pc:sldMk cId="2359734027" sldId="322"/>
            <ac:picMk id="9" creationId="{663157F4-EE38-2C41-F0B0-FA17B0CC66D9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4:50.342" v="1819" actId="478"/>
          <ac:picMkLst>
            <pc:docMk/>
            <pc:sldMk cId="2359734027" sldId="322"/>
            <ac:picMk id="11" creationId="{287A65EF-A2F4-FC40-82AE-BFB956BF2531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4:51.666" v="1820" actId="478"/>
          <ac:picMkLst>
            <pc:docMk/>
            <pc:sldMk cId="2359734027" sldId="322"/>
            <ac:picMk id="13" creationId="{A86AEAF3-0862-93E6-A0D9-AA5E00F3D22B}"/>
          </ac:picMkLst>
        </pc:picChg>
      </pc:sldChg>
      <pc:sldChg chg="addSp delSp modSp add mod">
        <pc:chgData name="Miller, Jonathan M Lt Col USSF USAFA DF/DFAS" userId="d003cf6e-ed25-45fa-8706-5841241c5d7b" providerId="ADAL" clId="{1C8151D6-A055-4C1D-AE92-87E427302CFE}" dt="2024-09-03T06:18:17.179" v="1842" actId="1076"/>
        <pc:sldMkLst>
          <pc:docMk/>
          <pc:sldMk cId="1053232183" sldId="323"/>
        </pc:sldMkLst>
        <pc:spChg chg="mod">
          <ac:chgData name="Miller, Jonathan M Lt Col USSF USAFA DF/DFAS" userId="d003cf6e-ed25-45fa-8706-5841241c5d7b" providerId="ADAL" clId="{1C8151D6-A055-4C1D-AE92-87E427302CFE}" dt="2024-09-03T06:18:01.166" v="1835" actId="20577"/>
          <ac:spMkLst>
            <pc:docMk/>
            <pc:sldMk cId="1053232183" sldId="323"/>
            <ac:spMk id="2" creationId="{5635F61D-556D-025A-F931-1ED8EC067BD9}"/>
          </ac:spMkLst>
        </pc:spChg>
        <pc:picChg chg="add mod">
          <ac:chgData name="Miller, Jonathan M Lt Col USSF USAFA DF/DFAS" userId="d003cf6e-ed25-45fa-8706-5841241c5d7b" providerId="ADAL" clId="{1C8151D6-A055-4C1D-AE92-87E427302CFE}" dt="2024-09-03T06:18:17.179" v="1842" actId="1076"/>
          <ac:picMkLst>
            <pc:docMk/>
            <pc:sldMk cId="1053232183" sldId="323"/>
            <ac:picMk id="5" creationId="{63A1F8FB-0749-D963-029E-F8DC18C3B35D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8:03.774" v="1836" actId="478"/>
          <ac:picMkLst>
            <pc:docMk/>
            <pc:sldMk cId="1053232183" sldId="323"/>
            <ac:picMk id="6" creationId="{DE0C0AB8-31BE-ED94-A8DE-4D695A127F47}"/>
          </ac:picMkLst>
        </pc:picChg>
        <pc:picChg chg="del">
          <ac:chgData name="Miller, Jonathan M Lt Col USSF USAFA DF/DFAS" userId="d003cf6e-ed25-45fa-8706-5841241c5d7b" providerId="ADAL" clId="{1C8151D6-A055-4C1D-AE92-87E427302CFE}" dt="2024-09-03T06:18:05.408" v="1837" actId="478"/>
          <ac:picMkLst>
            <pc:docMk/>
            <pc:sldMk cId="1053232183" sldId="323"/>
            <ac:picMk id="8" creationId="{691667CD-D32D-3A0D-D02F-2A04EEBCBE1D}"/>
          </ac:picMkLst>
        </pc:picChg>
      </pc:sldChg>
      <pc:sldChg chg="addSp delSp modSp add mod modNotesTx">
        <pc:chgData name="Miller, Jonathan M Lt Col USSF USAFA DF/DFAS" userId="d003cf6e-ed25-45fa-8706-5841241c5d7b" providerId="ADAL" clId="{1C8151D6-A055-4C1D-AE92-87E427302CFE}" dt="2024-09-03T06:29:59.538" v="2028" actId="1076"/>
        <pc:sldMkLst>
          <pc:docMk/>
          <pc:sldMk cId="1427014789" sldId="324"/>
        </pc:sldMkLst>
        <pc:spChg chg="mod">
          <ac:chgData name="Miller, Jonathan M Lt Col USSF USAFA DF/DFAS" userId="d003cf6e-ed25-45fa-8706-5841241c5d7b" providerId="ADAL" clId="{1C8151D6-A055-4C1D-AE92-87E427302CFE}" dt="2024-09-03T06:24:27.051" v="1849" actId="20577"/>
          <ac:spMkLst>
            <pc:docMk/>
            <pc:sldMk cId="1427014789" sldId="324"/>
            <ac:spMk id="2" creationId="{5635F61D-556D-025A-F931-1ED8EC067BD9}"/>
          </ac:spMkLst>
        </pc:spChg>
        <pc:spChg chg="mod">
          <ac:chgData name="Miller, Jonathan M Lt Col USSF USAFA DF/DFAS" userId="d003cf6e-ed25-45fa-8706-5841241c5d7b" providerId="ADAL" clId="{1C8151D6-A055-4C1D-AE92-87E427302CFE}" dt="2024-09-03T06:28:00.939" v="2020" actId="20577"/>
          <ac:spMkLst>
            <pc:docMk/>
            <pc:sldMk cId="1427014789" sldId="324"/>
            <ac:spMk id="8" creationId="{C37D1470-CCD4-FB8B-AF12-774F724BC62A}"/>
          </ac:spMkLst>
        </pc:spChg>
        <pc:picChg chg="del">
          <ac:chgData name="Miller, Jonathan M Lt Col USSF USAFA DF/DFAS" userId="d003cf6e-ed25-45fa-8706-5841241c5d7b" providerId="ADAL" clId="{1C8151D6-A055-4C1D-AE92-87E427302CFE}" dt="2024-09-03T06:25:23.520" v="1938" actId="478"/>
          <ac:picMkLst>
            <pc:docMk/>
            <pc:sldMk cId="1427014789" sldId="324"/>
            <ac:picMk id="5" creationId="{811FA899-D907-1CCC-7D2B-52D204DCF022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29:01.670" v="2024" actId="1076"/>
          <ac:picMkLst>
            <pc:docMk/>
            <pc:sldMk cId="1427014789" sldId="324"/>
            <ac:picMk id="6" creationId="{3FC81387-A13D-AA93-571E-66C9E8A9B0FE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29:59.538" v="2028" actId="1076"/>
          <ac:picMkLst>
            <pc:docMk/>
            <pc:sldMk cId="1427014789" sldId="324"/>
            <ac:picMk id="9" creationId="{3A0DB755-49D7-2C88-D941-A02B6695A038}"/>
          </ac:picMkLst>
        </pc:picChg>
      </pc:sldChg>
      <pc:sldChg chg="addSp modSp new mod">
        <pc:chgData name="Miller, Jonathan M Lt Col USSF USAFA DF/DFAS" userId="d003cf6e-ed25-45fa-8706-5841241c5d7b" providerId="ADAL" clId="{1C8151D6-A055-4C1D-AE92-87E427302CFE}" dt="2024-09-03T06:36:39.316" v="2050" actId="1076"/>
        <pc:sldMkLst>
          <pc:docMk/>
          <pc:sldMk cId="3481752895" sldId="325"/>
        </pc:sldMkLst>
        <pc:picChg chg="add mod">
          <ac:chgData name="Miller, Jonathan M Lt Col USSF USAFA DF/DFAS" userId="d003cf6e-ed25-45fa-8706-5841241c5d7b" providerId="ADAL" clId="{1C8151D6-A055-4C1D-AE92-87E427302CFE}" dt="2024-09-03T06:36:31.974" v="2048" actId="1076"/>
          <ac:picMkLst>
            <pc:docMk/>
            <pc:sldMk cId="3481752895" sldId="325"/>
            <ac:picMk id="3" creationId="{C8870A34-6F9A-B932-515D-0AA74855E591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36:39.316" v="2050" actId="1076"/>
          <ac:picMkLst>
            <pc:docMk/>
            <pc:sldMk cId="3481752895" sldId="325"/>
            <ac:picMk id="5" creationId="{A0CA58C8-3B0C-920B-AB12-3C44A652FE24}"/>
          </ac:picMkLst>
        </pc:picChg>
        <pc:picChg chg="add mod">
          <ac:chgData name="Miller, Jonathan M Lt Col USSF USAFA DF/DFAS" userId="d003cf6e-ed25-45fa-8706-5841241c5d7b" providerId="ADAL" clId="{1C8151D6-A055-4C1D-AE92-87E427302CFE}" dt="2024-09-03T06:36:36.623" v="2049" actId="1076"/>
          <ac:picMkLst>
            <pc:docMk/>
            <pc:sldMk cId="3481752895" sldId="325"/>
            <ac:picMk id="7" creationId="{53B1CFAB-B6EB-9730-D656-860DF67A794D}"/>
          </ac:picMkLst>
        </pc:picChg>
      </pc:sldChg>
      <pc:sldChg chg="addSp new">
        <pc:chgData name="Miller, Jonathan M Lt Col USSF USAFA DF/DFAS" userId="d003cf6e-ed25-45fa-8706-5841241c5d7b" providerId="ADAL" clId="{1C8151D6-A055-4C1D-AE92-87E427302CFE}" dt="2024-09-09T16:05:10.899" v="2052"/>
        <pc:sldMkLst>
          <pc:docMk/>
          <pc:sldMk cId="2825095085" sldId="326"/>
        </pc:sldMkLst>
        <pc:picChg chg="add">
          <ac:chgData name="Miller, Jonathan M Lt Col USSF USAFA DF/DFAS" userId="d003cf6e-ed25-45fa-8706-5841241c5d7b" providerId="ADAL" clId="{1C8151D6-A055-4C1D-AE92-87E427302CFE}" dt="2024-09-09T16:05:10.899" v="2052"/>
          <ac:picMkLst>
            <pc:docMk/>
            <pc:sldMk cId="2825095085" sldId="326"/>
            <ac:picMk id="1026" creationId="{60738CF2-0621-8077-16A2-472894FE16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07498-1240-4F5F-854C-01A5328D8B9F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173477-A712-45F8-B791-7C24F7EC5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74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85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701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BPSK – binary phase shift key</a:t>
            </a:r>
          </a:p>
          <a:p>
            <a:r>
              <a:rPr lang="en-US" dirty="0"/>
              <a:t>Higher = higher transmission rates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28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45-65 Db is 100 times more intense</a:t>
            </a:r>
          </a:p>
          <a:p>
            <a:r>
              <a:rPr lang="en-US" dirty="0"/>
              <a:t>50 – 100 Db is 100,000 times more intense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23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45-65 Db is 100 times more intense</a:t>
            </a:r>
          </a:p>
          <a:p>
            <a:r>
              <a:rPr lang="en-US" dirty="0"/>
              <a:t>50 – 100 Db is 100,000 times more intense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34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576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278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5804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19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3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69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647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2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dBi</a:t>
            </a:r>
            <a:r>
              <a:rPr lang="en-US" dirty="0"/>
              <a:t> = isotropic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217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173477-A712-45F8-B791-7C24F7EC5C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565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99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83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907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78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42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4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56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B967-4AF8-4D9D-BC89-9273E19FF2EA}" type="datetimeFigureOut">
              <a:rPr lang="en-US" smtClean="0"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57116-AE57-49D9-A202-8CFEE6B05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6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335DB967-4AF8-4D9D-BC89-9273E19FF2EA}" type="datetimeFigureOut">
              <a:rPr lang="en-US" smtClean="0"/>
              <a:pPr/>
              <a:t>9/8/2024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32B57116-AE57-49D9-A202-8CFEE6B057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48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G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933" y="285750"/>
            <a:ext cx="7772400" cy="1102519"/>
          </a:xfrm>
        </p:spPr>
        <p:txBody>
          <a:bodyPr>
            <a:normAutofit/>
          </a:bodyPr>
          <a:lstStyle/>
          <a:p>
            <a:r>
              <a:rPr lang="en-US" dirty="0"/>
              <a:t>Communications</a:t>
            </a:r>
          </a:p>
        </p:txBody>
      </p:sp>
      <p:pic>
        <p:nvPicPr>
          <p:cNvPr id="4" name="Picture 3" descr="A person with a beard and a bottle on a wooden shelf&#10;&#10;Description automatically generated">
            <a:extLst>
              <a:ext uri="{FF2B5EF4-FFF2-40B4-BE49-F238E27FC236}">
                <a16:creationId xmlns:a16="http://schemas.microsoft.com/office/drawing/2014/main" id="{535A9AA0-37DF-2FC7-71AF-12E35C133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549737"/>
            <a:ext cx="3860800" cy="3328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58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905F-1890-D7A1-6941-B25948D56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Satellite Communication?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3B34D-13F4-798E-EB4C-6153A87B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Satellite Broadcasting</a:t>
            </a:r>
          </a:p>
          <a:p>
            <a:r>
              <a:rPr lang="en-US" dirty="0"/>
              <a:t>Point to point communication through satellite relay</a:t>
            </a:r>
          </a:p>
          <a:p>
            <a:r>
              <a:rPr lang="en-US" dirty="0"/>
              <a:t>Communication to/from a Satellite</a:t>
            </a:r>
          </a:p>
        </p:txBody>
      </p:sp>
    </p:spTree>
    <p:extLst>
      <p:ext uri="{BB962C8B-B14F-4D97-AF65-F5344CB8AC3E}">
        <p14:creationId xmlns:p14="http://schemas.microsoft.com/office/powerpoint/2010/main" val="1895352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Sat Comm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Satellite Relay</a:t>
            </a:r>
          </a:p>
          <a:p>
            <a:pPr lvl="1"/>
            <a:r>
              <a:rPr lang="en-US" dirty="0"/>
              <a:t>Store and forward</a:t>
            </a:r>
          </a:p>
          <a:p>
            <a:pPr lvl="1"/>
            <a:r>
              <a:rPr lang="en-US" dirty="0"/>
              <a:t>Geostationary	</a:t>
            </a:r>
          </a:p>
          <a:p>
            <a:pPr lvl="1"/>
            <a:r>
              <a:rPr lang="en-US" dirty="0" err="1"/>
              <a:t>Molnyia</a:t>
            </a:r>
            <a:endParaRPr lang="en-US" dirty="0"/>
          </a:p>
          <a:p>
            <a:pPr lvl="1"/>
            <a:r>
              <a:rPr lang="en-US" dirty="0"/>
              <a:t>Bent pipe</a:t>
            </a:r>
          </a:p>
          <a:p>
            <a:pPr lvl="1"/>
            <a:r>
              <a:rPr lang="en-US" dirty="0"/>
              <a:t>Cross-linked spacecraft</a:t>
            </a:r>
          </a:p>
        </p:txBody>
      </p:sp>
    </p:spTree>
    <p:extLst>
      <p:ext uri="{BB962C8B-B14F-4D97-AF65-F5344CB8AC3E}">
        <p14:creationId xmlns:p14="http://schemas.microsoft.com/office/powerpoint/2010/main" val="4096134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Comm with a satellite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Dedicated ground station</a:t>
            </a:r>
          </a:p>
          <a:p>
            <a:r>
              <a:rPr lang="en-US" dirty="0"/>
              <a:t>Remote terminal</a:t>
            </a:r>
          </a:p>
          <a:p>
            <a:pPr lvl="1"/>
            <a:r>
              <a:rPr lang="en-US" dirty="0"/>
              <a:t>Own network (NASA deep space)</a:t>
            </a:r>
          </a:p>
          <a:p>
            <a:pPr lvl="1"/>
            <a:r>
              <a:rPr lang="en-US" dirty="0"/>
              <a:t>Lease (AWS)</a:t>
            </a:r>
          </a:p>
          <a:p>
            <a:r>
              <a:rPr lang="en-US" dirty="0"/>
              <a:t>Spacecraft Relay</a:t>
            </a:r>
          </a:p>
        </p:txBody>
      </p:sp>
    </p:spTree>
    <p:extLst>
      <p:ext uri="{BB962C8B-B14F-4D97-AF65-F5344CB8AC3E}">
        <p14:creationId xmlns:p14="http://schemas.microsoft.com/office/powerpoint/2010/main" val="264418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lanet in space with circles around it&#10;&#10;Description automatically generated">
            <a:extLst>
              <a:ext uri="{FF2B5EF4-FFF2-40B4-BE49-F238E27FC236}">
                <a16:creationId xmlns:a16="http://schemas.microsoft.com/office/drawing/2014/main" id="{C8870A34-6F9A-B932-515D-0AA74855E5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17" y="57150"/>
            <a:ext cx="3102088" cy="2836333"/>
          </a:xfrm>
          <a:prstGeom prst="rect">
            <a:avLst/>
          </a:prstGeom>
        </p:spPr>
      </p:pic>
      <p:pic>
        <p:nvPicPr>
          <p:cNvPr id="5" name="Picture 4" descr="A planet with blue dots and lines&#10;&#10;Description automatically generated with medium confidence">
            <a:extLst>
              <a:ext uri="{FF2B5EF4-FFF2-40B4-BE49-F238E27FC236}">
                <a16:creationId xmlns:a16="http://schemas.microsoft.com/office/drawing/2014/main" id="{A0CA58C8-3B0C-920B-AB12-3C44A652FE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2571750"/>
            <a:ext cx="2849604" cy="2385766"/>
          </a:xfrm>
          <a:prstGeom prst="rect">
            <a:avLst/>
          </a:prstGeom>
        </p:spPr>
      </p:pic>
      <p:pic>
        <p:nvPicPr>
          <p:cNvPr id="7" name="Picture 6" descr="A planet with blue circles around it&#10;&#10;Description automatically generated">
            <a:extLst>
              <a:ext uri="{FF2B5EF4-FFF2-40B4-BE49-F238E27FC236}">
                <a16:creationId xmlns:a16="http://schemas.microsoft.com/office/drawing/2014/main" id="{53B1CFAB-B6EB-9730-D656-860DF67A79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922" y="1206500"/>
            <a:ext cx="3099878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752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Is signal sufficient for understanding?</a:t>
            </a:r>
          </a:p>
        </p:txBody>
      </p:sp>
      <p:pic>
        <p:nvPicPr>
          <p:cNvPr id="5" name="Picture 4" descr="A diagram of a signal&#10;&#10;Description automatically generated">
            <a:extLst>
              <a:ext uri="{FF2B5EF4-FFF2-40B4-BE49-F238E27FC236}">
                <a16:creationId xmlns:a16="http://schemas.microsoft.com/office/drawing/2014/main" id="{25F40235-B10A-BB92-3F7F-78BB585DE8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66" y="2083460"/>
            <a:ext cx="8122067" cy="262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10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Equations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31242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Astro 310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DE2E09-5B82-F754-C26D-92B6195CEF3C}"/>
              </a:ext>
            </a:extLst>
          </p:cNvPr>
          <p:cNvSpPr txBox="1">
            <a:spLocks/>
          </p:cNvSpPr>
          <p:nvPr/>
        </p:nvSpPr>
        <p:spPr>
          <a:xfrm>
            <a:off x="5029200" y="1200151"/>
            <a:ext cx="31242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Astro 331</a:t>
            </a:r>
          </a:p>
        </p:txBody>
      </p:sp>
      <p:pic>
        <p:nvPicPr>
          <p:cNvPr id="6" name="Picture 5" descr="A math equations and formulas&#10;&#10;Description automatically generated with medium confidence">
            <a:extLst>
              <a:ext uri="{FF2B5EF4-FFF2-40B4-BE49-F238E27FC236}">
                <a16:creationId xmlns:a16="http://schemas.microsoft.com/office/drawing/2014/main" id="{271F583A-3CB1-C0A9-994C-0E105220D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87" y="1811482"/>
            <a:ext cx="3168813" cy="2292468"/>
          </a:xfrm>
          <a:prstGeom prst="rect">
            <a:avLst/>
          </a:prstGeom>
        </p:spPr>
      </p:pic>
      <p:pic>
        <p:nvPicPr>
          <p:cNvPr id="8" name="Picture 7" descr="A group of math equations&#10;&#10;Description automatically generated">
            <a:extLst>
              <a:ext uri="{FF2B5EF4-FFF2-40B4-BE49-F238E27FC236}">
                <a16:creationId xmlns:a16="http://schemas.microsoft.com/office/drawing/2014/main" id="{7CFFEEB6-27F5-BD9F-B550-E968501DB1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45" r="23538"/>
          <a:stretch/>
        </p:blipFill>
        <p:spPr>
          <a:xfrm>
            <a:off x="4650509" y="1809750"/>
            <a:ext cx="3505200" cy="2540131"/>
          </a:xfrm>
          <a:prstGeom prst="rect">
            <a:avLst/>
          </a:prstGeom>
        </p:spPr>
      </p:pic>
      <p:pic>
        <p:nvPicPr>
          <p:cNvPr id="10" name="Picture 9" descr="A close up of words&#10;&#10;Description automatically generated">
            <a:extLst>
              <a:ext uri="{FF2B5EF4-FFF2-40B4-BE49-F238E27FC236}">
                <a16:creationId xmlns:a16="http://schemas.microsoft.com/office/drawing/2014/main" id="{9A3BA482-B25F-CAAA-C4C4-B11822631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066" y="4402448"/>
            <a:ext cx="2184467" cy="7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1186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389FB25A-DD36-5C05-D6B7-F9160DED3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063229"/>
            <a:ext cx="4629388" cy="111130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7D1470-CCD4-FB8B-AF12-774F724BC62A}"/>
              </a:ext>
            </a:extLst>
          </p:cNvPr>
          <p:cNvSpPr txBox="1">
            <a:spLocks/>
          </p:cNvSpPr>
          <p:nvPr/>
        </p:nvSpPr>
        <p:spPr>
          <a:xfrm>
            <a:off x="477982" y="2383035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BER (bit error rate) – ratio of number of bits received in error to total number transmitted</a:t>
            </a:r>
          </a:p>
          <a:p>
            <a:r>
              <a:rPr lang="en-US" dirty="0"/>
              <a:t>Eb/No – ratio of energy per bit to noise power spectral density</a:t>
            </a:r>
          </a:p>
        </p:txBody>
      </p:sp>
    </p:spTree>
    <p:extLst>
      <p:ext uri="{BB962C8B-B14F-4D97-AF65-F5344CB8AC3E}">
        <p14:creationId xmlns:p14="http://schemas.microsoft.com/office/powerpoint/2010/main" val="1951336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of a number of numbers&#10;&#10;Description automatically generated with medium confidence">
            <a:extLst>
              <a:ext uri="{FF2B5EF4-FFF2-40B4-BE49-F238E27FC236}">
                <a16:creationId xmlns:a16="http://schemas.microsoft.com/office/drawing/2014/main" id="{9ADB811A-0168-453B-0E1A-D5B614E949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38150"/>
            <a:ext cx="6168362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61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Decibels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7D1470-CCD4-FB8B-AF12-774F724BC62A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simplify, comm engineers work in Decibels (dB)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Logrithms</a:t>
            </a:r>
            <a:endParaRPr lang="en-US" dirty="0"/>
          </a:p>
          <a:p>
            <a:pPr lvl="1"/>
            <a:r>
              <a:rPr lang="en-US" dirty="0"/>
              <a:t>Turn multiplication into addition</a:t>
            </a:r>
          </a:p>
          <a:p>
            <a:pPr lvl="1"/>
            <a:r>
              <a:rPr lang="en-US" dirty="0"/>
              <a:t>Turn division into subtraction</a:t>
            </a:r>
          </a:p>
          <a:p>
            <a:pPr lvl="1"/>
            <a:r>
              <a:rPr lang="en-US" dirty="0"/>
              <a:t>Map enormous range in smaller space</a:t>
            </a:r>
          </a:p>
        </p:txBody>
      </p:sp>
      <p:pic>
        <p:nvPicPr>
          <p:cNvPr id="6" name="Picture 5" descr="A math equations on a white background&#10;&#10;Description automatically generated">
            <a:extLst>
              <a:ext uri="{FF2B5EF4-FFF2-40B4-BE49-F238E27FC236}">
                <a16:creationId xmlns:a16="http://schemas.microsoft.com/office/drawing/2014/main" id="{73AA2C47-91AD-3B29-1808-62C3C6B65B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962150"/>
            <a:ext cx="2101958" cy="81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65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Decibel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7D1470-CCD4-FB8B-AF12-774F724BC62A}"/>
              </a:ext>
            </a:extLst>
          </p:cNvPr>
          <p:cNvSpPr txBox="1">
            <a:spLocks/>
          </p:cNvSpPr>
          <p:nvPr/>
        </p:nvSpPr>
        <p:spPr>
          <a:xfrm>
            <a:off x="457200" y="874514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Decibel is a ratio, multiplying by one is like adding 0</a:t>
            </a:r>
          </a:p>
          <a:p>
            <a:r>
              <a:rPr lang="en-US" dirty="0"/>
              <a:t>Adding 3 dB doubles the signal strength</a:t>
            </a:r>
          </a:p>
          <a:p>
            <a:r>
              <a:rPr lang="en-US" dirty="0"/>
              <a:t>Things that amplify or attenuate a signal</a:t>
            </a:r>
          </a:p>
          <a:p>
            <a:pPr lvl="1"/>
            <a:r>
              <a:rPr lang="en-US" dirty="0"/>
              <a:t>Amplifier</a:t>
            </a:r>
          </a:p>
          <a:p>
            <a:pPr lvl="1"/>
            <a:r>
              <a:rPr lang="en-US" dirty="0"/>
              <a:t>Transmission line loss</a:t>
            </a:r>
          </a:p>
        </p:txBody>
      </p:sp>
    </p:spTree>
    <p:extLst>
      <p:ext uri="{BB962C8B-B14F-4D97-AF65-F5344CB8AC3E}">
        <p14:creationId xmlns:p14="http://schemas.microsoft.com/office/powerpoint/2010/main" val="566147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Decibel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7D1470-CCD4-FB8B-AF12-774F724BC62A}"/>
              </a:ext>
            </a:extLst>
          </p:cNvPr>
          <p:cNvSpPr txBox="1">
            <a:spLocks/>
          </p:cNvSpPr>
          <p:nvPr/>
        </p:nvSpPr>
        <p:spPr>
          <a:xfrm>
            <a:off x="457200" y="874514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Units</a:t>
            </a:r>
          </a:p>
          <a:p>
            <a:pPr lvl="1"/>
            <a:r>
              <a:rPr lang="en-US" dirty="0"/>
              <a:t>dBm = decibels relative to 1mW</a:t>
            </a:r>
          </a:p>
          <a:p>
            <a:pPr lvl="1"/>
            <a:r>
              <a:rPr lang="en-US" dirty="0" err="1"/>
              <a:t>dBW</a:t>
            </a:r>
            <a:r>
              <a:rPr lang="en-US" dirty="0"/>
              <a:t> = decibels relative to 1 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FA899-D907-1CCC-7D2B-52D204DCF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61" y="3181350"/>
            <a:ext cx="8325278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21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FA899-D907-1CCC-7D2B-52D204DCF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71550"/>
            <a:ext cx="8325278" cy="1016052"/>
          </a:xfrm>
          <a:prstGeom prst="rect">
            <a:avLst/>
          </a:prstGeom>
        </p:spPr>
      </p:pic>
      <p:pic>
        <p:nvPicPr>
          <p:cNvPr id="6" name="Picture 5" descr="A diagram of a grid with red lines&#10;&#10;Description automatically generated with medium confidence">
            <a:extLst>
              <a:ext uri="{FF2B5EF4-FFF2-40B4-BE49-F238E27FC236}">
                <a16:creationId xmlns:a16="http://schemas.microsoft.com/office/drawing/2014/main" id="{2FC5E928-195E-CEFF-9A56-A46C85ED7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60" b="19561"/>
          <a:stretch/>
        </p:blipFill>
        <p:spPr>
          <a:xfrm>
            <a:off x="457200" y="2303119"/>
            <a:ext cx="3352800" cy="24284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F712ED-5E6F-85F7-19DE-5E2F389FE74D}"/>
                  </a:ext>
                </a:extLst>
              </p:cNvPr>
              <p:cNvSpPr txBox="1"/>
              <p:nvPr/>
            </p:nvSpPr>
            <p:spPr>
              <a:xfrm flipH="1">
                <a:off x="4648200" y="2952750"/>
                <a:ext cx="2971800" cy="11455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F712ED-5E6F-85F7-19DE-5E2F389FE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48200" y="2952750"/>
                <a:ext cx="2971800" cy="114557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9094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1FA899-D907-1CCC-7D2B-52D204DCF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71550"/>
            <a:ext cx="8325278" cy="10160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3157F4-EE38-2C41-F0B0-FA17B0CC66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029" y="2330437"/>
            <a:ext cx="4711942" cy="482625"/>
          </a:xfrm>
          <a:prstGeom prst="rect">
            <a:avLst/>
          </a:prstGeom>
        </p:spPr>
      </p:pic>
      <p:pic>
        <p:nvPicPr>
          <p:cNvPr id="11" name="Picture 10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287A65EF-A2F4-FC40-82AE-BFB956BF2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677" y="3790950"/>
            <a:ext cx="2006703" cy="577880"/>
          </a:xfrm>
          <a:prstGeom prst="rect">
            <a:avLst/>
          </a:prstGeom>
        </p:spPr>
      </p:pic>
      <p:pic>
        <p:nvPicPr>
          <p:cNvPr id="13" name="Picture 1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86AEAF3-0862-93E6-A0D9-AA5E00F3D2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737" y="3771899"/>
            <a:ext cx="2292468" cy="59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1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Half Power Beam 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 descr="A diagram of a flower&#10;&#10;Description automatically generated">
            <a:extLst>
              <a:ext uri="{FF2B5EF4-FFF2-40B4-BE49-F238E27FC236}">
                <a16:creationId xmlns:a16="http://schemas.microsoft.com/office/drawing/2014/main" id="{9D9C645F-166C-484C-57E3-89E46F93B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85743"/>
            <a:ext cx="4648200" cy="2145766"/>
          </a:xfrm>
          <a:prstGeom prst="rect">
            <a:avLst/>
          </a:prstGeom>
        </p:spPr>
      </p:pic>
      <p:pic>
        <p:nvPicPr>
          <p:cNvPr id="8" name="Picture 7" descr="Diagram of a diagram of a flower with lines and a red line&#10;&#10;Description automatically generated">
            <a:extLst>
              <a:ext uri="{FF2B5EF4-FFF2-40B4-BE49-F238E27FC236}">
                <a16:creationId xmlns:a16="http://schemas.microsoft.com/office/drawing/2014/main" id="{C9D0A072-57DF-B53E-F9F0-75C55983C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419350"/>
            <a:ext cx="4350721" cy="264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79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Parabolic dish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 descr="A math equation with numbers and symbols&#10;&#10;Description automatically generated">
            <a:extLst>
              <a:ext uri="{FF2B5EF4-FFF2-40B4-BE49-F238E27FC236}">
                <a16:creationId xmlns:a16="http://schemas.microsoft.com/office/drawing/2014/main" id="{D5085279-C1FF-2015-EC95-733D69CF1D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428750"/>
            <a:ext cx="1760081" cy="9905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5D5377-7681-DA60-8036-F8298C81F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04" y="2942208"/>
            <a:ext cx="2368672" cy="292115"/>
          </a:xfrm>
          <a:prstGeom prst="rect">
            <a:avLst/>
          </a:prstGeom>
        </p:spPr>
      </p:pic>
      <p:pic>
        <p:nvPicPr>
          <p:cNvPr id="1026" name="Picture 2" descr="TRAV’LER DIRECTV SWM Slimline Automatic Multi-Satellite TV Antenna - Winegard SK-SWM3 ...">
            <a:extLst>
              <a:ext uri="{FF2B5EF4-FFF2-40B4-BE49-F238E27FC236}">
                <a16:creationId xmlns:a16="http://schemas.microsoft.com/office/drawing/2014/main" id="{68A6023B-D624-B3DD-16FC-4129D652D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753" y="1284856"/>
            <a:ext cx="1657352" cy="1657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satellite dish surrounded by palm trees&#10;&#10;Description automatically generated">
            <a:extLst>
              <a:ext uri="{FF2B5EF4-FFF2-40B4-BE49-F238E27FC236}">
                <a16:creationId xmlns:a16="http://schemas.microsoft.com/office/drawing/2014/main" id="{A19899B8-4DEE-E418-44CF-6DA7B4CB62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652" y="2518171"/>
            <a:ext cx="322580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23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Polarization losses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02785C2-F824-48B3-7ADE-FDC5023B9224}"/>
              </a:ext>
            </a:extLst>
          </p:cNvPr>
          <p:cNvGrpSpPr/>
          <p:nvPr/>
        </p:nvGrpSpPr>
        <p:grpSpPr>
          <a:xfrm>
            <a:off x="304800" y="1015468"/>
            <a:ext cx="5213552" cy="3922053"/>
            <a:chOff x="1965223" y="1200151"/>
            <a:chExt cx="5213552" cy="3922053"/>
          </a:xfrm>
        </p:grpSpPr>
        <p:pic>
          <p:nvPicPr>
            <p:cNvPr id="6" name="Picture 5" descr="A graph of a graph&#10;&#10;Description automatically generated with medium confidence">
              <a:extLst>
                <a:ext uri="{FF2B5EF4-FFF2-40B4-BE49-F238E27FC236}">
                  <a16:creationId xmlns:a16="http://schemas.microsoft.com/office/drawing/2014/main" id="{624D3F5E-7233-DD76-8ADF-EE8EA311F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5224" y="1200151"/>
              <a:ext cx="5213551" cy="1850515"/>
            </a:xfrm>
            <a:prstGeom prst="rect">
              <a:avLst/>
            </a:prstGeom>
          </p:spPr>
        </p:pic>
        <p:pic>
          <p:nvPicPr>
            <p:cNvPr id="8" name="Picture 7" descr="A graph of a polarization&#10;&#10;Description automatically generated with medium confidence">
              <a:extLst>
                <a:ext uri="{FF2B5EF4-FFF2-40B4-BE49-F238E27FC236}">
                  <a16:creationId xmlns:a16="http://schemas.microsoft.com/office/drawing/2014/main" id="{903D637F-55E2-1657-4180-C34E37868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5223" y="3028950"/>
              <a:ext cx="5213552" cy="2093254"/>
            </a:xfrm>
            <a:prstGeom prst="rect">
              <a:avLst/>
            </a:prstGeom>
          </p:spPr>
        </p:pic>
      </p:grpSp>
      <p:pic>
        <p:nvPicPr>
          <p:cNvPr id="13" name="Picture 12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A1B9590E-949E-D0CB-2FAA-513C768316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99028"/>
            <a:ext cx="2286000" cy="890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423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Atmospheric Losses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6" name="Picture 5" descr="A graph of a graph showing a line&#10;&#10;Description automatically generated with medium confidence">
            <a:extLst>
              <a:ext uri="{FF2B5EF4-FFF2-40B4-BE49-F238E27FC236}">
                <a16:creationId xmlns:a16="http://schemas.microsoft.com/office/drawing/2014/main" id="{DE0C0AB8-31BE-ED94-A8DE-4D695A127F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53415"/>
            <a:ext cx="5811596" cy="3803779"/>
          </a:xfrm>
          <a:prstGeom prst="rect">
            <a:avLst/>
          </a:prstGeom>
        </p:spPr>
      </p:pic>
      <p:pic>
        <p:nvPicPr>
          <p:cNvPr id="8" name="Picture 7" descr="A mathematical equation with black text&#10;&#10;Description automatically generated">
            <a:extLst>
              <a:ext uri="{FF2B5EF4-FFF2-40B4-BE49-F238E27FC236}">
                <a16:creationId xmlns:a16="http://schemas.microsoft.com/office/drawing/2014/main" id="{691667CD-D32D-3A0D-D02F-2A04EEBCB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074" y="2495550"/>
            <a:ext cx="1911448" cy="7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7340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Rain Losses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63A1F8FB-0749-D963-029E-F8DC18C3B3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460478"/>
            <a:ext cx="4889780" cy="287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32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F61D-556D-025A-F931-1ED8EC067BD9}"/>
              </a:ext>
            </a:extLst>
          </p:cNvPr>
          <p:cNvSpPr txBox="1">
            <a:spLocks/>
          </p:cNvSpPr>
          <p:nvPr/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90577-F918-AAC9-8737-81A6F7C70F31}"/>
              </a:ext>
            </a:extLst>
          </p:cNvPr>
          <p:cNvSpPr txBox="1">
            <a:spLocks/>
          </p:cNvSpPr>
          <p:nvPr/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37D1470-CCD4-FB8B-AF12-774F724BC62A}"/>
              </a:ext>
            </a:extLst>
          </p:cNvPr>
          <p:cNvSpPr txBox="1">
            <a:spLocks/>
          </p:cNvSpPr>
          <p:nvPr/>
        </p:nvSpPr>
        <p:spPr>
          <a:xfrm>
            <a:off x="457200" y="874514"/>
            <a:ext cx="8229600" cy="339447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bg1"/>
                </a:solidFill>
                <a:latin typeface="Century Gothic" panose="020B0502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Directionally compared to an isotropic antenna</a:t>
            </a:r>
          </a:p>
          <a:p>
            <a:r>
              <a:rPr lang="en-US" dirty="0"/>
              <a:t>Amplification (positive)</a:t>
            </a:r>
          </a:p>
          <a:p>
            <a:r>
              <a:rPr lang="en-US" dirty="0"/>
              <a:t>Dipole antenna gain = 2.15 </a:t>
            </a:r>
            <a:r>
              <a:rPr lang="en-US" dirty="0" err="1"/>
              <a:t>dBi</a:t>
            </a:r>
            <a:r>
              <a:rPr lang="en-US" dirty="0"/>
              <a:t> (%58 higher)</a:t>
            </a:r>
          </a:p>
          <a:p>
            <a:r>
              <a:rPr lang="en-US" dirty="0"/>
              <a:t>Parabolic Gain</a:t>
            </a:r>
          </a:p>
        </p:txBody>
      </p:sp>
      <p:pic>
        <p:nvPicPr>
          <p:cNvPr id="6" name="Picture 5" descr="A mathematical equation with numbers and symbols&#10;&#10;Description automatically generated">
            <a:extLst>
              <a:ext uri="{FF2B5EF4-FFF2-40B4-BE49-F238E27FC236}">
                <a16:creationId xmlns:a16="http://schemas.microsoft.com/office/drawing/2014/main" id="{3FC81387-A13D-AA93-571E-66C9E8A9B0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4268986"/>
            <a:ext cx="1168460" cy="596931"/>
          </a:xfrm>
          <a:prstGeom prst="rect">
            <a:avLst/>
          </a:prstGeom>
        </p:spPr>
      </p:pic>
      <p:pic>
        <p:nvPicPr>
          <p:cNvPr id="9" name="Picture 8" descr="A black text with black letters&#10;&#10;Description automatically generated with medium confidence">
            <a:extLst>
              <a:ext uri="{FF2B5EF4-FFF2-40B4-BE49-F238E27FC236}">
                <a16:creationId xmlns:a16="http://schemas.microsoft.com/office/drawing/2014/main" id="{3A0DB755-49D7-2C88-D941-A02B6695A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4345294"/>
            <a:ext cx="2959252" cy="43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14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aceX says all 60 Starlink satellites functioning so far - SpaceNews">
            <a:extLst>
              <a:ext uri="{FF2B5EF4-FFF2-40B4-BE49-F238E27FC236}">
                <a16:creationId xmlns:a16="http://schemas.microsoft.com/office/drawing/2014/main" id="{60738CF2-0621-8077-16A2-472894FE1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5095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C45104D-DA13-4B68-A011-B3837189057D}"/>
</file>

<file path=customXml/itemProps2.xml><?xml version="1.0" encoding="utf-8"?>
<ds:datastoreItem xmlns:ds="http://schemas.openxmlformats.org/officeDocument/2006/customXml" ds:itemID="{DA28FF1A-69F2-4B8C-9ADE-381AFE2AE0A7}"/>
</file>

<file path=customXml/itemProps3.xml><?xml version="1.0" encoding="utf-8"?>
<ds:datastoreItem xmlns:ds="http://schemas.openxmlformats.org/officeDocument/2006/customXml" ds:itemID="{8602D403-0461-4E87-AAAD-02CB4397C48F}"/>
</file>

<file path=docMetadata/LabelInfo.xml><?xml version="1.0" encoding="utf-8"?>
<clbl:labelList xmlns:clbl="http://schemas.microsoft.com/office/2020/mipLabelMetadata">
  <clbl:label id="{7ab80a06-f029-45c0-84d1-7dad19ce3c61}" enabled="0" method="" siteId="{7ab80a06-f029-45c0-84d1-7dad19ce3c6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2378</TotalTime>
  <Words>278</Words>
  <Application>Microsoft Office PowerPoint</Application>
  <PresentationFormat>On-screen Show (16:9)</PresentationFormat>
  <Paragraphs>78</Paragraphs>
  <Slides>21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Cambria Math</vt:lpstr>
      <vt:lpstr>Century Gothic</vt:lpstr>
      <vt:lpstr>Office Theme</vt:lpstr>
      <vt:lpstr>Communications</vt:lpstr>
      <vt:lpstr>What is Satellite Communication?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&amp; Data Handling Subsystem</dc:title>
  <dc:creator>David French</dc:creator>
  <cp:lastModifiedBy>Miller, Jonathan M Lt Col USSF USAFA DF/DFAS</cp:lastModifiedBy>
  <cp:revision>68</cp:revision>
  <dcterms:created xsi:type="dcterms:W3CDTF">2014-11-04T20:34:57Z</dcterms:created>
  <dcterms:modified xsi:type="dcterms:W3CDTF">2024-09-09T16:05:47Z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</Properties>
</file>