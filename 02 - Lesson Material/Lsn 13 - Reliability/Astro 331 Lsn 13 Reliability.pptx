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5"/>
  </p:notesMasterIdLst>
  <p:sldIdLst>
    <p:sldId id="256" r:id="rId5"/>
    <p:sldId id="270" r:id="rId6"/>
    <p:sldId id="261" r:id="rId7"/>
    <p:sldId id="271" r:id="rId8"/>
    <p:sldId id="272" r:id="rId9"/>
    <p:sldId id="273" r:id="rId10"/>
    <p:sldId id="262" r:id="rId11"/>
    <p:sldId id="264" r:id="rId12"/>
    <p:sldId id="265" r:id="rId13"/>
    <p:sldId id="275" r:id="rId14"/>
    <p:sldId id="315" r:id="rId15"/>
    <p:sldId id="318" r:id="rId16"/>
    <p:sldId id="321" r:id="rId17"/>
    <p:sldId id="338" r:id="rId18"/>
    <p:sldId id="314" r:id="rId19"/>
    <p:sldId id="323" r:id="rId20"/>
    <p:sldId id="335" r:id="rId21"/>
    <p:sldId id="336" r:id="rId22"/>
    <p:sldId id="337" r:id="rId23"/>
    <p:sldId id="316" r:id="rId24"/>
    <p:sldId id="325" r:id="rId25"/>
    <p:sldId id="326" r:id="rId26"/>
    <p:sldId id="327" r:id="rId27"/>
    <p:sldId id="304" r:id="rId28"/>
    <p:sldId id="328" r:id="rId29"/>
    <p:sldId id="305" r:id="rId30"/>
    <p:sldId id="317" r:id="rId31"/>
    <p:sldId id="333" r:id="rId32"/>
    <p:sldId id="330" r:id="rId33"/>
    <p:sldId id="334" r:id="rId34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22D11E-9B71-455B-B872-ECF5CACEFE10}" v="79" dt="2026-03-10T20:25:46.343"/>
    <p1510:client id="{F99722A9-9B90-4C71-AEFC-CB37F282E0A8}" v="529" dt="2026-03-11T03:09:30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71186" autoAdjust="0"/>
  </p:normalViewPr>
  <p:slideViewPr>
    <p:cSldViewPr snapToGrid="0">
      <p:cViewPr varScale="1">
        <p:scale>
          <a:sx n="67" d="100"/>
          <a:sy n="67" d="100"/>
        </p:scale>
        <p:origin x="202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undo custSel modSld sldOrd">
      <pc:chgData name="Harris, Wyatt J Lt Col USAF USAFA DF/DFAS" userId="768bfb95-c272-4014-8fa2-010c15306053" providerId="ADAL" clId="{E18DAD13-4A53-44B8-9F3F-46E167733190}" dt="2026-03-11T14:10:24.420" v="104" actId="6549"/>
      <pc:docMkLst>
        <pc:docMk/>
      </pc:docMkLst>
      <pc:sldChg chg="modSp mod">
        <pc:chgData name="Harris, Wyatt J Lt Col USAF USAFA DF/DFAS" userId="768bfb95-c272-4014-8fa2-010c15306053" providerId="ADAL" clId="{E18DAD13-4A53-44B8-9F3F-46E167733190}" dt="2026-03-11T14:10:24.420" v="104" actId="6549"/>
        <pc:sldMkLst>
          <pc:docMk/>
          <pc:sldMk cId="3188062351" sldId="256"/>
        </pc:sldMkLst>
        <pc:spChg chg="mod">
          <ac:chgData name="Harris, Wyatt J Lt Col USAF USAFA DF/DFAS" userId="768bfb95-c272-4014-8fa2-010c15306053" providerId="ADAL" clId="{E18DAD13-4A53-44B8-9F3F-46E167733190}" dt="2026-03-11T14:10:24.420" v="104" actId="6549"/>
          <ac:spMkLst>
            <pc:docMk/>
            <pc:sldMk cId="3188062351" sldId="256"/>
            <ac:spMk id="3" creationId="{1D63E707-3906-1580-6A39-D3696F120305}"/>
          </ac:spMkLst>
        </pc:spChg>
      </pc:sldChg>
      <pc:sldChg chg="addSp delSp modSp mod modShow">
        <pc:chgData name="Harris, Wyatt J Lt Col USAF USAFA DF/DFAS" userId="768bfb95-c272-4014-8fa2-010c15306053" providerId="ADAL" clId="{E18DAD13-4A53-44B8-9F3F-46E167733190}" dt="2026-03-11T14:10:17.442" v="103" actId="729"/>
        <pc:sldMkLst>
          <pc:docMk/>
          <pc:sldMk cId="2749082068" sldId="261"/>
        </pc:sldMkLst>
        <pc:spChg chg="add mod">
          <ac:chgData name="Harris, Wyatt J Lt Col USAF USAFA DF/DFAS" userId="768bfb95-c272-4014-8fa2-010c15306053" providerId="ADAL" clId="{E18DAD13-4A53-44B8-9F3F-46E167733190}" dt="2026-03-10T20:22:58.238" v="44" actId="403"/>
          <ac:spMkLst>
            <pc:docMk/>
            <pc:sldMk cId="2749082068" sldId="261"/>
            <ac:spMk id="4" creationId="{A00DED88-BCD6-6607-EBA3-579E7D1DDBE7}"/>
          </ac:spMkLst>
        </pc:spChg>
        <pc:spChg chg="add del mod">
          <ac:chgData name="Harris, Wyatt J Lt Col USAF USAFA DF/DFAS" userId="768bfb95-c272-4014-8fa2-010c15306053" providerId="ADAL" clId="{E18DAD13-4A53-44B8-9F3F-46E167733190}" dt="2026-03-10T20:22:23.178" v="40" actId="22"/>
          <ac:spMkLst>
            <pc:docMk/>
            <pc:sldMk cId="2749082068" sldId="261"/>
            <ac:spMk id="6" creationId="{1BED5E86-3EB8-2431-05E3-2CE53EE0A23A}"/>
          </ac:spMkLst>
        </pc:spChg>
        <pc:spChg chg="add mod">
          <ac:chgData name="Harris, Wyatt J Lt Col USAF USAFA DF/DFAS" userId="768bfb95-c272-4014-8fa2-010c15306053" providerId="ADAL" clId="{E18DAD13-4A53-44B8-9F3F-46E167733190}" dt="2026-03-10T20:22:54.070" v="43" actId="20577"/>
          <ac:spMkLst>
            <pc:docMk/>
            <pc:sldMk cId="2749082068" sldId="261"/>
            <ac:spMk id="7" creationId="{F39B21A6-7E05-A495-DE49-16459D94AB1E}"/>
          </ac:spMkLst>
        </pc:spChg>
        <pc:picChg chg="mod">
          <ac:chgData name="Harris, Wyatt J Lt Col USAF USAFA DF/DFAS" userId="768bfb95-c272-4014-8fa2-010c15306053" providerId="ADAL" clId="{E18DAD13-4A53-44B8-9F3F-46E167733190}" dt="2026-03-10T20:23:05.026" v="46" actId="1076"/>
          <ac:picMkLst>
            <pc:docMk/>
            <pc:sldMk cId="2749082068" sldId="261"/>
            <ac:picMk id="2" creationId="{00000000-0000-0000-0000-000000000000}"/>
          </ac:picMkLst>
        </pc:picChg>
      </pc:sldChg>
      <pc:sldChg chg="mod modShow">
        <pc:chgData name="Harris, Wyatt J Lt Col USAF USAFA DF/DFAS" userId="768bfb95-c272-4014-8fa2-010c15306053" providerId="ADAL" clId="{E18DAD13-4A53-44B8-9F3F-46E167733190}" dt="2026-03-11T14:10:17.442" v="103" actId="729"/>
        <pc:sldMkLst>
          <pc:docMk/>
          <pc:sldMk cId="3313437532" sldId="262"/>
        </pc:sldMkLst>
      </pc:sldChg>
      <pc:sldChg chg="mod modShow">
        <pc:chgData name="Harris, Wyatt J Lt Col USAF USAFA DF/DFAS" userId="768bfb95-c272-4014-8fa2-010c15306053" providerId="ADAL" clId="{E18DAD13-4A53-44B8-9F3F-46E167733190}" dt="2026-03-11T14:10:17.442" v="103" actId="729"/>
        <pc:sldMkLst>
          <pc:docMk/>
          <pc:sldMk cId="2697176966" sldId="264"/>
        </pc:sldMkLst>
      </pc:sldChg>
      <pc:sldChg chg="mod modShow">
        <pc:chgData name="Harris, Wyatt J Lt Col USAF USAFA DF/DFAS" userId="768bfb95-c272-4014-8fa2-010c15306053" providerId="ADAL" clId="{E18DAD13-4A53-44B8-9F3F-46E167733190}" dt="2026-03-11T14:10:17.442" v="103" actId="729"/>
        <pc:sldMkLst>
          <pc:docMk/>
          <pc:sldMk cId="3745458967" sldId="265"/>
        </pc:sldMkLst>
      </pc:sldChg>
      <pc:sldChg chg="mod modShow">
        <pc:chgData name="Harris, Wyatt J Lt Col USAF USAFA DF/DFAS" userId="768bfb95-c272-4014-8fa2-010c15306053" providerId="ADAL" clId="{E18DAD13-4A53-44B8-9F3F-46E167733190}" dt="2026-03-11T14:10:17.442" v="103" actId="729"/>
        <pc:sldMkLst>
          <pc:docMk/>
          <pc:sldMk cId="1689267888" sldId="270"/>
        </pc:sldMkLst>
      </pc:sldChg>
      <pc:sldChg chg="modSp mod ord">
        <pc:chgData name="Harris, Wyatt J Lt Col USAF USAFA DF/DFAS" userId="768bfb95-c272-4014-8fa2-010c15306053" providerId="ADAL" clId="{E18DAD13-4A53-44B8-9F3F-46E167733190}" dt="2026-03-10T20:23:12.269" v="48" actId="27636"/>
        <pc:sldMkLst>
          <pc:docMk/>
          <pc:sldMk cId="423496178" sldId="271"/>
        </pc:sldMkLst>
        <pc:spChg chg="mod">
          <ac:chgData name="Harris, Wyatt J Lt Col USAF USAFA DF/DFAS" userId="768bfb95-c272-4014-8fa2-010c15306053" providerId="ADAL" clId="{E18DAD13-4A53-44B8-9F3F-46E167733190}" dt="2026-03-10T20:22:14.838" v="36" actId="20577"/>
          <ac:spMkLst>
            <pc:docMk/>
            <pc:sldMk cId="423496178" sldId="271"/>
            <ac:spMk id="4" creationId="{00000000-0000-0000-0000-000000000000}"/>
          </ac:spMkLst>
        </pc:spChg>
        <pc:spChg chg="mod">
          <ac:chgData name="Harris, Wyatt J Lt Col USAF USAFA DF/DFAS" userId="768bfb95-c272-4014-8fa2-010c15306053" providerId="ADAL" clId="{E18DAD13-4A53-44B8-9F3F-46E167733190}" dt="2026-03-10T20:23:12.269" v="48" actId="27636"/>
          <ac:spMkLst>
            <pc:docMk/>
            <pc:sldMk cId="423496178" sldId="271"/>
            <ac:spMk id="5" creationId="{00000000-0000-0000-0000-000000000000}"/>
          </ac:spMkLst>
        </pc:spChg>
      </pc:sldChg>
      <pc:sldChg chg="modSp mod modAnim modShow">
        <pc:chgData name="Harris, Wyatt J Lt Col USAF USAFA DF/DFAS" userId="768bfb95-c272-4014-8fa2-010c15306053" providerId="ADAL" clId="{E18DAD13-4A53-44B8-9F3F-46E167733190}" dt="2026-03-11T14:10:17.442" v="103" actId="729"/>
        <pc:sldMkLst>
          <pc:docMk/>
          <pc:sldMk cId="2661848238" sldId="272"/>
        </pc:sldMkLst>
        <pc:spChg chg="mod">
          <ac:chgData name="Harris, Wyatt J Lt Col USAF USAFA DF/DFAS" userId="768bfb95-c272-4014-8fa2-010c15306053" providerId="ADAL" clId="{E18DAD13-4A53-44B8-9F3F-46E167733190}" dt="2026-03-10T20:24:54.788" v="90" actId="115"/>
          <ac:spMkLst>
            <pc:docMk/>
            <pc:sldMk cId="2661848238" sldId="272"/>
            <ac:spMk id="3" creationId="{00000000-0000-0000-0000-000000000000}"/>
          </ac:spMkLst>
        </pc:spChg>
      </pc:sldChg>
      <pc:sldChg chg="modSp mod modAnim modShow">
        <pc:chgData name="Harris, Wyatt J Lt Col USAF USAFA DF/DFAS" userId="768bfb95-c272-4014-8fa2-010c15306053" providerId="ADAL" clId="{E18DAD13-4A53-44B8-9F3F-46E167733190}" dt="2026-03-11T14:10:17.442" v="103" actId="729"/>
        <pc:sldMkLst>
          <pc:docMk/>
          <pc:sldMk cId="2616358260" sldId="273"/>
        </pc:sldMkLst>
        <pc:spChg chg="mod">
          <ac:chgData name="Harris, Wyatt J Lt Col USAF USAFA DF/DFAS" userId="768bfb95-c272-4014-8fa2-010c15306053" providerId="ADAL" clId="{E18DAD13-4A53-44B8-9F3F-46E167733190}" dt="2026-03-10T20:25:21.883" v="97" actId="27636"/>
          <ac:spMkLst>
            <pc:docMk/>
            <pc:sldMk cId="2616358260" sldId="273"/>
            <ac:spMk id="3" creationId="{00000000-0000-0000-0000-000000000000}"/>
          </ac:spMkLst>
        </pc:spChg>
      </pc:sldChg>
      <pc:sldChg chg="mod modShow">
        <pc:chgData name="Harris, Wyatt J Lt Col USAF USAFA DF/DFAS" userId="768bfb95-c272-4014-8fa2-010c15306053" providerId="ADAL" clId="{E18DAD13-4A53-44B8-9F3F-46E167733190}" dt="2026-03-11T14:10:17.442" v="103" actId="729"/>
        <pc:sldMkLst>
          <pc:docMk/>
          <pc:sldMk cId="302160629" sldId="275"/>
        </pc:sldMkLst>
      </pc:sldChg>
    </pc:docChg>
  </pc:docChgLst>
  <pc:docChgLst>
    <pc:chgData name="Harris, Wyatt J Lt Col USAF USAFA DF/DFAS" userId="768bfb95-c272-4014-8fa2-010c15306053" providerId="ADAL" clId="{95571437-1CDD-49A9-9F44-9267EE8F1204}"/>
    <pc:docChg chg="undo redo custSel addSld delSld modSld sldOrd modMainMaster">
      <pc:chgData name="Harris, Wyatt J Lt Col USAF USAFA DF/DFAS" userId="768bfb95-c272-4014-8fa2-010c15306053" providerId="ADAL" clId="{95571437-1CDD-49A9-9F44-9267EE8F1204}" dt="2026-03-11T03:10:05.154" v="940" actId="207"/>
      <pc:docMkLst>
        <pc:docMk/>
      </pc:docMkLst>
      <pc:sldChg chg="addSp delSp modSp mod addAnim delAnim modAnim">
        <pc:chgData name="Harris, Wyatt J Lt Col USAF USAFA DF/DFAS" userId="768bfb95-c272-4014-8fa2-010c15306053" providerId="ADAL" clId="{95571437-1CDD-49A9-9F44-9267EE8F1204}" dt="2026-03-11T03:03:23.534" v="864" actId="1076"/>
        <pc:sldMkLst>
          <pc:docMk/>
          <pc:sldMk cId="2749082068" sldId="261"/>
        </pc:sldMkLst>
        <pc:spChg chg="mod ord">
          <ac:chgData name="Harris, Wyatt J Lt Col USAF USAFA DF/DFAS" userId="768bfb95-c272-4014-8fa2-010c15306053" providerId="ADAL" clId="{95571437-1CDD-49A9-9F44-9267EE8F1204}" dt="2026-03-11T03:03:17.473" v="862" actId="20577"/>
          <ac:spMkLst>
            <pc:docMk/>
            <pc:sldMk cId="2749082068" sldId="261"/>
            <ac:spMk id="4" creationId="{A00DED88-BCD6-6607-EBA3-579E7D1DDBE7}"/>
          </ac:spMkLst>
        </pc:spChg>
        <pc:spChg chg="add del">
          <ac:chgData name="Harris, Wyatt J Lt Col USAF USAFA DF/DFAS" userId="768bfb95-c272-4014-8fa2-010c15306053" providerId="ADAL" clId="{95571437-1CDD-49A9-9F44-9267EE8F1204}" dt="2026-03-11T02:58:29.677" v="723" actId="22"/>
          <ac:spMkLst>
            <pc:docMk/>
            <pc:sldMk cId="2749082068" sldId="261"/>
            <ac:spMk id="5" creationId="{FE62F9D5-107E-47D4-E987-2B829074BF16}"/>
          </ac:spMkLst>
        </pc:spChg>
        <pc:picChg chg="mod modCrop">
          <ac:chgData name="Harris, Wyatt J Lt Col USAF USAFA DF/DFAS" userId="768bfb95-c272-4014-8fa2-010c15306053" providerId="ADAL" clId="{95571437-1CDD-49A9-9F44-9267EE8F1204}" dt="2026-03-11T03:03:23.534" v="864" actId="1076"/>
          <ac:picMkLst>
            <pc:docMk/>
            <pc:sldMk cId="2749082068" sldId="261"/>
            <ac:picMk id="2" creationId="{00000000-0000-0000-0000-000000000000}"/>
          </ac:picMkLst>
        </pc:picChg>
      </pc:sldChg>
      <pc:sldChg chg="addSp delSp modSp mod">
        <pc:chgData name="Harris, Wyatt J Lt Col USAF USAFA DF/DFAS" userId="768bfb95-c272-4014-8fa2-010c15306053" providerId="ADAL" clId="{95571437-1CDD-49A9-9F44-9267EE8F1204}" dt="2026-03-11T02:17:25.579" v="80" actId="208"/>
        <pc:sldMkLst>
          <pc:docMk/>
          <pc:sldMk cId="3313437532" sldId="262"/>
        </pc:sldMkLst>
        <pc:spChg chg="add mod">
          <ac:chgData name="Harris, Wyatt J Lt Col USAF USAFA DF/DFAS" userId="768bfb95-c272-4014-8fa2-010c15306053" providerId="ADAL" clId="{95571437-1CDD-49A9-9F44-9267EE8F1204}" dt="2026-03-11T02:17:25.579" v="80" actId="208"/>
          <ac:spMkLst>
            <pc:docMk/>
            <pc:sldMk cId="3313437532" sldId="262"/>
            <ac:spMk id="4" creationId="{CFA56A07-614C-5CEE-DE2C-456ADECFEEE4}"/>
          </ac:spMkLst>
        </pc:spChg>
        <pc:spChg chg="add mod">
          <ac:chgData name="Harris, Wyatt J Lt Col USAF USAFA DF/DFAS" userId="768bfb95-c272-4014-8fa2-010c15306053" providerId="ADAL" clId="{95571437-1CDD-49A9-9F44-9267EE8F1204}" dt="2026-03-11T02:16:47.634" v="77" actId="14100"/>
          <ac:spMkLst>
            <pc:docMk/>
            <pc:sldMk cId="3313437532" sldId="262"/>
            <ac:spMk id="6" creationId="{406E8A95-2945-C1AC-811D-7670C02B51F7}"/>
          </ac:spMkLst>
        </pc:spChg>
        <pc:picChg chg="mod">
          <ac:chgData name="Harris, Wyatt J Lt Col USAF USAFA DF/DFAS" userId="768bfb95-c272-4014-8fa2-010c15306053" providerId="ADAL" clId="{95571437-1CDD-49A9-9F44-9267EE8F1204}" dt="2026-03-11T02:15:48.905" v="43" actId="1076"/>
          <ac:picMkLst>
            <pc:docMk/>
            <pc:sldMk cId="3313437532" sldId="262"/>
            <ac:picMk id="2" creationId="{00000000-0000-0000-0000-000000000000}"/>
          </ac:picMkLst>
        </pc:picChg>
        <pc:picChg chg="del">
          <ac:chgData name="Harris, Wyatt J Lt Col USAF USAFA DF/DFAS" userId="768bfb95-c272-4014-8fa2-010c15306053" providerId="ADAL" clId="{95571437-1CDD-49A9-9F44-9267EE8F1204}" dt="2026-03-11T02:15:42.736" v="41" actId="478"/>
          <ac:picMkLst>
            <pc:docMk/>
            <pc:sldMk cId="3313437532" sldId="262"/>
            <ac:picMk id="3" creationId="{00000000-0000-0000-0000-000000000000}"/>
          </ac:picMkLst>
        </pc:picChg>
      </pc:sldChg>
      <pc:sldChg chg="del">
        <pc:chgData name="Harris, Wyatt J Lt Col USAF USAFA DF/DFAS" userId="768bfb95-c272-4014-8fa2-010c15306053" providerId="ADAL" clId="{95571437-1CDD-49A9-9F44-9267EE8F1204}" dt="2026-03-11T02:57:44.474" v="717" actId="47"/>
        <pc:sldMkLst>
          <pc:docMk/>
          <pc:sldMk cId="2638917162" sldId="263"/>
        </pc:sldMkLst>
      </pc:sldChg>
      <pc:sldChg chg="addSp modSp mod modAnim">
        <pc:chgData name="Harris, Wyatt J Lt Col USAF USAFA DF/DFAS" userId="768bfb95-c272-4014-8fa2-010c15306053" providerId="ADAL" clId="{95571437-1CDD-49A9-9F44-9267EE8F1204}" dt="2026-03-11T03:07:12.558" v="911" actId="1076"/>
        <pc:sldMkLst>
          <pc:docMk/>
          <pc:sldMk cId="3745458967" sldId="265"/>
        </pc:sldMkLst>
        <pc:spChg chg="add mod">
          <ac:chgData name="Harris, Wyatt J Lt Col USAF USAFA DF/DFAS" userId="768bfb95-c272-4014-8fa2-010c15306053" providerId="ADAL" clId="{95571437-1CDD-49A9-9F44-9267EE8F1204}" dt="2026-03-11T03:07:12.558" v="911" actId="1076"/>
          <ac:spMkLst>
            <pc:docMk/>
            <pc:sldMk cId="3745458967" sldId="265"/>
            <ac:spMk id="4" creationId="{64F787C5-0A9F-9C27-267F-7FDF31E40EB8}"/>
          </ac:spMkLst>
        </pc:spChg>
        <pc:picChg chg="mod modCrop">
          <ac:chgData name="Harris, Wyatt J Lt Col USAF USAFA DF/DFAS" userId="768bfb95-c272-4014-8fa2-010c15306053" providerId="ADAL" clId="{95571437-1CDD-49A9-9F44-9267EE8F1204}" dt="2026-03-11T03:07:09.952" v="910" actId="1076"/>
          <ac:picMkLst>
            <pc:docMk/>
            <pc:sldMk cId="3745458967" sldId="265"/>
            <ac:picMk id="2" creationId="{00000000-0000-0000-0000-000000000000}"/>
          </ac:picMkLst>
        </pc:picChg>
      </pc:sldChg>
      <pc:sldChg chg="modSp mod modAnim modShow">
        <pc:chgData name="Harris, Wyatt J Lt Col USAF USAFA DF/DFAS" userId="768bfb95-c272-4014-8fa2-010c15306053" providerId="ADAL" clId="{95571437-1CDD-49A9-9F44-9267EE8F1204}" dt="2026-03-11T02:59:59.370" v="758" actId="729"/>
        <pc:sldMkLst>
          <pc:docMk/>
          <pc:sldMk cId="423496178" sldId="271"/>
        </pc:sldMkLst>
        <pc:spChg chg="mod">
          <ac:chgData name="Harris, Wyatt J Lt Col USAF USAFA DF/DFAS" userId="768bfb95-c272-4014-8fa2-010c15306053" providerId="ADAL" clId="{95571437-1CDD-49A9-9F44-9267EE8F1204}" dt="2026-03-11T02:22:28.066" v="145" actId="403"/>
          <ac:spMkLst>
            <pc:docMk/>
            <pc:sldMk cId="423496178" sldId="271"/>
            <ac:spMk id="5" creationId="{00000000-0000-0000-0000-000000000000}"/>
          </ac:spMkLst>
        </pc:spChg>
      </pc:sldChg>
      <pc:sldChg chg="modSp mod modAnim">
        <pc:chgData name="Harris, Wyatt J Lt Col USAF USAFA DF/DFAS" userId="768bfb95-c272-4014-8fa2-010c15306053" providerId="ADAL" clId="{95571437-1CDD-49A9-9F44-9267EE8F1204}" dt="2026-03-11T02:23:24.492" v="159" actId="20577"/>
        <pc:sldMkLst>
          <pc:docMk/>
          <pc:sldMk cId="2661848238" sldId="272"/>
        </pc:sldMkLst>
        <pc:spChg chg="mod">
          <ac:chgData name="Harris, Wyatt J Lt Col USAF USAFA DF/DFAS" userId="768bfb95-c272-4014-8fa2-010c15306053" providerId="ADAL" clId="{95571437-1CDD-49A9-9F44-9267EE8F1204}" dt="2026-03-11T02:23:24.492" v="159" actId="20577"/>
          <ac:spMkLst>
            <pc:docMk/>
            <pc:sldMk cId="2661848238" sldId="272"/>
            <ac:spMk id="3" creationId="{00000000-0000-0000-0000-000000000000}"/>
          </ac:spMkLst>
        </pc:spChg>
      </pc:sldChg>
      <pc:sldChg chg="modSp mod modAnim">
        <pc:chgData name="Harris, Wyatt J Lt Col USAF USAFA DF/DFAS" userId="768bfb95-c272-4014-8fa2-010c15306053" providerId="ADAL" clId="{95571437-1CDD-49A9-9F44-9267EE8F1204}" dt="2026-03-11T02:17:18.136" v="79" actId="20577"/>
        <pc:sldMkLst>
          <pc:docMk/>
          <pc:sldMk cId="2616358260" sldId="273"/>
        </pc:sldMkLst>
        <pc:spChg chg="mod">
          <ac:chgData name="Harris, Wyatt J Lt Col USAF USAFA DF/DFAS" userId="768bfb95-c272-4014-8fa2-010c15306053" providerId="ADAL" clId="{95571437-1CDD-49A9-9F44-9267EE8F1204}" dt="2026-03-11T02:17:18.136" v="79" actId="20577"/>
          <ac:spMkLst>
            <pc:docMk/>
            <pc:sldMk cId="2616358260" sldId="273"/>
            <ac:spMk id="3" creationId="{00000000-0000-0000-0000-000000000000}"/>
          </ac:spMkLst>
        </pc:spChg>
      </pc:sldChg>
      <pc:sldChg chg="modSp del">
        <pc:chgData name="Harris, Wyatt J Lt Col USAF USAFA DF/DFAS" userId="768bfb95-c272-4014-8fa2-010c15306053" providerId="ADAL" clId="{95571437-1CDD-49A9-9F44-9267EE8F1204}" dt="2026-03-11T02:21:15.821" v="123" actId="47"/>
        <pc:sldMkLst>
          <pc:docMk/>
          <pc:sldMk cId="3647934645" sldId="274"/>
        </pc:sldMkLst>
        <pc:spChg chg="mod">
          <ac:chgData name="Harris, Wyatt J Lt Col USAF USAFA DF/DFAS" userId="768bfb95-c272-4014-8fa2-010c15306053" providerId="ADAL" clId="{95571437-1CDD-49A9-9F44-9267EE8F1204}" dt="2026-03-11T02:17:58.219" v="81" actId="20577"/>
          <ac:spMkLst>
            <pc:docMk/>
            <pc:sldMk cId="3647934645" sldId="274"/>
            <ac:spMk id="3" creationId="{00000000-0000-0000-0000-000000000000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3-11T02:53:04.622" v="705" actId="115"/>
        <pc:sldMkLst>
          <pc:docMk/>
          <pc:sldMk cId="38041508" sldId="304"/>
        </pc:sldMkLst>
        <pc:spChg chg="mod">
          <ac:chgData name="Harris, Wyatt J Lt Col USAF USAFA DF/DFAS" userId="768bfb95-c272-4014-8fa2-010c15306053" providerId="ADAL" clId="{95571437-1CDD-49A9-9F44-9267EE8F1204}" dt="2026-03-11T02:53:04.622" v="705" actId="115"/>
          <ac:spMkLst>
            <pc:docMk/>
            <pc:sldMk cId="38041508" sldId="304"/>
            <ac:spMk id="2" creationId="{3F7E48B6-EB2E-508E-DA16-0C4F54D1296C}"/>
          </ac:spMkLst>
        </pc:spChg>
      </pc:sldChg>
      <pc:sldChg chg="addSp modSp del mod">
        <pc:chgData name="Harris, Wyatt J Lt Col USAF USAFA DF/DFAS" userId="768bfb95-c272-4014-8fa2-010c15306053" providerId="ADAL" clId="{95571437-1CDD-49A9-9F44-9267EE8F1204}" dt="2026-03-11T02:39:35.061" v="453" actId="47"/>
        <pc:sldMkLst>
          <pc:docMk/>
          <pc:sldMk cId="2322942508" sldId="313"/>
        </pc:sldMkLst>
        <pc:spChg chg="mod">
          <ac:chgData name="Harris, Wyatt J Lt Col USAF USAFA DF/DFAS" userId="768bfb95-c272-4014-8fa2-010c15306053" providerId="ADAL" clId="{95571437-1CDD-49A9-9F44-9267EE8F1204}" dt="2026-03-11T02:37:52.823" v="410" actId="164"/>
          <ac:spMkLst>
            <pc:docMk/>
            <pc:sldMk cId="2322942508" sldId="313"/>
            <ac:spMk id="3" creationId="{C1F16703-C7A3-56CF-7CA5-79AAD6A2E55B}"/>
          </ac:spMkLst>
        </pc:spChg>
        <pc:grpChg chg="add mod">
          <ac:chgData name="Harris, Wyatt J Lt Col USAF USAFA DF/DFAS" userId="768bfb95-c272-4014-8fa2-010c15306053" providerId="ADAL" clId="{95571437-1CDD-49A9-9F44-9267EE8F1204}" dt="2026-03-11T02:39:01.268" v="441" actId="1076"/>
          <ac:grpSpMkLst>
            <pc:docMk/>
            <pc:sldMk cId="2322942508" sldId="313"/>
            <ac:grpSpMk id="5" creationId="{22BED13F-9D4A-853F-4065-3BE10D87A74A}"/>
          </ac:grpSpMkLst>
        </pc:grpChg>
        <pc:picChg chg="mod">
          <ac:chgData name="Harris, Wyatt J Lt Col USAF USAFA DF/DFAS" userId="768bfb95-c272-4014-8fa2-010c15306053" providerId="ADAL" clId="{95571437-1CDD-49A9-9F44-9267EE8F1204}" dt="2026-03-11T02:37:52.823" v="410" actId="164"/>
          <ac:picMkLst>
            <pc:docMk/>
            <pc:sldMk cId="2322942508" sldId="313"/>
            <ac:picMk id="4" creationId="{00000000-0000-0000-0000-000000000000}"/>
          </ac:picMkLst>
        </pc:picChg>
      </pc:sldChg>
      <pc:sldChg chg="addSp delSp modSp mod">
        <pc:chgData name="Harris, Wyatt J Lt Col USAF USAFA DF/DFAS" userId="768bfb95-c272-4014-8fa2-010c15306053" providerId="ADAL" clId="{95571437-1CDD-49A9-9F44-9267EE8F1204}" dt="2026-03-11T03:08:54.494" v="918" actId="1076"/>
        <pc:sldMkLst>
          <pc:docMk/>
          <pc:sldMk cId="1337560760" sldId="314"/>
        </pc:sldMkLst>
        <pc:spChg chg="mod">
          <ac:chgData name="Harris, Wyatt J Lt Col USAF USAFA DF/DFAS" userId="768bfb95-c272-4014-8fa2-010c15306053" providerId="ADAL" clId="{95571437-1CDD-49A9-9F44-9267EE8F1204}" dt="2026-03-11T02:48:58.834" v="620" actId="207"/>
          <ac:spMkLst>
            <pc:docMk/>
            <pc:sldMk cId="1337560760" sldId="314"/>
            <ac:spMk id="4" creationId="{00000000-0000-0000-0000-000000000000}"/>
          </ac:spMkLst>
        </pc:spChg>
        <pc:spChg chg="add del mod">
          <ac:chgData name="Harris, Wyatt J Lt Col USAF USAFA DF/DFAS" userId="768bfb95-c272-4014-8fa2-010c15306053" providerId="ADAL" clId="{95571437-1CDD-49A9-9F44-9267EE8F1204}" dt="2026-03-11T02:44:15.268" v="571" actId="478"/>
          <ac:spMkLst>
            <pc:docMk/>
            <pc:sldMk cId="1337560760" sldId="314"/>
            <ac:spMk id="5" creationId="{65B435E2-CEA4-2315-9864-0E6735CCE2A7}"/>
          </ac:spMkLst>
        </pc:spChg>
        <pc:spChg chg="add mod">
          <ac:chgData name="Harris, Wyatt J Lt Col USAF USAFA DF/DFAS" userId="768bfb95-c272-4014-8fa2-010c15306053" providerId="ADAL" clId="{95571437-1CDD-49A9-9F44-9267EE8F1204}" dt="2026-03-11T03:08:54.494" v="918" actId="1076"/>
          <ac:spMkLst>
            <pc:docMk/>
            <pc:sldMk cId="1337560760" sldId="314"/>
            <ac:spMk id="6" creationId="{CD908AAD-0143-FAA8-35C5-EC47B538D436}"/>
          </ac:spMkLst>
        </pc:spChg>
        <pc:spChg chg="mod">
          <ac:chgData name="Harris, Wyatt J Lt Col USAF USAFA DF/DFAS" userId="768bfb95-c272-4014-8fa2-010c15306053" providerId="ADAL" clId="{95571437-1CDD-49A9-9F44-9267EE8F1204}" dt="2026-03-11T03:08:51.639" v="917" actId="1076"/>
          <ac:spMkLst>
            <pc:docMk/>
            <pc:sldMk cId="1337560760" sldId="314"/>
            <ac:spMk id="9" creationId="{EEE45CCE-2CC6-82F6-9687-FE98A028D2F4}"/>
          </ac:spMkLst>
        </pc:spChg>
        <pc:picChg chg="mod">
          <ac:chgData name="Harris, Wyatt J Lt Col USAF USAFA DF/DFAS" userId="768bfb95-c272-4014-8fa2-010c15306053" providerId="ADAL" clId="{95571437-1CDD-49A9-9F44-9267EE8F1204}" dt="2026-03-11T03:08:51.639" v="917" actId="1076"/>
          <ac:picMkLst>
            <pc:docMk/>
            <pc:sldMk cId="1337560760" sldId="314"/>
            <ac:picMk id="2" creationId="{00000000-0000-0000-0000-000000000000}"/>
          </ac:picMkLst>
        </pc:picChg>
        <pc:cxnChg chg="mod">
          <ac:chgData name="Harris, Wyatt J Lt Col USAF USAFA DF/DFAS" userId="768bfb95-c272-4014-8fa2-010c15306053" providerId="ADAL" clId="{95571437-1CDD-49A9-9F44-9267EE8F1204}" dt="2026-03-11T03:08:51.639" v="917" actId="1076"/>
          <ac:cxnSpMkLst>
            <pc:docMk/>
            <pc:sldMk cId="1337560760" sldId="314"/>
            <ac:cxnSpMk id="8" creationId="{9A88E4BC-AA15-C8F8-2BCF-8EF6617BB16E}"/>
          </ac:cxnSpMkLst>
        </pc:cxnChg>
      </pc:sldChg>
      <pc:sldChg chg="addSp modSp mod ord modAnim">
        <pc:chgData name="Harris, Wyatt J Lt Col USAF USAFA DF/DFAS" userId="768bfb95-c272-4014-8fa2-010c15306053" providerId="ADAL" clId="{95571437-1CDD-49A9-9F44-9267EE8F1204}" dt="2026-03-11T02:48:11.691" v="616"/>
        <pc:sldMkLst>
          <pc:docMk/>
          <pc:sldMk cId="2920113627" sldId="315"/>
        </pc:sldMkLst>
        <pc:spChg chg="mod">
          <ac:chgData name="Harris, Wyatt J Lt Col USAF USAFA DF/DFAS" userId="768bfb95-c272-4014-8fa2-010c15306053" providerId="ADAL" clId="{95571437-1CDD-49A9-9F44-9267EE8F1204}" dt="2026-03-11T02:47:57.200" v="614" actId="6549"/>
          <ac:spMkLst>
            <pc:docMk/>
            <pc:sldMk cId="2920113627" sldId="315"/>
            <ac:spMk id="2" creationId="{00000000-0000-0000-0000-000000000000}"/>
          </ac:spMkLst>
        </pc:spChg>
        <pc:spChg chg="add mod">
          <ac:chgData name="Harris, Wyatt J Lt Col USAF USAFA DF/DFAS" userId="768bfb95-c272-4014-8fa2-010c15306053" providerId="ADAL" clId="{95571437-1CDD-49A9-9F44-9267EE8F1204}" dt="2026-03-11T02:46:25.167" v="603" actId="1076"/>
          <ac:spMkLst>
            <pc:docMk/>
            <pc:sldMk cId="2920113627" sldId="315"/>
            <ac:spMk id="4" creationId="{00000000-0000-0000-0000-000000000000}"/>
          </ac:spMkLst>
        </pc:spChg>
        <pc:picChg chg="mod">
          <ac:chgData name="Harris, Wyatt J Lt Col USAF USAFA DF/DFAS" userId="768bfb95-c272-4014-8fa2-010c15306053" providerId="ADAL" clId="{95571437-1CDD-49A9-9F44-9267EE8F1204}" dt="2026-03-11T02:46:42.559" v="608" actId="1035"/>
          <ac:picMkLst>
            <pc:docMk/>
            <pc:sldMk cId="2920113627" sldId="315"/>
            <ac:picMk id="3" creationId="{00000000-0000-0000-0000-000000000000}"/>
          </ac:picMkLst>
        </pc:picChg>
      </pc:sldChg>
      <pc:sldChg chg="addSp modSp ord">
        <pc:chgData name="Harris, Wyatt J Lt Col USAF USAFA DF/DFAS" userId="768bfb95-c272-4014-8fa2-010c15306053" providerId="ADAL" clId="{95571437-1CDD-49A9-9F44-9267EE8F1204}" dt="2026-03-11T02:28:31.091" v="195" actId="20578"/>
        <pc:sldMkLst>
          <pc:docMk/>
          <pc:sldMk cId="2457070278" sldId="316"/>
        </pc:sldMkLst>
        <pc:picChg chg="add mod">
          <ac:chgData name="Harris, Wyatt J Lt Col USAF USAFA DF/DFAS" userId="768bfb95-c272-4014-8fa2-010c15306053" providerId="ADAL" clId="{95571437-1CDD-49A9-9F44-9267EE8F1204}" dt="2026-03-11T02:28:24.644" v="192"/>
          <ac:picMkLst>
            <pc:docMk/>
            <pc:sldMk cId="2457070278" sldId="316"/>
            <ac:picMk id="4" creationId="{F89006F6-830A-6B78-E7E4-C11205050E42}"/>
          </ac:picMkLst>
        </pc:picChg>
      </pc:sldChg>
      <pc:sldChg chg="modSp mod modAnim modNotesTx">
        <pc:chgData name="Harris, Wyatt J Lt Col USAF USAFA DF/DFAS" userId="768bfb95-c272-4014-8fa2-010c15306053" providerId="ADAL" clId="{95571437-1CDD-49A9-9F44-9267EE8F1204}" dt="2026-03-11T03:08:25.117" v="913" actId="113"/>
        <pc:sldMkLst>
          <pc:docMk/>
          <pc:sldMk cId="3946978539" sldId="318"/>
        </pc:sldMkLst>
        <pc:spChg chg="mod">
          <ac:chgData name="Harris, Wyatt J Lt Col USAF USAFA DF/DFAS" userId="768bfb95-c272-4014-8fa2-010c15306053" providerId="ADAL" clId="{95571437-1CDD-49A9-9F44-9267EE8F1204}" dt="2026-03-11T02:25:49.026" v="163" actId="403"/>
          <ac:spMkLst>
            <pc:docMk/>
            <pc:sldMk cId="3946978539" sldId="318"/>
            <ac:spMk id="2" creationId="{00000000-0000-0000-0000-000000000000}"/>
          </ac:spMkLst>
        </pc:spChg>
        <pc:spChg chg="mod">
          <ac:chgData name="Harris, Wyatt J Lt Col USAF USAFA DF/DFAS" userId="768bfb95-c272-4014-8fa2-010c15306053" providerId="ADAL" clId="{95571437-1CDD-49A9-9F44-9267EE8F1204}" dt="2026-03-11T03:08:25.117" v="913" actId="113"/>
          <ac:spMkLst>
            <pc:docMk/>
            <pc:sldMk cId="3946978539" sldId="318"/>
            <ac:spMk id="3" creationId="{00000000-0000-0000-0000-000000000000}"/>
          </ac:spMkLst>
        </pc:spChg>
      </pc:sldChg>
      <pc:sldChg chg="del">
        <pc:chgData name="Harris, Wyatt J Lt Col USAF USAFA DF/DFAS" userId="768bfb95-c272-4014-8fa2-010c15306053" providerId="ADAL" clId="{95571437-1CDD-49A9-9F44-9267EE8F1204}" dt="2026-03-11T02:39:38.982" v="455" actId="47"/>
        <pc:sldMkLst>
          <pc:docMk/>
          <pc:sldMk cId="863546871" sldId="319"/>
        </pc:sldMkLst>
      </pc:sldChg>
      <pc:sldChg chg="del">
        <pc:chgData name="Harris, Wyatt J Lt Col USAF USAFA DF/DFAS" userId="768bfb95-c272-4014-8fa2-010c15306053" providerId="ADAL" clId="{95571437-1CDD-49A9-9F44-9267EE8F1204}" dt="2026-03-11T02:39:36.762" v="454" actId="47"/>
        <pc:sldMkLst>
          <pc:docMk/>
          <pc:sldMk cId="2716324475" sldId="320"/>
        </pc:sldMkLst>
      </pc:sldChg>
      <pc:sldChg chg="addSp delSp modSp mod modAnim">
        <pc:chgData name="Harris, Wyatt J Lt Col USAF USAFA DF/DFAS" userId="768bfb95-c272-4014-8fa2-010c15306053" providerId="ADAL" clId="{95571437-1CDD-49A9-9F44-9267EE8F1204}" dt="2026-03-11T03:08:35.014" v="914" actId="20577"/>
        <pc:sldMkLst>
          <pc:docMk/>
          <pc:sldMk cId="3706346248" sldId="321"/>
        </pc:sldMkLst>
        <pc:spChg chg="mod">
          <ac:chgData name="Harris, Wyatt J Lt Col USAF USAFA DF/DFAS" userId="768bfb95-c272-4014-8fa2-010c15306053" providerId="ADAL" clId="{95571437-1CDD-49A9-9F44-9267EE8F1204}" dt="2026-03-11T02:57:17.991" v="716" actId="403"/>
          <ac:spMkLst>
            <pc:docMk/>
            <pc:sldMk cId="3706346248" sldId="321"/>
            <ac:spMk id="2" creationId="{00000000-0000-0000-0000-000000000000}"/>
          </ac:spMkLst>
        </pc:spChg>
        <pc:spChg chg="mod">
          <ac:chgData name="Harris, Wyatt J Lt Col USAF USAFA DF/DFAS" userId="768bfb95-c272-4014-8fa2-010c15306053" providerId="ADAL" clId="{95571437-1CDD-49A9-9F44-9267EE8F1204}" dt="2026-03-11T03:08:35.014" v="914" actId="20577"/>
          <ac:spMkLst>
            <pc:docMk/>
            <pc:sldMk cId="3706346248" sldId="321"/>
            <ac:spMk id="3" creationId="{00000000-0000-0000-0000-000000000000}"/>
          </ac:spMkLst>
        </pc:spChg>
        <pc:spChg chg="mod">
          <ac:chgData name="Harris, Wyatt J Lt Col USAF USAFA DF/DFAS" userId="768bfb95-c272-4014-8fa2-010c15306053" providerId="ADAL" clId="{95571437-1CDD-49A9-9F44-9267EE8F1204}" dt="2026-03-11T02:39:25.271" v="452" actId="1076"/>
          <ac:spMkLst>
            <pc:docMk/>
            <pc:sldMk cId="3706346248" sldId="321"/>
            <ac:spMk id="7" creationId="{10780996-E0D0-F703-2601-4A58E0D8F152}"/>
          </ac:spMkLst>
        </pc:spChg>
        <pc:grpChg chg="add del mod ord">
          <ac:chgData name="Harris, Wyatt J Lt Col USAF USAFA DF/DFAS" userId="768bfb95-c272-4014-8fa2-010c15306053" providerId="ADAL" clId="{95571437-1CDD-49A9-9F44-9267EE8F1204}" dt="2026-03-11T02:40:55.092" v="464" actId="21"/>
          <ac:grpSpMkLst>
            <pc:docMk/>
            <pc:sldMk cId="3706346248" sldId="321"/>
            <ac:grpSpMk id="5" creationId="{8F31302C-A150-E8DA-7C1D-2BE8B5466FDA}"/>
          </ac:grpSpMkLst>
        </pc:grpChg>
        <pc:picChg chg="add del mod ord">
          <ac:chgData name="Harris, Wyatt J Lt Col USAF USAFA DF/DFAS" userId="768bfb95-c272-4014-8fa2-010c15306053" providerId="ADAL" clId="{95571437-1CDD-49A9-9F44-9267EE8F1204}" dt="2026-03-11T02:39:04.496" v="442" actId="478"/>
          <ac:picMkLst>
            <pc:docMk/>
            <pc:sldMk cId="3706346248" sldId="321"/>
            <ac:picMk id="4" creationId="{6F5829D1-B694-6FA0-FA8B-5C8321706248}"/>
          </ac:picMkLst>
        </pc:picChg>
        <pc:picChg chg="mod">
          <ac:chgData name="Harris, Wyatt J Lt Col USAF USAFA DF/DFAS" userId="768bfb95-c272-4014-8fa2-010c15306053" providerId="ADAL" clId="{95571437-1CDD-49A9-9F44-9267EE8F1204}" dt="2026-03-11T02:39:04.743" v="443"/>
          <ac:picMkLst>
            <pc:docMk/>
            <pc:sldMk cId="3706346248" sldId="321"/>
            <ac:picMk id="6" creationId="{166C94D2-79D2-08F4-6E77-092789912977}"/>
          </ac:picMkLst>
        </pc:picChg>
      </pc:sldChg>
      <pc:sldChg chg="addSp delSp modSp del mod delAnim">
        <pc:chgData name="Harris, Wyatt J Lt Col USAF USAFA DF/DFAS" userId="768bfb95-c272-4014-8fa2-010c15306053" providerId="ADAL" clId="{95571437-1CDD-49A9-9F44-9267EE8F1204}" dt="2026-03-11T02:46:59.848" v="609" actId="47"/>
        <pc:sldMkLst>
          <pc:docMk/>
          <pc:sldMk cId="2881323965" sldId="322"/>
        </pc:sldMkLst>
        <pc:spChg chg="del mod">
          <ac:chgData name="Harris, Wyatt J Lt Col USAF USAFA DF/DFAS" userId="768bfb95-c272-4014-8fa2-010c15306053" providerId="ADAL" clId="{95571437-1CDD-49A9-9F44-9267EE8F1204}" dt="2026-03-11T02:45:46.571" v="589" actId="21"/>
          <ac:spMkLst>
            <pc:docMk/>
            <pc:sldMk cId="2881323965" sldId="322"/>
            <ac:spMk id="3" creationId="{00000000-0000-0000-0000-000000000000}"/>
          </ac:spMkLst>
        </pc:spChg>
        <pc:spChg chg="add mod">
          <ac:chgData name="Harris, Wyatt J Lt Col USAF USAFA DF/DFAS" userId="768bfb95-c272-4014-8fa2-010c15306053" providerId="ADAL" clId="{95571437-1CDD-49A9-9F44-9267EE8F1204}" dt="2026-03-11T02:45:46.571" v="589" actId="21"/>
          <ac:spMkLst>
            <pc:docMk/>
            <pc:sldMk cId="2881323965" sldId="322"/>
            <ac:spMk id="5" creationId="{8364B9B9-109C-242D-B8F0-E3B839DF007D}"/>
          </ac:spMkLst>
        </pc:spChg>
      </pc:sldChg>
      <pc:sldChg chg="modSp mod modAnim">
        <pc:chgData name="Harris, Wyatt J Lt Col USAF USAFA DF/DFAS" userId="768bfb95-c272-4014-8fa2-010c15306053" providerId="ADAL" clId="{95571437-1CDD-49A9-9F44-9267EE8F1204}" dt="2026-03-11T03:09:30.532" v="939" actId="404"/>
        <pc:sldMkLst>
          <pc:docMk/>
          <pc:sldMk cId="3591313540" sldId="323"/>
        </pc:sldMkLst>
        <pc:spChg chg="mod">
          <ac:chgData name="Harris, Wyatt J Lt Col USAF USAFA DF/DFAS" userId="768bfb95-c272-4014-8fa2-010c15306053" providerId="ADAL" clId="{95571437-1CDD-49A9-9F44-9267EE8F1204}" dt="2026-03-11T02:51:04.382" v="659" actId="115"/>
          <ac:spMkLst>
            <pc:docMk/>
            <pc:sldMk cId="3591313540" sldId="323"/>
            <ac:spMk id="2" creationId="{00000000-0000-0000-0000-000000000000}"/>
          </ac:spMkLst>
        </pc:spChg>
        <pc:spChg chg="mod">
          <ac:chgData name="Harris, Wyatt J Lt Col USAF USAFA DF/DFAS" userId="768bfb95-c272-4014-8fa2-010c15306053" providerId="ADAL" clId="{95571437-1CDD-49A9-9F44-9267EE8F1204}" dt="2026-03-11T03:09:30.532" v="939" actId="404"/>
          <ac:spMkLst>
            <pc:docMk/>
            <pc:sldMk cId="3591313540" sldId="323"/>
            <ac:spMk id="3" creationId="{00000000-0000-0000-0000-000000000000}"/>
          </ac:spMkLst>
        </pc:spChg>
      </pc:sldChg>
      <pc:sldChg chg="del">
        <pc:chgData name="Harris, Wyatt J Lt Col USAF USAFA DF/DFAS" userId="768bfb95-c272-4014-8fa2-010c15306053" providerId="ADAL" clId="{95571437-1CDD-49A9-9F44-9267EE8F1204}" dt="2026-03-11T02:27:30.246" v="185" actId="47"/>
        <pc:sldMkLst>
          <pc:docMk/>
          <pc:sldMk cId="3397574193" sldId="324"/>
        </pc:sldMkLst>
      </pc:sldChg>
      <pc:sldChg chg="modSp mod">
        <pc:chgData name="Harris, Wyatt J Lt Col USAF USAFA DF/DFAS" userId="768bfb95-c272-4014-8fa2-010c15306053" providerId="ADAL" clId="{95571437-1CDD-49A9-9F44-9267EE8F1204}" dt="2026-03-11T03:10:05.154" v="940" actId="207"/>
        <pc:sldMkLst>
          <pc:docMk/>
          <pc:sldMk cId="4291096484" sldId="325"/>
        </pc:sldMkLst>
        <pc:spChg chg="mod">
          <ac:chgData name="Harris, Wyatt J Lt Col USAF USAFA DF/DFAS" userId="768bfb95-c272-4014-8fa2-010c15306053" providerId="ADAL" clId="{95571437-1CDD-49A9-9F44-9267EE8F1204}" dt="2026-03-11T03:10:05.154" v="940" actId="207"/>
          <ac:spMkLst>
            <pc:docMk/>
            <pc:sldMk cId="4291096484" sldId="325"/>
            <ac:spMk id="3" creationId="{00000000-0000-0000-0000-000000000000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3-11T02:53:08.168" v="706" actId="115"/>
        <pc:sldMkLst>
          <pc:docMk/>
          <pc:sldMk cId="110785869" sldId="328"/>
        </pc:sldMkLst>
        <pc:spChg chg="mod">
          <ac:chgData name="Harris, Wyatt J Lt Col USAF USAFA DF/DFAS" userId="768bfb95-c272-4014-8fa2-010c15306053" providerId="ADAL" clId="{95571437-1CDD-49A9-9F44-9267EE8F1204}" dt="2026-03-11T02:53:08.168" v="706" actId="115"/>
          <ac:spMkLst>
            <pc:docMk/>
            <pc:sldMk cId="110785869" sldId="328"/>
            <ac:spMk id="2" creationId="{00000000-0000-0000-0000-000000000000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3-11T02:53:25.163" v="707" actId="113"/>
        <pc:sldMkLst>
          <pc:docMk/>
          <pc:sldMk cId="1341307565" sldId="333"/>
        </pc:sldMkLst>
        <pc:spChg chg="mod">
          <ac:chgData name="Harris, Wyatt J Lt Col USAF USAFA DF/DFAS" userId="768bfb95-c272-4014-8fa2-010c15306053" providerId="ADAL" clId="{95571437-1CDD-49A9-9F44-9267EE8F1204}" dt="2026-03-11T02:53:25.163" v="707" actId="113"/>
          <ac:spMkLst>
            <pc:docMk/>
            <pc:sldMk cId="1341307565" sldId="333"/>
            <ac:spMk id="3" creationId="{00000000-0000-0000-0000-000000000000}"/>
          </ac:spMkLst>
        </pc:spChg>
      </pc:sldChg>
      <pc:sldChg chg="addSp delSp modSp new mod">
        <pc:chgData name="Harris, Wyatt J Lt Col USAF USAFA DF/DFAS" userId="768bfb95-c272-4014-8fa2-010c15306053" providerId="ADAL" clId="{95571437-1CDD-49A9-9F44-9267EE8F1204}" dt="2026-03-11T02:48:51.833" v="619" actId="207"/>
        <pc:sldMkLst>
          <pc:docMk/>
          <pc:sldMk cId="192455407" sldId="338"/>
        </pc:sldMkLst>
        <pc:spChg chg="mod">
          <ac:chgData name="Harris, Wyatt J Lt Col USAF USAFA DF/DFAS" userId="768bfb95-c272-4014-8fa2-010c15306053" providerId="ADAL" clId="{95571437-1CDD-49A9-9F44-9267EE8F1204}" dt="2026-03-11T02:48:51.833" v="619" actId="207"/>
          <ac:spMkLst>
            <pc:docMk/>
            <pc:sldMk cId="192455407" sldId="338"/>
            <ac:spMk id="2" creationId="{054ACE6A-547C-3135-EF03-EBEF8661E8A1}"/>
          </ac:spMkLst>
        </pc:spChg>
        <pc:spChg chg="del">
          <ac:chgData name="Harris, Wyatt J Lt Col USAF USAFA DF/DFAS" userId="768bfb95-c272-4014-8fa2-010c15306053" providerId="ADAL" clId="{95571437-1CDD-49A9-9F44-9267EE8F1204}" dt="2026-03-11T02:41:02.248" v="466" actId="478"/>
          <ac:spMkLst>
            <pc:docMk/>
            <pc:sldMk cId="192455407" sldId="338"/>
            <ac:spMk id="3" creationId="{8F36C6D9-48EB-F1F5-62E3-F4B0F5C1814D}"/>
          </ac:spMkLst>
        </pc:spChg>
        <pc:spChg chg="mod">
          <ac:chgData name="Harris, Wyatt J Lt Col USAF USAFA DF/DFAS" userId="768bfb95-c272-4014-8fa2-010c15306053" providerId="ADAL" clId="{95571437-1CDD-49A9-9F44-9267EE8F1204}" dt="2026-03-11T02:44:05.149" v="570" actId="20577"/>
          <ac:spMkLst>
            <pc:docMk/>
            <pc:sldMk cId="192455407" sldId="338"/>
            <ac:spMk id="7" creationId="{10780996-E0D0-F703-2601-4A58E0D8F152}"/>
          </ac:spMkLst>
        </pc:spChg>
        <pc:grpChg chg="add mod">
          <ac:chgData name="Harris, Wyatt J Lt Col USAF USAFA DF/DFAS" userId="768bfb95-c272-4014-8fa2-010c15306053" providerId="ADAL" clId="{95571437-1CDD-49A9-9F44-9267EE8F1204}" dt="2026-03-11T02:41:07.984" v="469" actId="14100"/>
          <ac:grpSpMkLst>
            <pc:docMk/>
            <pc:sldMk cId="192455407" sldId="338"/>
            <ac:grpSpMk id="5" creationId="{8F31302C-A150-E8DA-7C1D-2BE8B5466FDA}"/>
          </ac:grpSpMkLst>
        </pc:grpChg>
        <pc:picChg chg="mod">
          <ac:chgData name="Harris, Wyatt J Lt Col USAF USAFA DF/DFAS" userId="768bfb95-c272-4014-8fa2-010c15306053" providerId="ADAL" clId="{95571437-1CDD-49A9-9F44-9267EE8F1204}" dt="2026-03-11T02:41:02.647" v="467"/>
          <ac:picMkLst>
            <pc:docMk/>
            <pc:sldMk cId="192455407" sldId="338"/>
            <ac:picMk id="6" creationId="{166C94D2-79D2-08F4-6E77-092789912977}"/>
          </ac:picMkLst>
        </pc:picChg>
      </pc:sldChg>
      <pc:sldMasterChg chg="modSp mod">
        <pc:chgData name="Harris, Wyatt J Lt Col USAF USAFA DF/DFAS" userId="768bfb95-c272-4014-8fa2-010c15306053" providerId="ADAL" clId="{95571437-1CDD-49A9-9F44-9267EE8F1204}" dt="2026-03-11T02:16:13.034" v="51" actId="14100"/>
        <pc:sldMasterMkLst>
          <pc:docMk/>
          <pc:sldMasterMk cId="85601226" sldId="2147483660"/>
        </pc:sldMasterMkLst>
        <pc:spChg chg="mod">
          <ac:chgData name="Harris, Wyatt J Lt Col USAF USAFA DF/DFAS" userId="768bfb95-c272-4014-8fa2-010c15306053" providerId="ADAL" clId="{95571437-1CDD-49A9-9F44-9267EE8F1204}" dt="2026-03-11T02:16:13.034" v="51" actId="14100"/>
          <ac:spMkLst>
            <pc:docMk/>
            <pc:sldMasterMk cId="85601226" sldId="2147483660"/>
            <ac:spMk id="8" creationId="{1B2918AF-A31D-A49D-520C-D6A347912BFA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04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Fault management</a:t>
            </a:r>
            <a:r>
              <a:rPr lang="en-US" sz="2000" dirty="0"/>
              <a:t>: an engineering discipline that addresses the occurrence of faults and provides a means for reducing their effect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Includes </a:t>
            </a:r>
            <a:r>
              <a:rPr lang="en-US" sz="2000" b="1" dirty="0">
                <a:solidFill>
                  <a:srgbClr val="FF0000"/>
                </a:solidFill>
              </a:rPr>
              <a:t>fault tolerance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00B050"/>
                </a:solidFill>
              </a:rPr>
              <a:t>fault mitigation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00B0F0"/>
                </a:solidFill>
              </a:rPr>
              <a:t>fault protection</a:t>
            </a:r>
            <a:endParaRPr lang="en-US" sz="1800" b="1" dirty="0">
              <a:solidFill>
                <a:srgbClr val="00B0F0"/>
              </a:solidFill>
            </a:endParaRP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Fault tolerance</a:t>
            </a:r>
            <a:r>
              <a:rPr lang="en-US" sz="2000" dirty="0"/>
              <a:t>: the number of faults that the system can tolerate and still meet its specifications</a:t>
            </a:r>
            <a:endParaRPr lang="en-US" sz="1800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Fault mitigation</a:t>
            </a:r>
            <a:r>
              <a:rPr lang="en-US" sz="2000" dirty="0"/>
              <a:t>: the passive mitigation of faults through design</a:t>
            </a:r>
            <a:endParaRPr lang="en-US" sz="1800" dirty="0"/>
          </a:p>
          <a:p>
            <a:pPr lvl="1"/>
            <a:r>
              <a:rPr lang="en-US" sz="1800" dirty="0"/>
              <a:t>Examples: ARM/EXECUTE command pairs for hazardous commands, extra solar array strings</a:t>
            </a:r>
            <a:endParaRPr lang="en-US" sz="1400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Fault protection</a:t>
            </a:r>
            <a:r>
              <a:rPr lang="en-US" sz="2000" dirty="0"/>
              <a:t>: the implementation of design intended to actively control the effects of a fault</a:t>
            </a:r>
            <a:endParaRPr lang="en-US" sz="1800" dirty="0"/>
          </a:p>
          <a:p>
            <a:pPr lvl="1"/>
            <a:r>
              <a:rPr lang="en-US" sz="1800" dirty="0"/>
              <a:t>Limited to detecting and responding to discrete defects which may arise in the operation of an otherwise healthy space vehicle</a:t>
            </a:r>
            <a:endParaRPr lang="en-US" sz="1400" dirty="0"/>
          </a:p>
          <a:p>
            <a:pPr lvl="1"/>
            <a:r>
              <a:rPr lang="en-US" sz="1800" dirty="0"/>
              <a:t>Intended to detect faults (or the effect of a fault) and intervene so that the fault does not permanently affect the safety of the space vehicle</a:t>
            </a:r>
            <a:endParaRPr lang="en-US" sz="1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15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Fault tolerance</a:t>
            </a:r>
            <a:r>
              <a:rPr lang="en-US" sz="2000" dirty="0"/>
              <a:t>: the number of faults that the system can tolerate and still meet its specifications</a:t>
            </a:r>
            <a:endParaRPr lang="en-US" sz="1800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Fault mitigation</a:t>
            </a:r>
            <a:r>
              <a:rPr lang="en-US" sz="2000" dirty="0"/>
              <a:t>: the passive mitigation of faults through design</a:t>
            </a:r>
            <a:endParaRPr lang="en-US" sz="1800" dirty="0"/>
          </a:p>
          <a:p>
            <a:pPr lvl="1"/>
            <a:r>
              <a:rPr lang="en-US" sz="1800" dirty="0"/>
              <a:t>Examples: ARM/EXECUTE command pairs for hazardous commands, extra solar array strings</a:t>
            </a:r>
            <a:endParaRPr lang="en-US" sz="1400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000" b="1" dirty="0">
                <a:solidFill>
                  <a:srgbClr val="00B0F0"/>
                </a:solidFill>
              </a:rPr>
              <a:t>Fault protection</a:t>
            </a:r>
            <a:r>
              <a:rPr lang="en-US" sz="2000" dirty="0"/>
              <a:t>: the implementation of design intended to actively control the effects of a fault</a:t>
            </a:r>
            <a:endParaRPr lang="en-US" sz="1800" dirty="0"/>
          </a:p>
          <a:p>
            <a:pPr lvl="1"/>
            <a:r>
              <a:rPr lang="en-US" sz="1800" dirty="0"/>
              <a:t>Limited to detecting and responding to discrete defects which may arise in the operation of an otherwise healthy space vehicle</a:t>
            </a:r>
            <a:endParaRPr lang="en-US" sz="1400" dirty="0"/>
          </a:p>
          <a:p>
            <a:pPr lvl="1"/>
            <a:r>
              <a:rPr lang="en-US" sz="1800" dirty="0"/>
              <a:t>Intended to detect faults (or the effect of a fault) and intervene so that the fault does not permanently affect the safety of the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06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1800" b="1" dirty="0"/>
              <a:t>(1) Defects in space vehicle </a:t>
            </a:r>
            <a:r>
              <a:rPr lang="en-US" sz="1800" b="1" u="sng" dirty="0"/>
              <a:t>engineering design</a:t>
            </a:r>
            <a:endParaRPr lang="en-US" sz="1600" b="1" u="sng" dirty="0"/>
          </a:p>
          <a:p>
            <a:pPr lvl="1"/>
            <a:r>
              <a:rPr lang="en-US" sz="1600" dirty="0"/>
              <a:t>Eg: reaction wheel bearing failure due to being incorrectly sized, software coding error</a:t>
            </a:r>
            <a:endParaRPr lang="en-US" sz="1200" dirty="0"/>
          </a:p>
          <a:p>
            <a:pPr lvl="1"/>
            <a:r>
              <a:rPr lang="en-US" sz="1600" dirty="0"/>
              <a:t>Prevention of design errors must be addressed by a thorough analysis, design review and validation program</a:t>
            </a:r>
          </a:p>
          <a:p>
            <a:pPr lvl="1"/>
            <a:endParaRPr lang="en-US" sz="1200" dirty="0"/>
          </a:p>
          <a:p>
            <a:pPr marL="0" lvl="0" indent="0">
              <a:buNone/>
            </a:pPr>
            <a:r>
              <a:rPr lang="en-US" sz="1800" b="1" dirty="0"/>
              <a:t>(2) Defects in the space vehicle or unit </a:t>
            </a:r>
            <a:r>
              <a:rPr lang="en-US" sz="1800" b="1" u="sng" dirty="0"/>
              <a:t>architecture</a:t>
            </a:r>
            <a:endParaRPr lang="en-US" sz="1600" b="1" u="sng" dirty="0"/>
          </a:p>
          <a:p>
            <a:pPr lvl="1"/>
            <a:r>
              <a:rPr lang="en-US" sz="1600" dirty="0"/>
              <a:t>Fault protection relies on a redundant function being available in the event that the primary has been impacted by a fault</a:t>
            </a:r>
          </a:p>
          <a:p>
            <a:pPr lvl="1"/>
            <a:endParaRPr lang="en-US" sz="1200" dirty="0"/>
          </a:p>
          <a:p>
            <a:pPr marL="0" lvl="0" indent="0">
              <a:buNone/>
            </a:pPr>
            <a:r>
              <a:rPr lang="en-US" sz="1800" b="1" dirty="0"/>
              <a:t>(3) Defects in the space vehicle </a:t>
            </a:r>
            <a:r>
              <a:rPr lang="en-US" sz="1800" b="1" u="sng" dirty="0"/>
              <a:t>assembly</a:t>
            </a:r>
            <a:r>
              <a:rPr lang="en-US" sz="1800" b="1" dirty="0"/>
              <a:t>/</a:t>
            </a:r>
            <a:r>
              <a:rPr lang="en-US" sz="1800" b="1" u="sng" dirty="0"/>
              <a:t>manufacturing</a:t>
            </a:r>
            <a:endParaRPr lang="en-US" sz="1600" b="1" u="sng" dirty="0"/>
          </a:p>
          <a:p>
            <a:pPr lvl="1"/>
            <a:r>
              <a:rPr lang="en-US" sz="1600" dirty="0"/>
              <a:t>Eg: reaction wheel being installed with incorrect polarity</a:t>
            </a:r>
            <a:endParaRPr lang="en-US" sz="1200" dirty="0"/>
          </a:p>
          <a:p>
            <a:pPr lvl="1"/>
            <a:r>
              <a:rPr lang="en-US" sz="1600" dirty="0"/>
              <a:t>These errors should be addressed by a thorough ground test program</a:t>
            </a:r>
          </a:p>
          <a:p>
            <a:pPr lvl="1"/>
            <a:endParaRPr lang="en-US" sz="1200" dirty="0"/>
          </a:p>
          <a:p>
            <a:pPr marL="0" lvl="0" indent="0">
              <a:buNone/>
            </a:pPr>
            <a:r>
              <a:rPr lang="en-US" sz="1800" b="1" dirty="0"/>
              <a:t>(4) Defects due to </a:t>
            </a:r>
            <a:r>
              <a:rPr lang="en-US" sz="1800" b="1" u="sng" dirty="0"/>
              <a:t>common cause</a:t>
            </a:r>
            <a:endParaRPr lang="en-US" sz="1600" b="1" u="sng" dirty="0"/>
          </a:p>
          <a:p>
            <a:pPr lvl="1"/>
            <a:r>
              <a:rPr lang="en-US" sz="1600" dirty="0"/>
              <a:t>Where a process, practice or material results in a component that is deficient</a:t>
            </a:r>
            <a:endParaRPr lang="en-US" sz="1200" dirty="0"/>
          </a:p>
          <a:p>
            <a:pPr lvl="1"/>
            <a:r>
              <a:rPr lang="en-US" sz="1600" dirty="0"/>
              <a:t>Eg: part is overstressed during ground tests due to procedure and thus all parts are impacted, and redundancy is no longer helpful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47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Faults may occur in any component of the space vehicle, or in the connections or interfaces between system components.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6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accent3">
                    <a:lumMod val="75000"/>
                  </a:schemeClr>
                </a:solidFill>
              </a:rPr>
              <a:t>To prevent systemic faults from causing mission failure,</a:t>
            </a: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 implement both robust space vehicle design/manufacture as well as a fault management system.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30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41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Same Design Redundancy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two or more identical components with switching to allow either to be active at a time.</a:t>
            </a:r>
          </a:p>
          <a:p>
            <a:pPr fontAlgn="base"/>
            <a:endParaRPr lang="en-US" b="1" dirty="0"/>
          </a:p>
          <a:p>
            <a:pPr marL="0" indent="0" fontAlgn="base">
              <a:buNone/>
            </a:pPr>
            <a:r>
              <a:rPr lang="en-US" b="1" dirty="0">
                <a:solidFill>
                  <a:srgbClr val="00B050"/>
                </a:solidFill>
              </a:rPr>
              <a:t>Diverse Design Redundancy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/>
              <a:t>two or more components of a different design to accomplish the same function.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b="1" dirty="0">
                <a:solidFill>
                  <a:srgbClr val="00B0F0"/>
                </a:solidFill>
              </a:rPr>
              <a:t>Functional Redundancy</a:t>
            </a:r>
            <a:r>
              <a:rPr lang="en-US" dirty="0">
                <a:solidFill>
                  <a:srgbClr val="00B0F0"/>
                </a:solidFill>
              </a:rPr>
              <a:t>: </a:t>
            </a:r>
            <a:r>
              <a:rPr lang="en-US" dirty="0"/>
              <a:t>having multiple methods of accomplishing the same function, either with multiple components or multiple combinations of components.</a:t>
            </a:r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K-out-of-N Redundancy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dirty="0"/>
              <a:t>pool of identical components can be assigned to replace any one of the pool of active units.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Temporal Redundancy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/>
              <a:t>repetition of an unsuccessful operation (acquiring a star, firing of a pyrotechnic device, trying to communicate with the ground).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33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4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7505" y="1287560"/>
            <a:ext cx="678899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600" dirty="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3/10/2026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3/10/2026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3/10/2026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3/10/2026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91" y="646510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7856738" y="72097"/>
            <a:ext cx="1229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2026 Spring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46364" y="855395"/>
            <a:ext cx="9039409" cy="596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5" y="18574"/>
            <a:ext cx="734686" cy="8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Lesson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Fault Management</a:t>
            </a:r>
          </a:p>
        </p:txBody>
      </p:sp>
    </p:spTree>
    <p:extLst>
      <p:ext uri="{BB962C8B-B14F-4D97-AF65-F5344CB8AC3E}">
        <p14:creationId xmlns:p14="http://schemas.microsoft.com/office/powerpoint/2010/main" val="168926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0DED88-BCD6-6607-EBA3-579E7D1DDBE7}"/>
              </a:ext>
            </a:extLst>
          </p:cNvPr>
          <p:cNvSpPr txBox="1"/>
          <p:nvPr/>
        </p:nvSpPr>
        <p:spPr>
          <a:xfrm>
            <a:off x="128587" y="1024235"/>
            <a:ext cx="87725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2000" b="1" dirty="0"/>
              <a:t>Fault</a:t>
            </a:r>
            <a:r>
              <a:rPr lang="en-US" sz="2000" dirty="0"/>
              <a:t>: an abnormal condition in a system that prevents it from performing a required function, or that degrades its performance.</a:t>
            </a:r>
          </a:p>
          <a:p>
            <a:pPr marL="0" lvl="0" indent="0">
              <a:buNone/>
            </a:pPr>
            <a:endParaRPr lang="en-US" sz="2000" dirty="0"/>
          </a:p>
          <a:p>
            <a:pPr lvl="0"/>
            <a:r>
              <a:rPr lang="en-US" sz="2000" b="1" dirty="0"/>
              <a:t>Fault management</a:t>
            </a:r>
            <a:r>
              <a:rPr lang="en-US" sz="2000" dirty="0"/>
              <a:t>: an engineering discipline that addresses the occurrence of faults and provides a means for reducing their effect.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0067"/>
          <a:stretch>
            <a:fillRect/>
          </a:stretch>
        </p:blipFill>
        <p:spPr>
          <a:xfrm>
            <a:off x="1697097" y="2484120"/>
            <a:ext cx="5749806" cy="4373880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F39B21A6-7E05-A495-DE49-16459D94AB1E}"/>
              </a:ext>
            </a:extLst>
          </p:cNvPr>
          <p:cNvSpPr txBox="1">
            <a:spLocks/>
          </p:cNvSpPr>
          <p:nvPr/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Fault Management</a:t>
            </a:r>
          </a:p>
        </p:txBody>
      </p:sp>
    </p:spTree>
    <p:extLst>
      <p:ext uri="{BB962C8B-B14F-4D97-AF65-F5344CB8AC3E}">
        <p14:creationId xmlns:p14="http://schemas.microsoft.com/office/powerpoint/2010/main" val="274908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Management Cont.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2121" y="1021976"/>
            <a:ext cx="8745967" cy="57028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Fault management</a:t>
            </a:r>
            <a:r>
              <a:rPr lang="en-US" dirty="0"/>
              <a:t>: an engineering discipline that addresses the occurrence of faults and provides a means for reducing their effect. Includes:</a:t>
            </a:r>
          </a:p>
          <a:p>
            <a:pPr marL="0" lvl="0" indent="0">
              <a:buNone/>
            </a:pPr>
            <a:endParaRPr lang="en-US" sz="2400" b="1" dirty="0"/>
          </a:p>
          <a:p>
            <a:pPr marL="457200" lvl="1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Fault tolerance</a:t>
            </a:r>
            <a:r>
              <a:rPr lang="en-US" sz="2800" dirty="0"/>
              <a:t>: the number of faults that the system can tolerate and still meet its specifications</a:t>
            </a:r>
            <a:endParaRPr lang="en-US" sz="2000" dirty="0"/>
          </a:p>
          <a:p>
            <a:pPr marL="457200" lvl="1" indent="0">
              <a:buNone/>
            </a:pPr>
            <a:endParaRPr lang="en-US" sz="2800" b="1" dirty="0"/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B050"/>
                </a:solidFill>
              </a:rPr>
              <a:t>Fault mitigation</a:t>
            </a:r>
            <a:r>
              <a:rPr lang="en-US" sz="2800" dirty="0"/>
              <a:t>: the passive mitigation of faults through design</a:t>
            </a:r>
            <a:endParaRPr lang="en-US" sz="2000" dirty="0"/>
          </a:p>
          <a:p>
            <a:pPr marL="457200" lvl="1" indent="0">
              <a:buNone/>
            </a:pPr>
            <a:endParaRPr lang="en-US" sz="2800" b="1" dirty="0"/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B0F0"/>
                </a:solidFill>
              </a:rPr>
              <a:t>Fault protection</a:t>
            </a:r>
            <a:r>
              <a:rPr lang="en-US" sz="2800" dirty="0"/>
              <a:t>: the implementation of design intended to actively control the effects of a fault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49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Fault Management Cannot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365" y="1394085"/>
            <a:ext cx="8842786" cy="522186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/>
              <a:t>Four areas that fault management </a:t>
            </a:r>
            <a:r>
              <a:rPr lang="en-US" sz="2400" b="1" dirty="0">
                <a:solidFill>
                  <a:srgbClr val="FF0000"/>
                </a:solidFill>
              </a:rPr>
              <a:t>DOES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NOT</a:t>
            </a:r>
            <a:r>
              <a:rPr lang="en-US" sz="2400" dirty="0"/>
              <a:t> address: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r>
              <a:rPr lang="en-US" sz="2400" b="1" dirty="0"/>
              <a:t>(1) Defects in space vehicle </a:t>
            </a:r>
            <a:r>
              <a:rPr lang="en-US" sz="2400" b="1" u="sng" dirty="0"/>
              <a:t>engineering design</a:t>
            </a:r>
            <a:endParaRPr lang="en-US" sz="2000" b="1" u="sng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0" lvl="0" indent="0">
              <a:buNone/>
            </a:pPr>
            <a:r>
              <a:rPr lang="en-US" sz="2400" b="1" dirty="0"/>
              <a:t>(2) Defects in the space vehicle or unit </a:t>
            </a:r>
            <a:r>
              <a:rPr lang="en-US" sz="2400" b="1" u="sng" dirty="0"/>
              <a:t>architecture</a:t>
            </a:r>
            <a:endParaRPr lang="en-US" sz="2000" b="1" u="sng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0" lvl="0" indent="0">
              <a:buNone/>
            </a:pPr>
            <a:r>
              <a:rPr lang="en-US" sz="2400" b="1" dirty="0"/>
              <a:t>(3) Defects in the space vehicle </a:t>
            </a:r>
            <a:r>
              <a:rPr lang="en-US" sz="2400" b="1" u="sng" dirty="0"/>
              <a:t>assembly</a:t>
            </a:r>
            <a:r>
              <a:rPr lang="en-US" sz="2400" b="1" dirty="0"/>
              <a:t>/</a:t>
            </a:r>
            <a:r>
              <a:rPr lang="en-US" sz="2400" b="1" u="sng" dirty="0"/>
              <a:t>manufacturing</a:t>
            </a:r>
            <a:endParaRPr lang="en-US" sz="2000" b="1" u="sng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0" lvl="0" indent="0">
              <a:buNone/>
            </a:pPr>
            <a:r>
              <a:rPr lang="en-US" sz="2400" b="1" dirty="0"/>
              <a:t>(4) Defects due to </a:t>
            </a:r>
            <a:r>
              <a:rPr lang="en-US" sz="2400" b="1" u="sng" dirty="0"/>
              <a:t>common cause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266184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Causes of Spacecraft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45" y="1129554"/>
            <a:ext cx="8409421" cy="5432612"/>
          </a:xfrm>
        </p:spPr>
        <p:txBody>
          <a:bodyPr>
            <a:normAutofit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Faults fall into two main categories: 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endParaRPr lang="en-US" sz="2400"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endParaRPr lang="en-US" sz="2400" dirty="0"/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AutoNum type="arabicParenR"/>
            </a:pPr>
            <a:r>
              <a:rPr lang="en-US" b="1" dirty="0">
                <a:solidFill>
                  <a:srgbClr val="C00000"/>
                </a:solidFill>
              </a:rPr>
              <a:t>Random hardware faults</a:t>
            </a:r>
            <a:r>
              <a:rPr lang="en-US" dirty="0">
                <a:solidFill>
                  <a:srgbClr val="C00000"/>
                </a:solidFill>
              </a:rPr>
              <a:t>: assumed to occur with a constant random failure rate. 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AutoNum type="arabicParenR"/>
            </a:pPr>
            <a:endParaRPr lang="en-US" dirty="0"/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AutoNum type="arabicParenR"/>
            </a:pPr>
            <a:endParaRPr lang="en-US" dirty="0"/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buAutoNum type="arabicParenR"/>
            </a:pPr>
            <a:r>
              <a:rPr lang="en-US" b="1" dirty="0">
                <a:solidFill>
                  <a:srgbClr val="002060"/>
                </a:solidFill>
              </a:rPr>
              <a:t>Systemic faults: </a:t>
            </a:r>
            <a:r>
              <a:rPr lang="en-US" dirty="0">
                <a:solidFill>
                  <a:srgbClr val="002060"/>
                </a:solidFill>
              </a:rPr>
              <a:t>including specification, design errors, improper parts and materials for the space environment, and workmanship errors.</a:t>
            </a:r>
            <a:endParaRPr lang="en-US" sz="2000" dirty="0">
              <a:solidFill>
                <a:srgbClr val="00206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35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06" y="0"/>
            <a:ext cx="6001277" cy="6876071"/>
          </a:xfrm>
          <a:prstGeom prst="rect">
            <a:avLst/>
          </a:prstGeom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CFA56A07-614C-5CEE-DE2C-456ADECFEEE4}"/>
              </a:ext>
            </a:extLst>
          </p:cNvPr>
          <p:cNvSpPr/>
          <p:nvPr/>
        </p:nvSpPr>
        <p:spPr>
          <a:xfrm>
            <a:off x="1499016" y="1639329"/>
            <a:ext cx="446490" cy="4751882"/>
          </a:xfrm>
          <a:prstGeom prst="leftBrac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E8A95-2945-C1AC-811D-7670C02B51F7}"/>
              </a:ext>
            </a:extLst>
          </p:cNvPr>
          <p:cNvSpPr txBox="1"/>
          <p:nvPr/>
        </p:nvSpPr>
        <p:spPr>
          <a:xfrm rot="16200000">
            <a:off x="-322740" y="3900831"/>
            <a:ext cx="3166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Systemic Faults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3437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58" y="1287673"/>
            <a:ext cx="8904683" cy="499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7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3304" t="4068" r="1981" b="13918"/>
          <a:stretch>
            <a:fillRect/>
          </a:stretch>
        </p:blipFill>
        <p:spPr>
          <a:xfrm>
            <a:off x="2" y="0"/>
            <a:ext cx="9143998" cy="4862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F787C5-0A9F-9C27-267F-7FDF31E40EB8}"/>
              </a:ext>
            </a:extLst>
          </p:cNvPr>
          <p:cNvSpPr txBox="1"/>
          <p:nvPr/>
        </p:nvSpPr>
        <p:spPr>
          <a:xfrm>
            <a:off x="188984" y="5432002"/>
            <a:ext cx="8766032" cy="1200329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So what?</a:t>
            </a:r>
            <a:r>
              <a:rPr lang="en-US" sz="2400" b="1" dirty="0">
                <a:solidFill>
                  <a:srgbClr val="C00000"/>
                </a:solidFill>
              </a:rPr>
              <a:t> Most space vehicle failures are due to systematic faults in design and manufacture </a:t>
            </a:r>
            <a:r>
              <a:rPr lang="en-US" sz="2400" dirty="0">
                <a:solidFill>
                  <a:srgbClr val="C00000"/>
                </a:solidFill>
              </a:rPr>
              <a:t>rather than random hardware faults. </a:t>
            </a:r>
          </a:p>
        </p:txBody>
      </p:sp>
    </p:spTree>
    <p:extLst>
      <p:ext uri="{BB962C8B-B14F-4D97-AF65-F5344CB8AC3E}">
        <p14:creationId xmlns:p14="http://schemas.microsoft.com/office/powerpoint/2010/main" val="374545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05FB5E-88EF-1020-EEE7-EAFE94D2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CDE1E-284F-EFBF-7A3F-BAB45FE6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0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Failure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70" y="853842"/>
            <a:ext cx="7530059" cy="4101410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175491" y="5083672"/>
            <a:ext cx="8968509" cy="52275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1800" dirty="0">
                <a:solidFill>
                  <a:srgbClr val="0070C0"/>
                </a:solidFill>
              </a:rPr>
              <a:t>Failure rates are high initially due to random manufacturing defects (</a:t>
            </a:r>
            <a:r>
              <a:rPr lang="en-US" sz="1800" b="1" dirty="0">
                <a:solidFill>
                  <a:srgbClr val="0070C0"/>
                </a:solidFill>
              </a:rPr>
              <a:t>infant mortality</a:t>
            </a:r>
            <a:r>
              <a:rPr lang="en-US" sz="1800" dirty="0">
                <a:solidFill>
                  <a:srgbClr val="0070C0"/>
                </a:solidFill>
              </a:rPr>
              <a:t>)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>
                <a:solidFill>
                  <a:srgbClr val="FF0000"/>
                </a:solidFill>
              </a:rPr>
              <a:t>After defective parts are weeded out: steady failure rate (failures are </a:t>
            </a:r>
            <a:r>
              <a:rPr lang="en-US" sz="1800" b="1" dirty="0">
                <a:solidFill>
                  <a:srgbClr val="FF0000"/>
                </a:solidFill>
              </a:rPr>
              <a:t>random</a:t>
            </a:r>
            <a:r>
              <a:rPr lang="en-US" sz="1800" dirty="0">
                <a:solidFill>
                  <a:srgbClr val="FF0000"/>
                </a:solidFill>
              </a:rPr>
              <a:t>, but on average at a consistent rate).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>
                <a:solidFill>
                  <a:srgbClr val="DAA600"/>
                </a:solidFill>
              </a:rPr>
              <a:t>Failure rates rise again toward end of life (</a:t>
            </a:r>
            <a:r>
              <a:rPr lang="en-US" sz="1800" b="1" dirty="0">
                <a:solidFill>
                  <a:srgbClr val="DAA600"/>
                </a:solidFill>
              </a:rPr>
              <a:t>wear-out</a:t>
            </a:r>
            <a:r>
              <a:rPr lang="en-US" sz="1800" dirty="0">
                <a:solidFill>
                  <a:srgbClr val="DAA600"/>
                </a:solidFill>
              </a:rPr>
              <a:t>)</a:t>
            </a:r>
            <a:endParaRPr lang="en-US" sz="1800" dirty="0"/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US" sz="1800" dirty="0">
                <a:solidFill>
                  <a:srgbClr val="00B050"/>
                </a:solidFill>
              </a:rPr>
              <a:t>This is called the “</a:t>
            </a:r>
            <a:r>
              <a:rPr lang="en-US" sz="1800" b="1" dirty="0">
                <a:solidFill>
                  <a:srgbClr val="00B050"/>
                </a:solidFill>
              </a:rPr>
              <a:t>bathtub</a:t>
            </a:r>
            <a:r>
              <a:rPr lang="en-US" sz="1800" dirty="0">
                <a:solidFill>
                  <a:srgbClr val="00B050"/>
                </a:solidFill>
              </a:rPr>
              <a:t>” curve.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011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941" y="1064302"/>
            <a:ext cx="8606118" cy="5660512"/>
          </a:xfrm>
        </p:spPr>
        <p:txBody>
          <a:bodyPr>
            <a:normAutofit fontScale="70000" lnSpcReduction="20000"/>
          </a:bodyPr>
          <a:lstStyle/>
          <a:p>
            <a:pPr marL="0" lvl="0" indent="0" fontAlgn="base">
              <a:buNone/>
            </a:pPr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probability</a:t>
            </a:r>
            <a:r>
              <a:rPr lang="en-US" b="1" dirty="0"/>
              <a:t> that a system performs its </a:t>
            </a:r>
            <a:r>
              <a:rPr lang="en-US" b="1" dirty="0">
                <a:solidFill>
                  <a:srgbClr val="00B050"/>
                </a:solidFill>
              </a:rPr>
              <a:t>intended function </a:t>
            </a:r>
            <a:r>
              <a:rPr lang="en-US" b="1" dirty="0"/>
              <a:t>without failure for a </a:t>
            </a:r>
            <a:r>
              <a:rPr lang="en-US" b="1" dirty="0">
                <a:solidFill>
                  <a:srgbClr val="00B0F0"/>
                </a:solidFill>
              </a:rPr>
              <a:t>specified period of time </a:t>
            </a:r>
            <a:r>
              <a:rPr lang="en-US" b="1" dirty="0"/>
              <a:t>under </a:t>
            </a:r>
            <a:r>
              <a:rPr lang="en-US" b="1" dirty="0">
                <a:solidFill>
                  <a:srgbClr val="7030A0"/>
                </a:solidFill>
              </a:rPr>
              <a:t>stated operating conditions.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Reliability requirements should stipulate: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Probability</a:t>
            </a:r>
            <a:br>
              <a:rPr lang="en-US" dirty="0"/>
            </a:br>
            <a:r>
              <a:rPr lang="en-US" dirty="0"/>
              <a:t>Reliability is probabilistic because failures are random.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Intended Function</a:t>
            </a:r>
            <a:br>
              <a:rPr lang="en-US" dirty="0"/>
            </a:br>
            <a:r>
              <a:rPr lang="en-US" dirty="0"/>
              <a:t>The system must perform its required mission function (not merely remain powered on).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F0"/>
                </a:solidFill>
              </a:rPr>
              <a:t>Specified Time</a:t>
            </a:r>
            <a:br>
              <a:rPr lang="en-US" dirty="0"/>
            </a:br>
            <a:r>
              <a:rPr lang="en-US" dirty="0"/>
              <a:t>Reliability must be tied to a mission duration.</a:t>
            </a:r>
          </a:p>
          <a:p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Stated Conditions</a:t>
            </a:r>
            <a:br>
              <a:rPr lang="en-US" dirty="0"/>
            </a:br>
            <a:r>
              <a:rPr lang="en-US" dirty="0"/>
              <a:t>Environment and operating conditions matter (radiation, thermal cycles, vibration, etc.).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7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Improving </a:t>
            </a:r>
            <a:r>
              <a:rPr lang="en-US" u="sng" dirty="0"/>
              <a:t>Part/Component</a:t>
            </a:r>
            <a:r>
              <a:rPr lang="en-US" dirty="0"/>
              <a:t>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Process Control: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Improving manufacturing processes to maintain quality, prevent defects, and ensure repeatability of spacecraft parts and assemblies.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lvl="0" indent="0" fontAlgn="base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Part Screening</a:t>
            </a:r>
            <a:r>
              <a:rPr lang="en-US" sz="2400" dirty="0">
                <a:solidFill>
                  <a:srgbClr val="00B050"/>
                </a:solidFill>
              </a:rPr>
              <a:t>: Process that eliminates units that have a higher likelihood of failing in service than the other units in the lot.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Component</a:t>
            </a:r>
            <a:r>
              <a:rPr lang="en-US" sz="2400" dirty="0"/>
              <a:t> </a:t>
            </a:r>
            <a:r>
              <a:rPr lang="en-US" sz="2400" b="1" dirty="0"/>
              <a:t>Derating: </a:t>
            </a:r>
            <a:r>
              <a:rPr lang="en-US" sz="2400" dirty="0"/>
              <a:t>operating a device at less than its maximum operating limit to extend the lifetime of the deice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63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CE6A-547C-3135-EF03-EBEF8661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Part Screening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2A2B7-EAC5-885A-7745-3E8E3064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31302C-A150-E8DA-7C1D-2BE8B5466FDA}"/>
              </a:ext>
            </a:extLst>
          </p:cNvPr>
          <p:cNvGrpSpPr/>
          <p:nvPr/>
        </p:nvGrpSpPr>
        <p:grpSpPr>
          <a:xfrm>
            <a:off x="0" y="1347337"/>
            <a:ext cx="9032724" cy="4768650"/>
            <a:chOff x="0" y="1431479"/>
            <a:chExt cx="9547772" cy="46850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66C94D2-79D2-08F4-6E77-092789912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31479"/>
              <a:ext cx="8807306" cy="468501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780996-E0D0-F703-2601-4A58E0D8F152}"/>
                </a:ext>
              </a:extLst>
            </p:cNvPr>
            <p:cNvSpPr txBox="1"/>
            <p:nvPr/>
          </p:nvSpPr>
          <p:spPr>
            <a:xfrm>
              <a:off x="5335572" y="4958909"/>
              <a:ext cx="4212200" cy="63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e.g. sensor noise, response time, max torque, etc.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455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8" y="1187015"/>
            <a:ext cx="8905744" cy="49541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0575" y="1695236"/>
            <a:ext cx="595901" cy="503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Process Control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88E4BC-AA15-C8F8-2BCF-8EF6617BB16E}"/>
              </a:ext>
            </a:extLst>
          </p:cNvPr>
          <p:cNvCxnSpPr/>
          <p:nvPr/>
        </p:nvCxnSpPr>
        <p:spPr>
          <a:xfrm>
            <a:off x="4434435" y="3606579"/>
            <a:ext cx="1743075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E45CCE-2CC6-82F6-9687-FE98A028D2F4}"/>
              </a:ext>
            </a:extLst>
          </p:cNvPr>
          <p:cNvSpPr txBox="1"/>
          <p:nvPr/>
        </p:nvSpPr>
        <p:spPr>
          <a:xfrm>
            <a:off x="6374752" y="3177955"/>
            <a:ext cx="24528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Process control &amp; component derating can also move mean higher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08AAD-0143-FAA8-35C5-EC47B538D436}"/>
              </a:ext>
            </a:extLst>
          </p:cNvPr>
          <p:cNvSpPr txBox="1"/>
          <p:nvPr/>
        </p:nvSpPr>
        <p:spPr>
          <a:xfrm>
            <a:off x="5159024" y="4613380"/>
            <a:ext cx="398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e.g. sensor noise, response time, max torque, etc.</a:t>
            </a:r>
          </a:p>
        </p:txBody>
      </p:sp>
    </p:spTree>
    <p:extLst>
      <p:ext uri="{BB962C8B-B14F-4D97-AF65-F5344CB8AC3E}">
        <p14:creationId xmlns:p14="http://schemas.microsoft.com/office/powerpoint/2010/main" val="133756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</a:t>
            </a:r>
            <a:r>
              <a:rPr lang="en-US" u="sng" dirty="0"/>
              <a:t>System</a:t>
            </a:r>
            <a:r>
              <a:rPr lang="en-US" dirty="0"/>
              <a:t>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304" y="1014737"/>
            <a:ext cx="9068696" cy="5843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Redundancy: </a:t>
            </a:r>
            <a:r>
              <a:rPr lang="en-US" sz="2400" dirty="0"/>
              <a:t>Having multiple methods to carry out a function, should the primary method fail. Types:</a:t>
            </a:r>
            <a:endParaRPr lang="en-US" sz="2000" b="1" u="sng" dirty="0"/>
          </a:p>
          <a:p>
            <a:pPr marL="0" indent="0">
              <a:buNone/>
            </a:pPr>
            <a:endParaRPr lang="en-US" sz="2000" b="1" dirty="0"/>
          </a:p>
          <a:p>
            <a:pPr marL="457200" lvl="1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Same Design Redundancy</a:t>
            </a:r>
          </a:p>
          <a:p>
            <a:pPr marL="457200" lvl="1" indent="0" fontAlgn="base">
              <a:buNone/>
            </a:pPr>
            <a:endParaRPr lang="en-US" b="1" dirty="0"/>
          </a:p>
          <a:p>
            <a:pPr marL="457200" lvl="1" indent="0" fontAlgn="base">
              <a:buNone/>
            </a:pPr>
            <a:r>
              <a:rPr lang="en-US" b="1" dirty="0">
                <a:solidFill>
                  <a:srgbClr val="00B050"/>
                </a:solidFill>
              </a:rPr>
              <a:t>Diverse Design Redundancy</a:t>
            </a:r>
          </a:p>
          <a:p>
            <a:pPr marL="457200" lvl="1" indent="0" fontAlgn="base">
              <a:buNone/>
            </a:pPr>
            <a:endParaRPr lang="en-US" dirty="0"/>
          </a:p>
          <a:p>
            <a:pPr marL="457200" lvl="1" indent="0" fontAlgn="base">
              <a:buNone/>
            </a:pPr>
            <a:r>
              <a:rPr lang="en-US" b="1" dirty="0">
                <a:solidFill>
                  <a:srgbClr val="00B0F0"/>
                </a:solidFill>
              </a:rPr>
              <a:t>Functional Redundancy</a:t>
            </a:r>
          </a:p>
          <a:p>
            <a:pPr marL="457200" lvl="1" indent="0" fontAlgn="base">
              <a:buNone/>
            </a:pPr>
            <a:endParaRPr lang="en-US" b="1" dirty="0"/>
          </a:p>
          <a:p>
            <a:pPr marL="457200" lvl="1" indent="0" fontAlgn="base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K-out-of-N Redundancy</a:t>
            </a:r>
          </a:p>
          <a:p>
            <a:pPr marL="457200" lvl="1" indent="0" fontAlgn="base">
              <a:buNone/>
            </a:pPr>
            <a:endParaRPr lang="en-US" dirty="0"/>
          </a:p>
          <a:p>
            <a:pPr marL="457200" lvl="1" indent="0" fontAlgn="base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Temporal Redundancy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31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CE4A-50C8-1B60-7AD1-D767B8A6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Same Design Redundancy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497C-5170-B035-7337-EA928BB6C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2" y="1420009"/>
            <a:ext cx="8793015" cy="47777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Example: Include two identical transmitters on the spacecraft. If the first transmitter fails, switch to the second transmitter and use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A4072-49C9-36C9-CBF6-9068EA09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C23187-FBAA-29A5-8FB4-06645332B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03" y="3001383"/>
            <a:ext cx="8241591" cy="208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9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47A2-6B6D-886E-F084-42B32D43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Diverse Design Redundancy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C2AB7-42FE-C615-BB5E-6866EB8D2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463040"/>
            <a:ext cx="8793015" cy="4767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Example: Include two transmitters from separate manufacturers. If the first transmitter fails, switch to the second transmitter and use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F4129-DFDC-FA41-419C-C650CD95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565208-1CEA-7D9E-CC8C-73F03401F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90" y="3012369"/>
            <a:ext cx="6989220" cy="185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60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D010B-9C55-0B73-9068-37B628AB5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D7ED-AD38-C6E0-624D-BA49B5DB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K-out-of-N Redundancy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7A381-A8DD-ADC6-8123-4840BE08A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376980"/>
            <a:ext cx="8793015" cy="4853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Example: The spacecraft needs 3 solar panels to operate. Include 5 so that our mission can continue even if 2 panels fail.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8D134-5513-5B51-0D81-D08829BF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300F82-91A3-AB40-3D91-7DB356159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44" y="2346848"/>
            <a:ext cx="7833512" cy="375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62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Redundancy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30494" y="1761576"/>
            <a:ext cx="9094748" cy="366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70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Basic Math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Note: Our development of relationships is only applicable in the </a:t>
                </a:r>
                <a:r>
                  <a:rPr lang="en-US" sz="2000" b="1" u="sng" dirty="0">
                    <a:solidFill>
                      <a:srgbClr val="FF0000"/>
                    </a:solidFill>
                  </a:rPr>
                  <a:t>flat part of the bathtub curve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(where failure rate is constant)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b="1" dirty="0"/>
                  <a:t>Reliability: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Where:</a:t>
                </a:r>
              </a:p>
              <a:p>
                <a:pPr marL="0" indent="0">
                  <a:buNone/>
                </a:pPr>
                <a:r>
                  <a:rPr lang="en-US" sz="2000" dirty="0"/>
                  <a:t>R = probability that the component is functional 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(unitless,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 = failure rate per unit time (e.g. failures/</a:t>
                </a:r>
                <a:r>
                  <a:rPr lang="en-US" sz="2000" dirty="0" err="1"/>
                  <a:t>hr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i="1" dirty="0"/>
                  <a:t>t</a:t>
                </a:r>
                <a:r>
                  <a:rPr lang="en-US" sz="2000" dirty="0"/>
                  <a:t> = time (e.g. </a:t>
                </a:r>
                <a:r>
                  <a:rPr lang="en-US" sz="2000" dirty="0" err="1"/>
                  <a:t>hr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0" t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096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Basic Math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51068"/>
                <a:ext cx="7886700" cy="517104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Failure Rate: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𝑀𝑇𝐵𝐹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Where:</a:t>
                </a:r>
              </a:p>
              <a:p>
                <a:pPr marL="0" indent="0">
                  <a:buNone/>
                </a:pPr>
                <a:r>
                  <a:rPr lang="en-US" sz="2400" i="1" dirty="0"/>
                  <a:t>MTBF </a:t>
                </a:r>
                <a:r>
                  <a:rPr lang="en-US" sz="2400" dirty="0"/>
                  <a:t>= mean time between failures (e.g. </a:t>
                </a:r>
                <a:r>
                  <a:rPr lang="en-US" sz="2400" dirty="0" err="1"/>
                  <a:t>hr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Probability of Failure: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Where:</a:t>
                </a:r>
              </a:p>
              <a:p>
                <a:pPr marL="0" indent="0">
                  <a:buNone/>
                </a:pPr>
                <a:r>
                  <a:rPr lang="en-US" sz="2400" i="1" dirty="0"/>
                  <a:t>F</a:t>
                </a:r>
                <a:r>
                  <a:rPr lang="en-US" sz="2400" dirty="0"/>
                  <a:t> = probability of failure (unitless 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400" dirty="0"/>
                  <a:t>)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*Note: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51068"/>
                <a:ext cx="7886700" cy="5171044"/>
              </a:xfrm>
              <a:blipFill>
                <a:blip r:embed="rId2"/>
                <a:stretch>
                  <a:fillRect l="-1159" t="-8373" b="-4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659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Block Diagrams (Series)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Series</a:t>
                </a:r>
                <a:r>
                  <a:rPr lang="en-US" dirty="0"/>
                  <a:t>:  </a:t>
                </a:r>
                <a:r>
                  <a:rPr lang="en-US" i="1" dirty="0"/>
                  <a:t>all</a:t>
                </a:r>
                <a:r>
                  <a:rPr lang="en-US" dirty="0"/>
                  <a:t> components must work    </a:t>
                </a:r>
              </a:p>
              <a:p>
                <a:pPr marL="0" indent="0">
                  <a:buNone/>
                </a:pPr>
                <a:r>
                  <a:rPr lang="en-US" dirty="0"/>
                  <a:t>(Component1 </a:t>
                </a:r>
                <a:r>
                  <a:rPr lang="en-US" b="1" dirty="0"/>
                  <a:t>AND</a:t>
                </a:r>
                <a:r>
                  <a:rPr lang="en-US" dirty="0"/>
                  <a:t> Component2 </a:t>
                </a:r>
                <a:r>
                  <a:rPr lang="en-US" b="1" dirty="0"/>
                  <a:t>AND</a:t>
                </a:r>
                <a:r>
                  <a:rPr lang="en-US" dirty="0"/>
                  <a:t> … must work)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System reliability: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𝐦𝐢𝐧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6" t="-1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351" y="2784910"/>
            <a:ext cx="5570855" cy="6440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1836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7" y="1008346"/>
            <a:ext cx="9075453" cy="58496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7E48B6-EB2E-508E-DA16-0C4F54D1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</p:spPr>
        <p:txBody>
          <a:bodyPr/>
          <a:lstStyle/>
          <a:p>
            <a:r>
              <a:rPr lang="en-US" dirty="0"/>
              <a:t>Effects of Reliability (</a:t>
            </a:r>
            <a:r>
              <a:rPr lang="en-US" u="sng" dirty="0"/>
              <a:t>Series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41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Block Diagrams (</a:t>
            </a:r>
            <a:r>
              <a:rPr lang="en-US" u="sng" dirty="0"/>
              <a:t>Parallel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2428" y="1060488"/>
                <a:ext cx="8550358" cy="55782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Parallel</a:t>
                </a:r>
                <a:r>
                  <a:rPr lang="en-US" sz="2400" dirty="0"/>
                  <a:t>: </a:t>
                </a:r>
                <a:r>
                  <a:rPr lang="en-US" sz="2400" i="1" dirty="0"/>
                  <a:t>Only ONE </a:t>
                </a:r>
                <a:r>
                  <a:rPr lang="en-US" sz="2400" dirty="0"/>
                  <a:t>component must work  </a:t>
                </a:r>
              </a:p>
              <a:p>
                <a:pPr marL="0" indent="0">
                  <a:buNone/>
                </a:pPr>
                <a:r>
                  <a:rPr lang="en-US" sz="2400" dirty="0"/>
                  <a:t>(Component1 </a:t>
                </a:r>
                <a:r>
                  <a:rPr lang="en-US" sz="2400" b="1" dirty="0"/>
                  <a:t>OR</a:t>
                </a:r>
                <a:r>
                  <a:rPr lang="en-US" sz="2400" dirty="0"/>
                  <a:t> Component2 </a:t>
                </a:r>
                <a:r>
                  <a:rPr lang="en-US" sz="2400" b="1" dirty="0"/>
                  <a:t>OR</a:t>
                </a:r>
                <a:r>
                  <a:rPr lang="en-US" sz="2400" dirty="0"/>
                  <a:t> … must work)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System reliability: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𝐦𝐚𝐱</m:t>
                          </m:r>
                        </m:fName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b="1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428" y="1060488"/>
                <a:ext cx="8550358" cy="5578265"/>
              </a:xfrm>
              <a:blipFill>
                <a:blip r:embed="rId2"/>
                <a:stretch>
                  <a:fillRect l="-1140" t="-1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672" y="2096503"/>
            <a:ext cx="3334478" cy="28801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785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9" y="976860"/>
            <a:ext cx="9124301" cy="588114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A25045B-BC03-512E-9411-7F6B2254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</p:spPr>
        <p:txBody>
          <a:bodyPr/>
          <a:lstStyle/>
          <a:p>
            <a:r>
              <a:rPr lang="en-US" dirty="0"/>
              <a:t>Effects of Reliability (Parallel)</a:t>
            </a:r>
          </a:p>
        </p:txBody>
      </p:sp>
    </p:spTree>
    <p:extLst>
      <p:ext uri="{BB962C8B-B14F-4D97-AF65-F5344CB8AC3E}">
        <p14:creationId xmlns:p14="http://schemas.microsoft.com/office/powerpoint/2010/main" val="784367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7558" y="923761"/>
            <a:ext cx="6968883" cy="59342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16476" y="308225"/>
            <a:ext cx="462337" cy="390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FB624-DA6C-1777-258F-76392378F6C0}"/>
              </a:ext>
            </a:extLst>
          </p:cNvPr>
          <p:cNvSpPr txBox="1">
            <a:spLocks/>
          </p:cNvSpPr>
          <p:nvPr/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3200" dirty="0"/>
              <a:t>Common Redundancy Models (1/2)</a:t>
            </a:r>
          </a:p>
        </p:txBody>
      </p:sp>
    </p:spTree>
    <p:extLst>
      <p:ext uri="{BB962C8B-B14F-4D97-AF65-F5344CB8AC3E}">
        <p14:creationId xmlns:p14="http://schemas.microsoft.com/office/powerpoint/2010/main" val="20164097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Common Redundancy Models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51068"/>
            <a:ext cx="8203378" cy="5368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Cross-Strapping</a:t>
            </a:r>
            <a:r>
              <a:rPr lang="en-US" sz="2400" dirty="0"/>
              <a:t> (aka partitioned redundancy)</a:t>
            </a:r>
          </a:p>
          <a:p>
            <a:pPr lvl="1"/>
            <a:r>
              <a:rPr lang="en-US" sz="2000" dirty="0"/>
              <a:t>Two parallel paths where components are connected in parallel</a:t>
            </a:r>
          </a:p>
          <a:p>
            <a:pPr lvl="1"/>
            <a:r>
              <a:rPr lang="en-US" sz="2000" dirty="0"/>
              <a:t>Allows for swapping of any one component, rather than an entire “string” in case of failure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Which, through block diagram reduction, reduces to: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04472" y="2632753"/>
            <a:ext cx="6935056" cy="1592494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237342" y="4996428"/>
            <a:ext cx="6669316" cy="172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07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Given</a:t>
            </a:r>
            <a:r>
              <a:rPr lang="en-US" dirty="0">
                <a:solidFill>
                  <a:srgbClr val="0070C0"/>
                </a:solidFill>
              </a:rPr>
              <a:t>:  Block diagram &amp; component reliabilities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Find</a:t>
            </a:r>
            <a:r>
              <a:rPr lang="en-US" dirty="0">
                <a:solidFill>
                  <a:srgbClr val="0070C0"/>
                </a:solidFill>
              </a:rPr>
              <a:t>: System reliability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6" r="13126"/>
          <a:stretch/>
        </p:blipFill>
        <p:spPr bwMode="auto">
          <a:xfrm>
            <a:off x="1058899" y="2256005"/>
            <a:ext cx="7241355" cy="375220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5295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Example -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(1) Combine parallel units A, B, &amp; C into single block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(2) Combine parallel units E &amp; F into a single block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(3) Three remaining blocks are in series and can be combined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𝑠𝑦𝑠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𝐴𝐵𝐶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𝐴𝐵𝐶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𝐸𝐹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𝑠𝑦𝑠</m:t>
                          </m:r>
                        </m:sub>
                      </m:sSub>
                      <m:r>
                        <a:rPr lang="en-US" sz="2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6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8" t="-1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12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aab13084cbfb645f826f7dc6731109d6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2636cc15ff2f3d2629ecec77a65aea39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C286B8C-FFD3-47CE-9E8F-4104A49DEB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543E0C-4AA5-4C52-9B5B-4905B030BA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96DB7C-76B3-472D-8F6F-C8E69FE568F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723aa48c-73f2-40da-86b1-f1ae286477fe"/>
    <ds:schemaRef ds:uri="7584c457-6b5a-4caa-be47-be979cbe6555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33220</TotalTime>
  <Words>1548</Words>
  <Application>Microsoft Office PowerPoint</Application>
  <PresentationFormat>Letter Paper (8.5x11 in)</PresentationFormat>
  <Paragraphs>222</Paragraphs>
  <Slides>30</Slides>
  <Notes>9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Cambria Math</vt:lpstr>
      <vt:lpstr>Segoe UI</vt:lpstr>
      <vt:lpstr>Wingdings</vt:lpstr>
      <vt:lpstr>Office Theme</vt:lpstr>
      <vt:lpstr>Lesson 13</vt:lpstr>
      <vt:lpstr>Fault Management</vt:lpstr>
      <vt:lpstr>PowerPoint Presentation</vt:lpstr>
      <vt:lpstr>Fault Management Cont. </vt:lpstr>
      <vt:lpstr>What Fault Management Cannot Address</vt:lpstr>
      <vt:lpstr>Causes of Spacecraft Failures</vt:lpstr>
      <vt:lpstr>PowerPoint Presentation</vt:lpstr>
      <vt:lpstr>PowerPoint Presentation</vt:lpstr>
      <vt:lpstr>PowerPoint Presentation</vt:lpstr>
      <vt:lpstr>Reliability</vt:lpstr>
      <vt:lpstr>Part Failure</vt:lpstr>
      <vt:lpstr>Reliability</vt:lpstr>
      <vt:lpstr>Improving Part/Component Reliability</vt:lpstr>
      <vt:lpstr>Part Screening</vt:lpstr>
      <vt:lpstr>Process Control</vt:lpstr>
      <vt:lpstr>Improving System Reliability</vt:lpstr>
      <vt:lpstr>Same Design Redundancy</vt:lpstr>
      <vt:lpstr>Diverse Design Redundancy</vt:lpstr>
      <vt:lpstr>K-out-of-N Redundancy</vt:lpstr>
      <vt:lpstr>Types of Redundancy</vt:lpstr>
      <vt:lpstr>Reliability Basic Math (1/2)</vt:lpstr>
      <vt:lpstr>Reliability Basic Math (2/2)</vt:lpstr>
      <vt:lpstr>Reliability Block Diagrams (Series)</vt:lpstr>
      <vt:lpstr>Effects of Reliability (Series)</vt:lpstr>
      <vt:lpstr>Reliability Block Diagrams (Parallel)</vt:lpstr>
      <vt:lpstr>Effects of Reliability (Parallel)</vt:lpstr>
      <vt:lpstr>PowerPoint Presentation</vt:lpstr>
      <vt:lpstr>Common Redundancy Models (2/2)</vt:lpstr>
      <vt:lpstr>Example</vt:lpstr>
      <vt:lpstr>Example -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4</cp:revision>
  <cp:lastPrinted>2025-08-01T16:37:26Z</cp:lastPrinted>
  <dcterms:created xsi:type="dcterms:W3CDTF">2025-07-17T17:53:42Z</dcterms:created>
  <dcterms:modified xsi:type="dcterms:W3CDTF">2026-03-11T14:10:27Z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