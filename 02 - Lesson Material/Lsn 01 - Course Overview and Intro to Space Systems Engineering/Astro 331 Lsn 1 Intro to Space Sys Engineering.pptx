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28"/>
  </p:notesMasterIdLst>
  <p:handoutMasterIdLst>
    <p:handoutMasterId r:id="rId29"/>
  </p:handoutMasterIdLst>
  <p:sldIdLst>
    <p:sldId id="256" r:id="rId5"/>
    <p:sldId id="261" r:id="rId6"/>
    <p:sldId id="271" r:id="rId7"/>
    <p:sldId id="257" r:id="rId8"/>
    <p:sldId id="269" r:id="rId9"/>
    <p:sldId id="258" r:id="rId10"/>
    <p:sldId id="263" r:id="rId11"/>
    <p:sldId id="259" r:id="rId12"/>
    <p:sldId id="301" r:id="rId13"/>
    <p:sldId id="262" r:id="rId14"/>
    <p:sldId id="268" r:id="rId15"/>
    <p:sldId id="303" r:id="rId16"/>
    <p:sldId id="264" r:id="rId17"/>
    <p:sldId id="265" r:id="rId18"/>
    <p:sldId id="291" r:id="rId19"/>
    <p:sldId id="293" r:id="rId20"/>
    <p:sldId id="295" r:id="rId21"/>
    <p:sldId id="288" r:id="rId22"/>
    <p:sldId id="297" r:id="rId23"/>
    <p:sldId id="304" r:id="rId24"/>
    <p:sldId id="300" r:id="rId25"/>
    <p:sldId id="302" r:id="rId26"/>
    <p:sldId id="266" r:id="rId27"/>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F1F6903-5720-4AB6-B54A-43C2316A8BB5}" v="271" dt="2026-01-06T05:02:42.219"/>
    <p1510:client id="{7CA697BB-388B-45DA-8748-DA08387235D5}" v="111" dt="2026-01-06T15:17:52.1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9071" autoAdjust="0"/>
  </p:normalViewPr>
  <p:slideViewPr>
    <p:cSldViewPr snapToGrid="0">
      <p:cViewPr varScale="1">
        <p:scale>
          <a:sx n="65" d="100"/>
          <a:sy n="65" d="100"/>
        </p:scale>
        <p:origin x="2934" y="2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undo custSel addSld modSld">
      <pc:chgData name="Harris, Wyatt J Lt Col USAF USAFA DF/DFAS" userId="768bfb95-c272-4014-8fa2-010c15306053" providerId="ADAL" clId="{E18DAD13-4A53-44B8-9F3F-46E167733190}" dt="2026-01-06T15:17:52.132" v="301" actId="20577"/>
      <pc:docMkLst>
        <pc:docMk/>
      </pc:docMkLst>
      <pc:sldChg chg="modSp mod">
        <pc:chgData name="Harris, Wyatt J Lt Col USAF USAFA DF/DFAS" userId="768bfb95-c272-4014-8fa2-010c15306053" providerId="ADAL" clId="{E18DAD13-4A53-44B8-9F3F-46E167733190}" dt="2026-01-06T15:08:14.504" v="151" actId="20577"/>
        <pc:sldMkLst>
          <pc:docMk/>
          <pc:sldMk cId="3690975180" sldId="264"/>
        </pc:sldMkLst>
        <pc:spChg chg="mod">
          <ac:chgData name="Harris, Wyatt J Lt Col USAF USAFA DF/DFAS" userId="768bfb95-c272-4014-8fa2-010c15306053" providerId="ADAL" clId="{E18DAD13-4A53-44B8-9F3F-46E167733190}" dt="2026-01-06T15:08:14.504" v="151" actId="20577"/>
          <ac:spMkLst>
            <pc:docMk/>
            <pc:sldMk cId="3690975180" sldId="264"/>
            <ac:spMk id="2" creationId="{A1EE9E88-12AB-AF2F-ED35-88D937EC4C10}"/>
          </ac:spMkLst>
        </pc:spChg>
      </pc:sldChg>
      <pc:sldChg chg="modSp mod addAnim delAnim modAnim">
        <pc:chgData name="Harris, Wyatt J Lt Col USAF USAFA DF/DFAS" userId="768bfb95-c272-4014-8fa2-010c15306053" providerId="ADAL" clId="{E18DAD13-4A53-44B8-9F3F-46E167733190}" dt="2026-01-06T14:47:38.279" v="30"/>
        <pc:sldMkLst>
          <pc:docMk/>
          <pc:sldMk cId="825316764" sldId="265"/>
        </pc:sldMkLst>
        <pc:spChg chg="mod">
          <ac:chgData name="Harris, Wyatt J Lt Col USAF USAFA DF/DFAS" userId="768bfb95-c272-4014-8fa2-010c15306053" providerId="ADAL" clId="{E18DAD13-4A53-44B8-9F3F-46E167733190}" dt="2026-01-06T14:47:12.846" v="24" actId="1076"/>
          <ac:spMkLst>
            <pc:docMk/>
            <pc:sldMk cId="825316764" sldId="265"/>
            <ac:spMk id="4" creationId="{38905C04-2CA1-3FD3-547E-A0D98B6244BE}"/>
          </ac:spMkLst>
        </pc:spChg>
      </pc:sldChg>
      <pc:sldChg chg="modAnim">
        <pc:chgData name="Harris, Wyatt J Lt Col USAF USAFA DF/DFAS" userId="768bfb95-c272-4014-8fa2-010c15306053" providerId="ADAL" clId="{E18DAD13-4A53-44B8-9F3F-46E167733190}" dt="2026-01-06T14:45:11.681" v="5"/>
        <pc:sldMkLst>
          <pc:docMk/>
          <pc:sldMk cId="373239201" sldId="291"/>
        </pc:sldMkLst>
      </pc:sldChg>
      <pc:sldChg chg="modAnim">
        <pc:chgData name="Harris, Wyatt J Lt Col USAF USAFA DF/DFAS" userId="768bfb95-c272-4014-8fa2-010c15306053" providerId="ADAL" clId="{E18DAD13-4A53-44B8-9F3F-46E167733190}" dt="2026-01-06T14:50:54.555" v="31"/>
        <pc:sldMkLst>
          <pc:docMk/>
          <pc:sldMk cId="707263234" sldId="295"/>
        </pc:sldMkLst>
      </pc:sldChg>
      <pc:sldChg chg="modSp mod">
        <pc:chgData name="Harris, Wyatt J Lt Col USAF USAFA DF/DFAS" userId="768bfb95-c272-4014-8fa2-010c15306053" providerId="ADAL" clId="{E18DAD13-4A53-44B8-9F3F-46E167733190}" dt="2026-01-06T14:44:51.254" v="4" actId="732"/>
        <pc:sldMkLst>
          <pc:docMk/>
          <pc:sldMk cId="3521861797" sldId="297"/>
        </pc:sldMkLst>
        <pc:picChg chg="mod modCrop">
          <ac:chgData name="Harris, Wyatt J Lt Col USAF USAFA DF/DFAS" userId="768bfb95-c272-4014-8fa2-010c15306053" providerId="ADAL" clId="{E18DAD13-4A53-44B8-9F3F-46E167733190}" dt="2026-01-06T14:44:51.254" v="4" actId="732"/>
          <ac:picMkLst>
            <pc:docMk/>
            <pc:sldMk cId="3521861797" sldId="297"/>
            <ac:picMk id="11267" creationId="{00000000-0000-0000-0000-000000000000}"/>
          </ac:picMkLst>
        </pc:picChg>
      </pc:sldChg>
      <pc:sldChg chg="modSp mod modAnim">
        <pc:chgData name="Harris, Wyatt J Lt Col USAF USAFA DF/DFAS" userId="768bfb95-c272-4014-8fa2-010c15306053" providerId="ADAL" clId="{E18DAD13-4A53-44B8-9F3F-46E167733190}" dt="2026-01-06T15:17:52.132" v="301" actId="20577"/>
        <pc:sldMkLst>
          <pc:docMk/>
          <pc:sldMk cId="2746350074" sldId="300"/>
        </pc:sldMkLst>
        <pc:spChg chg="mod">
          <ac:chgData name="Harris, Wyatt J Lt Col USAF USAFA DF/DFAS" userId="768bfb95-c272-4014-8fa2-010c15306053" providerId="ADAL" clId="{E18DAD13-4A53-44B8-9F3F-46E167733190}" dt="2026-01-06T15:17:11.592" v="242" actId="20577"/>
          <ac:spMkLst>
            <pc:docMk/>
            <pc:sldMk cId="2746350074" sldId="300"/>
            <ac:spMk id="2" creationId="{00000000-0000-0000-0000-000000000000}"/>
          </ac:spMkLst>
        </pc:spChg>
        <pc:spChg chg="mod">
          <ac:chgData name="Harris, Wyatt J Lt Col USAF USAFA DF/DFAS" userId="768bfb95-c272-4014-8fa2-010c15306053" providerId="ADAL" clId="{E18DAD13-4A53-44B8-9F3F-46E167733190}" dt="2026-01-06T15:17:52.132" v="301" actId="20577"/>
          <ac:spMkLst>
            <pc:docMk/>
            <pc:sldMk cId="2746350074" sldId="300"/>
            <ac:spMk id="3" creationId="{00000000-0000-0000-0000-000000000000}"/>
          </ac:spMkLst>
        </pc:spChg>
      </pc:sldChg>
      <pc:sldChg chg="addSp delSp modSp new mod">
        <pc:chgData name="Harris, Wyatt J Lt Col USAF USAFA DF/DFAS" userId="768bfb95-c272-4014-8fa2-010c15306053" providerId="ADAL" clId="{E18DAD13-4A53-44B8-9F3F-46E167733190}" dt="2026-01-06T15:11:58.417" v="155" actId="1076"/>
        <pc:sldMkLst>
          <pc:docMk/>
          <pc:sldMk cId="2541984481" sldId="303"/>
        </pc:sldMkLst>
        <pc:spChg chg="mod">
          <ac:chgData name="Harris, Wyatt J Lt Col USAF USAFA DF/DFAS" userId="768bfb95-c272-4014-8fa2-010c15306053" providerId="ADAL" clId="{E18DAD13-4A53-44B8-9F3F-46E167733190}" dt="2026-01-06T15:11:58.417" v="155" actId="1076"/>
          <ac:spMkLst>
            <pc:docMk/>
            <pc:sldMk cId="2541984481" sldId="303"/>
            <ac:spMk id="2" creationId="{AB8F58E0-6D6C-F0CB-5ACF-B53ACA2956B8}"/>
          </ac:spMkLst>
        </pc:spChg>
        <pc:spChg chg="mod">
          <ac:chgData name="Harris, Wyatt J Lt Col USAF USAFA DF/DFAS" userId="768bfb95-c272-4014-8fa2-010c15306053" providerId="ADAL" clId="{E18DAD13-4A53-44B8-9F3F-46E167733190}" dt="2026-01-06T15:08:26.836" v="154" actId="1076"/>
          <ac:spMkLst>
            <pc:docMk/>
            <pc:sldMk cId="2541984481" sldId="303"/>
            <ac:spMk id="3" creationId="{4F2F9763-EAF2-F1FA-6CCB-15ED15C10F98}"/>
          </ac:spMkLst>
        </pc:spChg>
        <pc:spChg chg="mod">
          <ac:chgData name="Harris, Wyatt J Lt Col USAF USAFA DF/DFAS" userId="768bfb95-c272-4014-8fa2-010c15306053" providerId="ADAL" clId="{E18DAD13-4A53-44B8-9F3F-46E167733190}" dt="2026-01-06T15:08:23.527" v="153" actId="1076"/>
          <ac:spMkLst>
            <pc:docMk/>
            <pc:sldMk cId="2541984481" sldId="303"/>
            <ac:spMk id="4" creationId="{B766AAE2-1F61-0E05-D582-D12177DAB9FE}"/>
          </ac:spMkLst>
        </pc:spChg>
        <pc:spChg chg="add mod">
          <ac:chgData name="Harris, Wyatt J Lt Col USAF USAFA DF/DFAS" userId="768bfb95-c272-4014-8fa2-010c15306053" providerId="ADAL" clId="{E18DAD13-4A53-44B8-9F3F-46E167733190}" dt="2026-01-06T15:08:26.836" v="154" actId="1076"/>
          <ac:spMkLst>
            <pc:docMk/>
            <pc:sldMk cId="2541984481" sldId="303"/>
            <ac:spMk id="7" creationId="{E17A9E5A-CE92-E59C-2BBB-F697E482AD36}"/>
          </ac:spMkLst>
        </pc:spChg>
        <pc:spChg chg="add mod">
          <ac:chgData name="Harris, Wyatt J Lt Col USAF USAFA DF/DFAS" userId="768bfb95-c272-4014-8fa2-010c15306053" providerId="ADAL" clId="{E18DAD13-4A53-44B8-9F3F-46E167733190}" dt="2026-01-06T15:08:26.836" v="154" actId="1076"/>
          <ac:spMkLst>
            <pc:docMk/>
            <pc:sldMk cId="2541984481" sldId="303"/>
            <ac:spMk id="8" creationId="{A2FF8624-FBD9-0443-6623-35384218DB31}"/>
          </ac:spMkLst>
        </pc:spChg>
        <pc:picChg chg="add mod">
          <ac:chgData name="Harris, Wyatt J Lt Col USAF USAFA DF/DFAS" userId="768bfb95-c272-4014-8fa2-010c15306053" providerId="ADAL" clId="{E18DAD13-4A53-44B8-9F3F-46E167733190}" dt="2026-01-06T15:08:26.836" v="154" actId="1076"/>
          <ac:picMkLst>
            <pc:docMk/>
            <pc:sldMk cId="2541984481" sldId="303"/>
            <ac:picMk id="6" creationId="{A88DC3DB-74E4-4A56-CB0D-B0A7745A4E54}"/>
          </ac:picMkLst>
        </pc:picChg>
        <pc:picChg chg="add mod">
          <ac:chgData name="Harris, Wyatt J Lt Col USAF USAFA DF/DFAS" userId="768bfb95-c272-4014-8fa2-010c15306053" providerId="ADAL" clId="{E18DAD13-4A53-44B8-9F3F-46E167733190}" dt="2026-01-06T15:08:26.836" v="154" actId="1076"/>
          <ac:picMkLst>
            <pc:docMk/>
            <pc:sldMk cId="2541984481" sldId="303"/>
            <ac:picMk id="1026" creationId="{6895B02E-8895-789B-7F95-859F2AC1D713}"/>
          </ac:picMkLst>
        </pc:picChg>
        <pc:picChg chg="add del mod">
          <ac:chgData name="Harris, Wyatt J Lt Col USAF USAFA DF/DFAS" userId="768bfb95-c272-4014-8fa2-010c15306053" providerId="ADAL" clId="{E18DAD13-4A53-44B8-9F3F-46E167733190}" dt="2026-01-06T15:06:25.938" v="91" actId="478"/>
          <ac:picMkLst>
            <pc:docMk/>
            <pc:sldMk cId="2541984481" sldId="303"/>
            <ac:picMk id="1028" creationId="{03A06DF0-389F-9A25-1C4B-C36BD04ACFB3}"/>
          </ac:picMkLst>
        </pc:picChg>
        <pc:picChg chg="add mod">
          <ac:chgData name="Harris, Wyatt J Lt Col USAF USAFA DF/DFAS" userId="768bfb95-c272-4014-8fa2-010c15306053" providerId="ADAL" clId="{E18DAD13-4A53-44B8-9F3F-46E167733190}" dt="2026-01-06T15:08:26.836" v="154" actId="1076"/>
          <ac:picMkLst>
            <pc:docMk/>
            <pc:sldMk cId="2541984481" sldId="303"/>
            <ac:picMk id="1030" creationId="{A4E30158-A04E-DDB3-D595-159391EE128C}"/>
          </ac:picMkLst>
        </pc:picChg>
      </pc:sldChg>
      <pc:sldChg chg="addSp delSp modSp new mod">
        <pc:chgData name="Harris, Wyatt J Lt Col USAF USAFA DF/DFAS" userId="768bfb95-c272-4014-8fa2-010c15306053" providerId="ADAL" clId="{E18DAD13-4A53-44B8-9F3F-46E167733190}" dt="2026-01-06T15:14:42.113" v="230" actId="20577"/>
        <pc:sldMkLst>
          <pc:docMk/>
          <pc:sldMk cId="1235289733" sldId="304"/>
        </pc:sldMkLst>
        <pc:spChg chg="mod">
          <ac:chgData name="Harris, Wyatt J Lt Col USAF USAFA DF/DFAS" userId="768bfb95-c272-4014-8fa2-010c15306053" providerId="ADAL" clId="{E18DAD13-4A53-44B8-9F3F-46E167733190}" dt="2026-01-06T15:14:42.113" v="230" actId="20577"/>
          <ac:spMkLst>
            <pc:docMk/>
            <pc:sldMk cId="1235289733" sldId="304"/>
            <ac:spMk id="2" creationId="{D0821842-5711-F28D-3DDA-25AD802532A2}"/>
          </ac:spMkLst>
        </pc:spChg>
        <pc:spChg chg="add del mod">
          <ac:chgData name="Harris, Wyatt J Lt Col USAF USAFA DF/DFAS" userId="768bfb95-c272-4014-8fa2-010c15306053" providerId="ADAL" clId="{E18DAD13-4A53-44B8-9F3F-46E167733190}" dt="2026-01-06T15:13:07.968" v="171" actId="20577"/>
          <ac:spMkLst>
            <pc:docMk/>
            <pc:sldMk cId="1235289733" sldId="304"/>
            <ac:spMk id="3" creationId="{3AFCB144-9490-F6FA-2201-CB65B31F6C74}"/>
          </ac:spMkLst>
        </pc:spChg>
        <pc:spChg chg="add mod">
          <ac:chgData name="Harris, Wyatt J Lt Col USAF USAFA DF/DFAS" userId="768bfb95-c272-4014-8fa2-010c15306053" providerId="ADAL" clId="{E18DAD13-4A53-44B8-9F3F-46E167733190}" dt="2026-01-06T15:12:21.653" v="164"/>
          <ac:spMkLst>
            <pc:docMk/>
            <pc:sldMk cId="1235289733" sldId="304"/>
            <ac:spMk id="5" creationId="{DD09113F-55E0-1C0C-AB28-2C7F22C70285}"/>
          </ac:spMkLst>
        </pc:spChg>
        <pc:spChg chg="add mod">
          <ac:chgData name="Harris, Wyatt J Lt Col USAF USAFA DF/DFAS" userId="768bfb95-c272-4014-8fa2-010c15306053" providerId="ADAL" clId="{E18DAD13-4A53-44B8-9F3F-46E167733190}" dt="2026-01-06T15:14:04.673" v="205" actId="13822"/>
          <ac:spMkLst>
            <pc:docMk/>
            <pc:sldMk cId="1235289733" sldId="304"/>
            <ac:spMk id="7" creationId="{9145CB74-B087-B17E-D238-1995B7BAACBD}"/>
          </ac:spMkLst>
        </pc:spChg>
        <pc:picChg chg="add mod">
          <ac:chgData name="Harris, Wyatt J Lt Col USAF USAFA DF/DFAS" userId="768bfb95-c272-4014-8fa2-010c15306053" providerId="ADAL" clId="{E18DAD13-4A53-44B8-9F3F-46E167733190}" dt="2026-01-06T15:14:30.656" v="209" actId="1076"/>
          <ac:picMkLst>
            <pc:docMk/>
            <pc:sldMk cId="1235289733" sldId="304"/>
            <ac:picMk id="8" creationId="{F4F3FA69-01A5-C29D-D74D-FDE0E49AEAC3}"/>
          </ac:picMkLst>
        </pc:picChg>
      </pc:sldChg>
    </pc:docChg>
  </pc:docChgLst>
  <pc:docChgLst>
    <pc:chgData name="Harris, Wyatt J Lt Col USAF USAFA DF/DFAS" userId="768bfb95-c272-4014-8fa2-010c15306053" providerId="ADAL" clId="{95571437-1CDD-49A9-9F44-9267EE8F1204}"/>
    <pc:docChg chg="undo redo custSel addSld delSld modSld sldOrd modMainMaster">
      <pc:chgData name="Harris, Wyatt J Lt Col USAF USAFA DF/DFAS" userId="768bfb95-c272-4014-8fa2-010c15306053" providerId="ADAL" clId="{95571437-1CDD-49A9-9F44-9267EE8F1204}" dt="2026-01-06T05:02:42.219" v="928" actId="20577"/>
      <pc:docMkLst>
        <pc:docMk/>
      </pc:docMkLst>
      <pc:sldChg chg="modSp mod">
        <pc:chgData name="Harris, Wyatt J Lt Col USAF USAFA DF/DFAS" userId="768bfb95-c272-4014-8fa2-010c15306053" providerId="ADAL" clId="{95571437-1CDD-49A9-9F44-9267EE8F1204}" dt="2026-01-06T04:03:59.517" v="521" actId="20577"/>
        <pc:sldMkLst>
          <pc:docMk/>
          <pc:sldMk cId="1444282480" sldId="257"/>
        </pc:sldMkLst>
        <pc:spChg chg="mod">
          <ac:chgData name="Harris, Wyatt J Lt Col USAF USAFA DF/DFAS" userId="768bfb95-c272-4014-8fa2-010c15306053" providerId="ADAL" clId="{95571437-1CDD-49A9-9F44-9267EE8F1204}" dt="2026-01-06T04:03:59.517" v="521" actId="20577"/>
          <ac:spMkLst>
            <pc:docMk/>
            <pc:sldMk cId="1444282480" sldId="257"/>
            <ac:spMk id="3" creationId="{9DF76F0A-3D1B-88BD-8025-2D56AD0BC800}"/>
          </ac:spMkLst>
        </pc:spChg>
      </pc:sldChg>
      <pc:sldChg chg="modSp mod ord">
        <pc:chgData name="Harris, Wyatt J Lt Col USAF USAFA DF/DFAS" userId="768bfb95-c272-4014-8fa2-010c15306053" providerId="ADAL" clId="{95571437-1CDD-49A9-9F44-9267EE8F1204}" dt="2026-01-06T04:07:55.077" v="596"/>
        <pc:sldMkLst>
          <pc:docMk/>
          <pc:sldMk cId="2422111351" sldId="258"/>
        </pc:sldMkLst>
        <pc:spChg chg="mod">
          <ac:chgData name="Harris, Wyatt J Lt Col USAF USAFA DF/DFAS" userId="768bfb95-c272-4014-8fa2-010c15306053" providerId="ADAL" clId="{95571437-1CDD-49A9-9F44-9267EE8F1204}" dt="2026-01-06T04:05:31.578" v="532" actId="20577"/>
          <ac:spMkLst>
            <pc:docMk/>
            <pc:sldMk cId="2422111351" sldId="258"/>
            <ac:spMk id="3" creationId="{E152A201-E5A4-7240-6308-D90B86F46AD5}"/>
          </ac:spMkLst>
        </pc:spChg>
      </pc:sldChg>
      <pc:sldChg chg="modSp mod">
        <pc:chgData name="Harris, Wyatt J Lt Col USAF USAFA DF/DFAS" userId="768bfb95-c272-4014-8fa2-010c15306053" providerId="ADAL" clId="{95571437-1CDD-49A9-9F44-9267EE8F1204}" dt="2026-01-06T04:08:17.574" v="598" actId="20577"/>
        <pc:sldMkLst>
          <pc:docMk/>
          <pc:sldMk cId="1548505821" sldId="259"/>
        </pc:sldMkLst>
        <pc:spChg chg="mod">
          <ac:chgData name="Harris, Wyatt J Lt Col USAF USAFA DF/DFAS" userId="768bfb95-c272-4014-8fa2-010c15306053" providerId="ADAL" clId="{95571437-1CDD-49A9-9F44-9267EE8F1204}" dt="2026-01-06T04:08:17.574" v="598" actId="20577"/>
          <ac:spMkLst>
            <pc:docMk/>
            <pc:sldMk cId="1548505821" sldId="259"/>
            <ac:spMk id="3" creationId="{82237E52-2830-EF73-B923-1AA00591F9C6}"/>
          </ac:spMkLst>
        </pc:spChg>
      </pc:sldChg>
      <pc:sldChg chg="del">
        <pc:chgData name="Harris, Wyatt J Lt Col USAF USAFA DF/DFAS" userId="768bfb95-c272-4014-8fa2-010c15306053" providerId="ADAL" clId="{95571437-1CDD-49A9-9F44-9267EE8F1204}" dt="2026-01-06T04:55:11.303" v="826" actId="47"/>
        <pc:sldMkLst>
          <pc:docMk/>
          <pc:sldMk cId="809330457" sldId="260"/>
        </pc:sldMkLst>
      </pc:sldChg>
      <pc:sldChg chg="modSp mod ord">
        <pc:chgData name="Harris, Wyatt J Lt Col USAF USAFA DF/DFAS" userId="768bfb95-c272-4014-8fa2-010c15306053" providerId="ADAL" clId="{95571437-1CDD-49A9-9F44-9267EE8F1204}" dt="2026-01-06T04:07:49.923" v="592"/>
        <pc:sldMkLst>
          <pc:docMk/>
          <pc:sldMk cId="3918575943" sldId="263"/>
        </pc:sldMkLst>
        <pc:spChg chg="mod">
          <ac:chgData name="Harris, Wyatt J Lt Col USAF USAFA DF/DFAS" userId="768bfb95-c272-4014-8fa2-010c15306053" providerId="ADAL" clId="{95571437-1CDD-49A9-9F44-9267EE8F1204}" dt="2026-01-06T04:07:28.370" v="588" actId="20577"/>
          <ac:spMkLst>
            <pc:docMk/>
            <pc:sldMk cId="3918575943" sldId="263"/>
            <ac:spMk id="3" creationId="{72A36D1B-2101-608F-7768-35C6743AE113}"/>
          </ac:spMkLst>
        </pc:spChg>
      </pc:sldChg>
      <pc:sldChg chg="modSp ord">
        <pc:chgData name="Harris, Wyatt J Lt Col USAF USAFA DF/DFAS" userId="768bfb95-c272-4014-8fa2-010c15306053" providerId="ADAL" clId="{95571437-1CDD-49A9-9F44-9267EE8F1204}" dt="2026-01-06T04:58:50.982" v="844" actId="20577"/>
        <pc:sldMkLst>
          <pc:docMk/>
          <pc:sldMk cId="3690975180" sldId="264"/>
        </pc:sldMkLst>
        <pc:spChg chg="mod">
          <ac:chgData name="Harris, Wyatt J Lt Col USAF USAFA DF/DFAS" userId="768bfb95-c272-4014-8fa2-010c15306053" providerId="ADAL" clId="{95571437-1CDD-49A9-9F44-9267EE8F1204}" dt="2026-01-06T04:58:50.982" v="844" actId="20577"/>
          <ac:spMkLst>
            <pc:docMk/>
            <pc:sldMk cId="3690975180" sldId="264"/>
            <ac:spMk id="2" creationId="{A1EE9E88-12AB-AF2F-ED35-88D937EC4C10}"/>
          </ac:spMkLst>
        </pc:spChg>
      </pc:sldChg>
      <pc:sldChg chg="addSp modSp mod">
        <pc:chgData name="Harris, Wyatt J Lt Col USAF USAFA DF/DFAS" userId="768bfb95-c272-4014-8fa2-010c15306053" providerId="ADAL" clId="{95571437-1CDD-49A9-9F44-9267EE8F1204}" dt="2026-01-06T04:59:20.343" v="845" actId="14100"/>
        <pc:sldMkLst>
          <pc:docMk/>
          <pc:sldMk cId="825316764" sldId="265"/>
        </pc:sldMkLst>
        <pc:spChg chg="mod">
          <ac:chgData name="Harris, Wyatt J Lt Col USAF USAFA DF/DFAS" userId="768bfb95-c272-4014-8fa2-010c15306053" providerId="ADAL" clId="{95571437-1CDD-49A9-9F44-9267EE8F1204}" dt="2026-01-06T04:52:38.326" v="797" actId="20577"/>
          <ac:spMkLst>
            <pc:docMk/>
            <pc:sldMk cId="825316764" sldId="265"/>
            <ac:spMk id="2" creationId="{1FEA7FD4-2B09-B431-72B9-6C35D83A4573}"/>
          </ac:spMkLst>
        </pc:spChg>
        <pc:spChg chg="mod">
          <ac:chgData name="Harris, Wyatt J Lt Col USAF USAFA DF/DFAS" userId="768bfb95-c272-4014-8fa2-010c15306053" providerId="ADAL" clId="{95571437-1CDD-49A9-9F44-9267EE8F1204}" dt="2026-01-06T04:50:39.252" v="744" actId="5793"/>
          <ac:spMkLst>
            <pc:docMk/>
            <pc:sldMk cId="825316764" sldId="265"/>
            <ac:spMk id="3" creationId="{A28ACF2D-E209-D268-6B5C-D66FD45B11BC}"/>
          </ac:spMkLst>
        </pc:spChg>
        <pc:spChg chg="add mod">
          <ac:chgData name="Harris, Wyatt J Lt Col USAF USAFA DF/DFAS" userId="768bfb95-c272-4014-8fa2-010c15306053" providerId="ADAL" clId="{95571437-1CDD-49A9-9F44-9267EE8F1204}" dt="2026-01-06T04:59:20.343" v="845" actId="14100"/>
          <ac:spMkLst>
            <pc:docMk/>
            <pc:sldMk cId="825316764" sldId="265"/>
            <ac:spMk id="4" creationId="{38905C04-2CA1-3FD3-547E-A0D98B6244BE}"/>
          </ac:spMkLst>
        </pc:spChg>
        <pc:spChg chg="add mod">
          <ac:chgData name="Harris, Wyatt J Lt Col USAF USAFA DF/DFAS" userId="768bfb95-c272-4014-8fa2-010c15306053" providerId="ADAL" clId="{95571437-1CDD-49A9-9F44-9267EE8F1204}" dt="2026-01-06T04:50:51.858" v="760" actId="1037"/>
          <ac:spMkLst>
            <pc:docMk/>
            <pc:sldMk cId="825316764" sldId="265"/>
            <ac:spMk id="6" creationId="{032BC0B7-5707-9DDE-7C52-92ED1726B900}"/>
          </ac:spMkLst>
        </pc:spChg>
        <pc:spChg chg="add mod">
          <ac:chgData name="Harris, Wyatt J Lt Col USAF USAFA DF/DFAS" userId="768bfb95-c272-4014-8fa2-010c15306053" providerId="ADAL" clId="{95571437-1CDD-49A9-9F44-9267EE8F1204}" dt="2026-01-06T04:50:51.858" v="760" actId="1037"/>
          <ac:spMkLst>
            <pc:docMk/>
            <pc:sldMk cId="825316764" sldId="265"/>
            <ac:spMk id="7" creationId="{412951AA-09D5-E599-F2F8-4572AFF324F8}"/>
          </ac:spMkLst>
        </pc:spChg>
        <pc:spChg chg="add mod">
          <ac:chgData name="Harris, Wyatt J Lt Col USAF USAFA DF/DFAS" userId="768bfb95-c272-4014-8fa2-010c15306053" providerId="ADAL" clId="{95571437-1CDD-49A9-9F44-9267EE8F1204}" dt="2026-01-06T04:50:51.858" v="760" actId="1037"/>
          <ac:spMkLst>
            <pc:docMk/>
            <pc:sldMk cId="825316764" sldId="265"/>
            <ac:spMk id="8" creationId="{CC3D5EA5-170C-F8BC-26E3-E867F853F098}"/>
          </ac:spMkLst>
        </pc:spChg>
      </pc:sldChg>
      <pc:sldChg chg="ord">
        <pc:chgData name="Harris, Wyatt J Lt Col USAF USAFA DF/DFAS" userId="768bfb95-c272-4014-8fa2-010c15306053" providerId="ADAL" clId="{95571437-1CDD-49A9-9F44-9267EE8F1204}" dt="2026-01-06T04:01:11.021" v="425"/>
        <pc:sldMkLst>
          <pc:docMk/>
          <pc:sldMk cId="794095742" sldId="266"/>
        </pc:sldMkLst>
      </pc:sldChg>
      <pc:sldChg chg="modSp del mod">
        <pc:chgData name="Harris, Wyatt J Lt Col USAF USAFA DF/DFAS" userId="768bfb95-c272-4014-8fa2-010c15306053" providerId="ADAL" clId="{95571437-1CDD-49A9-9F44-9267EE8F1204}" dt="2026-01-06T04:59:35.431" v="847" actId="47"/>
        <pc:sldMkLst>
          <pc:docMk/>
          <pc:sldMk cId="3575794219" sldId="267"/>
        </pc:sldMkLst>
        <pc:spChg chg="mod">
          <ac:chgData name="Harris, Wyatt J Lt Col USAF USAFA DF/DFAS" userId="768bfb95-c272-4014-8fa2-010c15306053" providerId="ADAL" clId="{95571437-1CDD-49A9-9F44-9267EE8F1204}" dt="2026-01-06T04:59:27.716" v="846" actId="21"/>
          <ac:spMkLst>
            <pc:docMk/>
            <pc:sldMk cId="3575794219" sldId="267"/>
            <ac:spMk id="3" creationId="{936195F9-FC45-5C23-B364-618562F4F4F5}"/>
          </ac:spMkLst>
        </pc:spChg>
      </pc:sldChg>
      <pc:sldChg chg="ord modAnim">
        <pc:chgData name="Harris, Wyatt J Lt Col USAF USAFA DF/DFAS" userId="768bfb95-c272-4014-8fa2-010c15306053" providerId="ADAL" clId="{95571437-1CDD-49A9-9F44-9267EE8F1204}" dt="2026-01-06T04:58:25.797" v="833"/>
        <pc:sldMkLst>
          <pc:docMk/>
          <pc:sldMk cId="764116822" sldId="268"/>
        </pc:sldMkLst>
      </pc:sldChg>
      <pc:sldChg chg="modSp mod ord">
        <pc:chgData name="Harris, Wyatt J Lt Col USAF USAFA DF/DFAS" userId="768bfb95-c272-4014-8fa2-010c15306053" providerId="ADAL" clId="{95571437-1CDD-49A9-9F44-9267EE8F1204}" dt="2026-01-06T04:07:51.420" v="594"/>
        <pc:sldMkLst>
          <pc:docMk/>
          <pc:sldMk cId="1142201405" sldId="269"/>
        </pc:sldMkLst>
        <pc:spChg chg="mod">
          <ac:chgData name="Harris, Wyatt J Lt Col USAF USAFA DF/DFAS" userId="768bfb95-c272-4014-8fa2-010c15306053" providerId="ADAL" clId="{95571437-1CDD-49A9-9F44-9267EE8F1204}" dt="2026-01-06T04:04:31.146" v="525" actId="403"/>
          <ac:spMkLst>
            <pc:docMk/>
            <pc:sldMk cId="1142201405" sldId="269"/>
            <ac:spMk id="7" creationId="{F6AA2DB7-94B7-D0EA-9BAB-88FD3DDB6A4F}"/>
          </ac:spMkLst>
        </pc:spChg>
        <pc:picChg chg="mod">
          <ac:chgData name="Harris, Wyatt J Lt Col USAF USAFA DF/DFAS" userId="768bfb95-c272-4014-8fa2-010c15306053" providerId="ADAL" clId="{95571437-1CDD-49A9-9F44-9267EE8F1204}" dt="2026-01-06T04:05:14.961" v="526" actId="1076"/>
          <ac:picMkLst>
            <pc:docMk/>
            <pc:sldMk cId="1142201405" sldId="269"/>
            <ac:picMk id="6" creationId="{E97FBB69-0F98-D9E1-C4CC-53C67F87C7FA}"/>
          </ac:picMkLst>
        </pc:picChg>
      </pc:sldChg>
      <pc:sldChg chg="modSp mod">
        <pc:chgData name="Harris, Wyatt J Lt Col USAF USAFA DF/DFAS" userId="768bfb95-c272-4014-8fa2-010c15306053" providerId="ADAL" clId="{95571437-1CDD-49A9-9F44-9267EE8F1204}" dt="2026-01-06T04:07:02.170" v="582" actId="5793"/>
        <pc:sldMkLst>
          <pc:docMk/>
          <pc:sldMk cId="2396460997" sldId="271"/>
        </pc:sldMkLst>
        <pc:spChg chg="mod">
          <ac:chgData name="Harris, Wyatt J Lt Col USAF USAFA DF/DFAS" userId="768bfb95-c272-4014-8fa2-010c15306053" providerId="ADAL" clId="{95571437-1CDD-49A9-9F44-9267EE8F1204}" dt="2026-01-06T04:07:02.170" v="582" actId="5793"/>
          <ac:spMkLst>
            <pc:docMk/>
            <pc:sldMk cId="2396460997" sldId="271"/>
            <ac:spMk id="3" creationId="{AC10664A-6E14-AB88-0153-46F7B05C0FB4}"/>
          </ac:spMkLst>
        </pc:spChg>
      </pc:sldChg>
      <pc:sldChg chg="addSp delSp add del mod">
        <pc:chgData name="Harris, Wyatt J Lt Col USAF USAFA DF/DFAS" userId="768bfb95-c272-4014-8fa2-010c15306053" providerId="ADAL" clId="{95571437-1CDD-49A9-9F44-9267EE8F1204}" dt="2026-01-06T04:51:59.662" v="796" actId="47"/>
        <pc:sldMkLst>
          <pc:docMk/>
          <pc:sldMk cId="0" sldId="281"/>
        </pc:sldMkLst>
        <pc:spChg chg="add del">
          <ac:chgData name="Harris, Wyatt J Lt Col USAF USAFA DF/DFAS" userId="768bfb95-c272-4014-8fa2-010c15306053" providerId="ADAL" clId="{95571437-1CDD-49A9-9F44-9267EE8F1204}" dt="2026-01-06T04:49:21.222" v="695" actId="21"/>
          <ac:spMkLst>
            <pc:docMk/>
            <pc:sldMk cId="0" sldId="281"/>
            <ac:spMk id="2" creationId="{00000000-0000-0000-0000-000000000000}"/>
          </ac:spMkLst>
        </pc:spChg>
        <pc:spChg chg="add del">
          <ac:chgData name="Harris, Wyatt J Lt Col USAF USAFA DF/DFAS" userId="768bfb95-c272-4014-8fa2-010c15306053" providerId="ADAL" clId="{95571437-1CDD-49A9-9F44-9267EE8F1204}" dt="2026-01-06T04:49:21.222" v="695" actId="21"/>
          <ac:spMkLst>
            <pc:docMk/>
            <pc:sldMk cId="0" sldId="281"/>
            <ac:spMk id="5" creationId="{00000000-0000-0000-0000-000000000000}"/>
          </ac:spMkLst>
        </pc:spChg>
        <pc:spChg chg="add del">
          <ac:chgData name="Harris, Wyatt J Lt Col USAF USAFA DF/DFAS" userId="768bfb95-c272-4014-8fa2-010c15306053" providerId="ADAL" clId="{95571437-1CDD-49A9-9F44-9267EE8F1204}" dt="2026-01-06T04:49:21.222" v="695" actId="21"/>
          <ac:spMkLst>
            <pc:docMk/>
            <pc:sldMk cId="0" sldId="281"/>
            <ac:spMk id="6" creationId="{00000000-0000-0000-0000-000000000000}"/>
          </ac:spMkLst>
        </pc:spChg>
        <pc:spChg chg="add del">
          <ac:chgData name="Harris, Wyatt J Lt Col USAF USAFA DF/DFAS" userId="768bfb95-c272-4014-8fa2-010c15306053" providerId="ADAL" clId="{95571437-1CDD-49A9-9F44-9267EE8F1204}" dt="2026-01-06T04:49:21.222" v="695" actId="21"/>
          <ac:spMkLst>
            <pc:docMk/>
            <pc:sldMk cId="0" sldId="281"/>
            <ac:spMk id="7" creationId="{00000000-0000-0000-0000-000000000000}"/>
          </ac:spMkLst>
        </pc:spChg>
      </pc:sldChg>
      <pc:sldChg chg="addSp delSp modSp add mod">
        <pc:chgData name="Harris, Wyatt J Lt Col USAF USAFA DF/DFAS" userId="768bfb95-c272-4014-8fa2-010c15306053" providerId="ADAL" clId="{95571437-1CDD-49A9-9F44-9267EE8F1204}" dt="2026-01-06T04:01:36.084" v="456" actId="20577"/>
        <pc:sldMkLst>
          <pc:docMk/>
          <pc:sldMk cId="2729361079" sldId="288"/>
        </pc:sldMkLst>
        <pc:spChg chg="add del">
          <ac:chgData name="Harris, Wyatt J Lt Col USAF USAFA DF/DFAS" userId="768bfb95-c272-4014-8fa2-010c15306053" providerId="ADAL" clId="{95571437-1CDD-49A9-9F44-9267EE8F1204}" dt="2026-01-06T04:01:21.260" v="428" actId="22"/>
          <ac:spMkLst>
            <pc:docMk/>
            <pc:sldMk cId="2729361079" sldId="288"/>
            <ac:spMk id="3" creationId="{F90316BB-0B21-D1BD-CE84-41A572A76D67}"/>
          </ac:spMkLst>
        </pc:spChg>
        <pc:spChg chg="add mod">
          <ac:chgData name="Harris, Wyatt J Lt Col USAF USAFA DF/DFAS" userId="768bfb95-c272-4014-8fa2-010c15306053" providerId="ADAL" clId="{95571437-1CDD-49A9-9F44-9267EE8F1204}" dt="2026-01-06T04:01:36.084" v="456" actId="20577"/>
          <ac:spMkLst>
            <pc:docMk/>
            <pc:sldMk cId="2729361079" sldId="288"/>
            <ac:spMk id="5" creationId="{D223FE1E-716B-9D4C-E47F-C49A3DAB7268}"/>
          </ac:spMkLst>
        </pc:spChg>
        <pc:grpChg chg="mod">
          <ac:chgData name="Harris, Wyatt J Lt Col USAF USAFA DF/DFAS" userId="768bfb95-c272-4014-8fa2-010c15306053" providerId="ADAL" clId="{95571437-1CDD-49A9-9F44-9267EE8F1204}" dt="2026-01-06T04:01:16.705" v="426" actId="1076"/>
          <ac:grpSpMkLst>
            <pc:docMk/>
            <pc:sldMk cId="2729361079" sldId="288"/>
            <ac:grpSpMk id="23" creationId="{00000000-0000-0000-0000-000000000000}"/>
          </ac:grpSpMkLst>
        </pc:grpChg>
      </pc:sldChg>
      <pc:sldChg chg="addSp delSp modSp add mod">
        <pc:chgData name="Harris, Wyatt J Lt Col USAF USAFA DF/DFAS" userId="768bfb95-c272-4014-8fa2-010c15306053" providerId="ADAL" clId="{95571437-1CDD-49A9-9F44-9267EE8F1204}" dt="2026-01-06T04:53:37.246" v="811" actId="1076"/>
        <pc:sldMkLst>
          <pc:docMk/>
          <pc:sldMk cId="373239201" sldId="291"/>
        </pc:sldMkLst>
        <pc:spChg chg="add mod">
          <ac:chgData name="Harris, Wyatt J Lt Col USAF USAFA DF/DFAS" userId="768bfb95-c272-4014-8fa2-010c15306053" providerId="ADAL" clId="{95571437-1CDD-49A9-9F44-9267EE8F1204}" dt="2026-01-06T04:51:37.391" v="792" actId="1035"/>
          <ac:spMkLst>
            <pc:docMk/>
            <pc:sldMk cId="373239201" sldId="291"/>
            <ac:spMk id="2" creationId="{8D639413-F584-FAC3-6375-771BBACF835F}"/>
          </ac:spMkLst>
        </pc:spChg>
        <pc:spChg chg="add mod">
          <ac:chgData name="Harris, Wyatt J Lt Col USAF USAFA DF/DFAS" userId="768bfb95-c272-4014-8fa2-010c15306053" providerId="ADAL" clId="{95571437-1CDD-49A9-9F44-9267EE8F1204}" dt="2026-01-06T04:46:46.677" v="634" actId="14100"/>
          <ac:spMkLst>
            <pc:docMk/>
            <pc:sldMk cId="373239201" sldId="291"/>
            <ac:spMk id="3" creationId="{02A57412-46E9-8CE2-7978-02ADD40AC06A}"/>
          </ac:spMkLst>
        </pc:spChg>
        <pc:spChg chg="add mod">
          <ac:chgData name="Harris, Wyatt J Lt Col USAF USAFA DF/DFAS" userId="768bfb95-c272-4014-8fa2-010c15306053" providerId="ADAL" clId="{95571437-1CDD-49A9-9F44-9267EE8F1204}" dt="2026-01-06T04:51:37.391" v="792" actId="1035"/>
          <ac:spMkLst>
            <pc:docMk/>
            <pc:sldMk cId="373239201" sldId="291"/>
            <ac:spMk id="4" creationId="{AE5BEBC8-864F-B359-D52B-B5BC925D65BC}"/>
          </ac:spMkLst>
        </pc:spChg>
        <pc:spChg chg="add del mod">
          <ac:chgData name="Harris, Wyatt J Lt Col USAF USAFA DF/DFAS" userId="768bfb95-c272-4014-8fa2-010c15306053" providerId="ADAL" clId="{95571437-1CDD-49A9-9F44-9267EE8F1204}" dt="2026-01-06T04:53:26.113" v="808" actId="478"/>
          <ac:spMkLst>
            <pc:docMk/>
            <pc:sldMk cId="373239201" sldId="291"/>
            <ac:spMk id="8" creationId="{441FBAA9-919D-D67B-503B-711F45B27E6B}"/>
          </ac:spMkLst>
        </pc:spChg>
        <pc:spChg chg="mod">
          <ac:chgData name="Harris, Wyatt J Lt Col USAF USAFA DF/DFAS" userId="768bfb95-c272-4014-8fa2-010c15306053" providerId="ADAL" clId="{95571437-1CDD-49A9-9F44-9267EE8F1204}" dt="2026-01-06T04:48:36.194" v="687" actId="1076"/>
          <ac:spMkLst>
            <pc:docMk/>
            <pc:sldMk cId="373239201" sldId="291"/>
            <ac:spMk id="10" creationId="{00000000-0000-0000-0000-000000000000}"/>
          </ac:spMkLst>
        </pc:spChg>
        <pc:spChg chg="add mod">
          <ac:chgData name="Harris, Wyatt J Lt Col USAF USAFA DF/DFAS" userId="768bfb95-c272-4014-8fa2-010c15306053" providerId="ADAL" clId="{95571437-1CDD-49A9-9F44-9267EE8F1204}" dt="2026-01-06T04:53:35.877" v="810" actId="14100"/>
          <ac:spMkLst>
            <pc:docMk/>
            <pc:sldMk cId="373239201" sldId="291"/>
            <ac:spMk id="11" creationId="{9D2669C2-A258-A2E2-52FB-55DEE741802D}"/>
          </ac:spMkLst>
        </pc:spChg>
        <pc:spChg chg="mod">
          <ac:chgData name="Harris, Wyatt J Lt Col USAF USAFA DF/DFAS" userId="768bfb95-c272-4014-8fa2-010c15306053" providerId="ADAL" clId="{95571437-1CDD-49A9-9F44-9267EE8F1204}" dt="2026-01-06T04:48:36.194" v="687" actId="1076"/>
          <ac:spMkLst>
            <pc:docMk/>
            <pc:sldMk cId="373239201" sldId="291"/>
            <ac:spMk id="12" creationId="{00000000-0000-0000-0000-000000000000}"/>
          </ac:spMkLst>
        </pc:spChg>
        <pc:spChg chg="mod">
          <ac:chgData name="Harris, Wyatt J Lt Col USAF USAFA DF/DFAS" userId="768bfb95-c272-4014-8fa2-010c15306053" providerId="ADAL" clId="{95571437-1CDD-49A9-9F44-9267EE8F1204}" dt="2026-01-06T04:48:36.194" v="687" actId="1076"/>
          <ac:spMkLst>
            <pc:docMk/>
            <pc:sldMk cId="373239201" sldId="291"/>
            <ac:spMk id="15" creationId="{00000000-0000-0000-0000-000000000000}"/>
          </ac:spMkLst>
        </pc:spChg>
        <pc:spChg chg="mod">
          <ac:chgData name="Harris, Wyatt J Lt Col USAF USAFA DF/DFAS" userId="768bfb95-c272-4014-8fa2-010c15306053" providerId="ADAL" clId="{95571437-1CDD-49A9-9F44-9267EE8F1204}" dt="2026-01-06T04:48:36.194" v="687" actId="1076"/>
          <ac:spMkLst>
            <pc:docMk/>
            <pc:sldMk cId="373239201" sldId="291"/>
            <ac:spMk id="16" creationId="{00000000-0000-0000-0000-000000000000}"/>
          </ac:spMkLst>
        </pc:spChg>
        <pc:spChg chg="mod">
          <ac:chgData name="Harris, Wyatt J Lt Col USAF USAFA DF/DFAS" userId="768bfb95-c272-4014-8fa2-010c15306053" providerId="ADAL" clId="{95571437-1CDD-49A9-9F44-9267EE8F1204}" dt="2026-01-06T04:44:07.508" v="604" actId="1076"/>
          <ac:spMkLst>
            <pc:docMk/>
            <pc:sldMk cId="373239201" sldId="291"/>
            <ac:spMk id="18" creationId="{00000000-0000-0000-0000-000000000000}"/>
          </ac:spMkLst>
        </pc:spChg>
        <pc:spChg chg="mod">
          <ac:chgData name="Harris, Wyatt J Lt Col USAF USAFA DF/DFAS" userId="768bfb95-c272-4014-8fa2-010c15306053" providerId="ADAL" clId="{95571437-1CDD-49A9-9F44-9267EE8F1204}" dt="2026-01-06T04:44:53.900" v="610" actId="14100"/>
          <ac:spMkLst>
            <pc:docMk/>
            <pc:sldMk cId="373239201" sldId="291"/>
            <ac:spMk id="20" creationId="{00000000-0000-0000-0000-000000000000}"/>
          </ac:spMkLst>
        </pc:spChg>
        <pc:spChg chg="del mod">
          <ac:chgData name="Harris, Wyatt J Lt Col USAF USAFA DF/DFAS" userId="768bfb95-c272-4014-8fa2-010c15306053" providerId="ADAL" clId="{95571437-1CDD-49A9-9F44-9267EE8F1204}" dt="2026-01-06T04:45:24.498" v="618" actId="478"/>
          <ac:spMkLst>
            <pc:docMk/>
            <pc:sldMk cId="373239201" sldId="291"/>
            <ac:spMk id="23" creationId="{00000000-0000-0000-0000-000000000000}"/>
          </ac:spMkLst>
        </pc:spChg>
        <pc:spChg chg="mod">
          <ac:chgData name="Harris, Wyatt J Lt Col USAF USAFA DF/DFAS" userId="768bfb95-c272-4014-8fa2-010c15306053" providerId="ADAL" clId="{95571437-1CDD-49A9-9F44-9267EE8F1204}" dt="2026-01-06T04:51:37.391" v="792" actId="1035"/>
          <ac:spMkLst>
            <pc:docMk/>
            <pc:sldMk cId="373239201" sldId="291"/>
            <ac:spMk id="24" creationId="{00000000-0000-0000-0000-000000000000}"/>
          </ac:spMkLst>
        </pc:spChg>
        <pc:spChg chg="del">
          <ac:chgData name="Harris, Wyatt J Lt Col USAF USAFA DF/DFAS" userId="768bfb95-c272-4014-8fa2-010c15306053" providerId="ADAL" clId="{95571437-1CDD-49A9-9F44-9267EE8F1204}" dt="2026-01-06T04:46:51.493" v="635" actId="478"/>
          <ac:spMkLst>
            <pc:docMk/>
            <pc:sldMk cId="373239201" sldId="291"/>
            <ac:spMk id="25" creationId="{00000000-0000-0000-0000-000000000000}"/>
          </ac:spMkLst>
        </pc:spChg>
        <pc:spChg chg="mod">
          <ac:chgData name="Harris, Wyatt J Lt Col USAF USAFA DF/DFAS" userId="768bfb95-c272-4014-8fa2-010c15306053" providerId="ADAL" clId="{95571437-1CDD-49A9-9F44-9267EE8F1204}" dt="2026-01-06T04:46:36.933" v="631" actId="14100"/>
          <ac:spMkLst>
            <pc:docMk/>
            <pc:sldMk cId="373239201" sldId="291"/>
            <ac:spMk id="26" creationId="{00000000-0000-0000-0000-000000000000}"/>
          </ac:spMkLst>
        </pc:spChg>
        <pc:spChg chg="mod">
          <ac:chgData name="Harris, Wyatt J Lt Col USAF USAFA DF/DFAS" userId="768bfb95-c272-4014-8fa2-010c15306053" providerId="ADAL" clId="{95571437-1CDD-49A9-9F44-9267EE8F1204}" dt="2026-01-06T04:51:37.391" v="792" actId="1035"/>
          <ac:spMkLst>
            <pc:docMk/>
            <pc:sldMk cId="373239201" sldId="291"/>
            <ac:spMk id="27" creationId="{00000000-0000-0000-0000-000000000000}"/>
          </ac:spMkLst>
        </pc:spChg>
        <pc:spChg chg="mod">
          <ac:chgData name="Harris, Wyatt J Lt Col USAF USAFA DF/DFAS" userId="768bfb95-c272-4014-8fa2-010c15306053" providerId="ADAL" clId="{95571437-1CDD-49A9-9F44-9267EE8F1204}" dt="2026-01-06T04:51:37.391" v="792" actId="1035"/>
          <ac:spMkLst>
            <pc:docMk/>
            <pc:sldMk cId="373239201" sldId="291"/>
            <ac:spMk id="28" creationId="{00000000-0000-0000-0000-000000000000}"/>
          </ac:spMkLst>
        </pc:spChg>
        <pc:spChg chg="mod">
          <ac:chgData name="Harris, Wyatt J Lt Col USAF USAFA DF/DFAS" userId="768bfb95-c272-4014-8fa2-010c15306053" providerId="ADAL" clId="{95571437-1CDD-49A9-9F44-9267EE8F1204}" dt="2026-01-06T04:51:37.391" v="792" actId="1035"/>
          <ac:spMkLst>
            <pc:docMk/>
            <pc:sldMk cId="373239201" sldId="291"/>
            <ac:spMk id="29" creationId="{00000000-0000-0000-0000-000000000000}"/>
          </ac:spMkLst>
        </pc:spChg>
        <pc:spChg chg="del mod">
          <ac:chgData name="Harris, Wyatt J Lt Col USAF USAFA DF/DFAS" userId="768bfb95-c272-4014-8fa2-010c15306053" providerId="ADAL" clId="{95571437-1CDD-49A9-9F44-9267EE8F1204}" dt="2026-01-06T04:44:58.113" v="611" actId="478"/>
          <ac:spMkLst>
            <pc:docMk/>
            <pc:sldMk cId="373239201" sldId="291"/>
            <ac:spMk id="30" creationId="{00000000-0000-0000-0000-000000000000}"/>
          </ac:spMkLst>
        </pc:spChg>
        <pc:spChg chg="mod">
          <ac:chgData name="Harris, Wyatt J Lt Col USAF USAFA DF/DFAS" userId="768bfb95-c272-4014-8fa2-010c15306053" providerId="ADAL" clId="{95571437-1CDD-49A9-9F44-9267EE8F1204}" dt="2026-01-06T04:46:02.077" v="623" actId="14100"/>
          <ac:spMkLst>
            <pc:docMk/>
            <pc:sldMk cId="373239201" sldId="291"/>
            <ac:spMk id="31" creationId="{00000000-0000-0000-0000-000000000000}"/>
          </ac:spMkLst>
        </pc:spChg>
        <pc:spChg chg="mod">
          <ac:chgData name="Harris, Wyatt J Lt Col USAF USAFA DF/DFAS" userId="768bfb95-c272-4014-8fa2-010c15306053" providerId="ADAL" clId="{95571437-1CDD-49A9-9F44-9267EE8F1204}" dt="2026-01-06T04:51:37.391" v="792" actId="1035"/>
          <ac:spMkLst>
            <pc:docMk/>
            <pc:sldMk cId="373239201" sldId="291"/>
            <ac:spMk id="32" creationId="{00000000-0000-0000-0000-000000000000}"/>
          </ac:spMkLst>
        </pc:spChg>
        <pc:spChg chg="mod">
          <ac:chgData name="Harris, Wyatt J Lt Col USAF USAFA DF/DFAS" userId="768bfb95-c272-4014-8fa2-010c15306053" providerId="ADAL" clId="{95571437-1CDD-49A9-9F44-9267EE8F1204}" dt="2026-01-06T04:51:37.391" v="792" actId="1035"/>
          <ac:spMkLst>
            <pc:docMk/>
            <pc:sldMk cId="373239201" sldId="291"/>
            <ac:spMk id="33" creationId="{00000000-0000-0000-0000-000000000000}"/>
          </ac:spMkLst>
        </pc:spChg>
        <pc:spChg chg="del">
          <ac:chgData name="Harris, Wyatt J Lt Col USAF USAFA DF/DFAS" userId="768bfb95-c272-4014-8fa2-010c15306053" providerId="ADAL" clId="{95571437-1CDD-49A9-9F44-9267EE8F1204}" dt="2026-01-06T04:46:22.960" v="628" actId="478"/>
          <ac:spMkLst>
            <pc:docMk/>
            <pc:sldMk cId="373239201" sldId="291"/>
            <ac:spMk id="34" creationId="{00000000-0000-0000-0000-000000000000}"/>
          </ac:spMkLst>
        </pc:spChg>
        <pc:spChg chg="mod">
          <ac:chgData name="Harris, Wyatt J Lt Col USAF USAFA DF/DFAS" userId="768bfb95-c272-4014-8fa2-010c15306053" providerId="ADAL" clId="{95571437-1CDD-49A9-9F44-9267EE8F1204}" dt="2026-01-06T04:51:37.391" v="792" actId="1035"/>
          <ac:spMkLst>
            <pc:docMk/>
            <pc:sldMk cId="373239201" sldId="291"/>
            <ac:spMk id="35" creationId="{00000000-0000-0000-0000-000000000000}"/>
          </ac:spMkLst>
        </pc:spChg>
        <pc:spChg chg="mod">
          <ac:chgData name="Harris, Wyatt J Lt Col USAF USAFA DF/DFAS" userId="768bfb95-c272-4014-8fa2-010c15306053" providerId="ADAL" clId="{95571437-1CDD-49A9-9F44-9267EE8F1204}" dt="2026-01-06T04:51:37.391" v="792" actId="1035"/>
          <ac:spMkLst>
            <pc:docMk/>
            <pc:sldMk cId="373239201" sldId="291"/>
            <ac:spMk id="36" creationId="{00000000-0000-0000-0000-000000000000}"/>
          </ac:spMkLst>
        </pc:spChg>
        <pc:spChg chg="del">
          <ac:chgData name="Harris, Wyatt J Lt Col USAF USAFA DF/DFAS" userId="768bfb95-c272-4014-8fa2-010c15306053" providerId="ADAL" clId="{95571437-1CDD-49A9-9F44-9267EE8F1204}" dt="2026-01-06T04:47:35.750" v="645" actId="478"/>
          <ac:spMkLst>
            <pc:docMk/>
            <pc:sldMk cId="373239201" sldId="291"/>
            <ac:spMk id="37" creationId="{00000000-0000-0000-0000-000000000000}"/>
          </ac:spMkLst>
        </pc:spChg>
        <pc:spChg chg="mod">
          <ac:chgData name="Harris, Wyatt J Lt Col USAF USAFA DF/DFAS" userId="768bfb95-c272-4014-8fa2-010c15306053" providerId="ADAL" clId="{95571437-1CDD-49A9-9F44-9267EE8F1204}" dt="2026-01-06T04:43:57.328" v="601" actId="404"/>
          <ac:spMkLst>
            <pc:docMk/>
            <pc:sldMk cId="373239201" sldId="291"/>
            <ac:spMk id="8195" creationId="{00000000-0000-0000-0000-000000000000}"/>
          </ac:spMkLst>
        </pc:spChg>
        <pc:spChg chg="del mod">
          <ac:chgData name="Harris, Wyatt J Lt Col USAF USAFA DF/DFAS" userId="768bfb95-c272-4014-8fa2-010c15306053" providerId="ADAL" clId="{95571437-1CDD-49A9-9F44-9267EE8F1204}" dt="2026-01-06T04:51:31.929" v="773"/>
          <ac:spMkLst>
            <pc:docMk/>
            <pc:sldMk cId="373239201" sldId="291"/>
            <ac:spMk id="8196" creationId="{00000000-0000-0000-0000-000000000000}"/>
          </ac:spMkLst>
        </pc:spChg>
        <pc:spChg chg="mod">
          <ac:chgData name="Harris, Wyatt J Lt Col USAF USAFA DF/DFAS" userId="768bfb95-c272-4014-8fa2-010c15306053" providerId="ADAL" clId="{95571437-1CDD-49A9-9F44-9267EE8F1204}" dt="2026-01-06T04:48:36.194" v="687" actId="1076"/>
          <ac:spMkLst>
            <pc:docMk/>
            <pc:sldMk cId="373239201" sldId="291"/>
            <ac:spMk id="8220" creationId="{00000000-0000-0000-0000-000000000000}"/>
          </ac:spMkLst>
        </pc:spChg>
        <pc:spChg chg="mod">
          <ac:chgData name="Harris, Wyatt J Lt Col USAF USAFA DF/DFAS" userId="768bfb95-c272-4014-8fa2-010c15306053" providerId="ADAL" clId="{95571437-1CDD-49A9-9F44-9267EE8F1204}" dt="2026-01-06T04:48:36.194" v="687" actId="1076"/>
          <ac:spMkLst>
            <pc:docMk/>
            <pc:sldMk cId="373239201" sldId="291"/>
            <ac:spMk id="8222" creationId="{00000000-0000-0000-0000-000000000000}"/>
          </ac:spMkLst>
        </pc:spChg>
        <pc:spChg chg="mod">
          <ac:chgData name="Harris, Wyatt J Lt Col USAF USAFA DF/DFAS" userId="768bfb95-c272-4014-8fa2-010c15306053" providerId="ADAL" clId="{95571437-1CDD-49A9-9F44-9267EE8F1204}" dt="2026-01-06T04:48:36.194" v="687" actId="1076"/>
          <ac:spMkLst>
            <pc:docMk/>
            <pc:sldMk cId="373239201" sldId="291"/>
            <ac:spMk id="8223" creationId="{00000000-0000-0000-0000-000000000000}"/>
          </ac:spMkLst>
        </pc:spChg>
        <pc:spChg chg="mod">
          <ac:chgData name="Harris, Wyatt J Lt Col USAF USAFA DF/DFAS" userId="768bfb95-c272-4014-8fa2-010c15306053" providerId="ADAL" clId="{95571437-1CDD-49A9-9F44-9267EE8F1204}" dt="2026-01-06T04:48:36.194" v="687" actId="1076"/>
          <ac:spMkLst>
            <pc:docMk/>
            <pc:sldMk cId="373239201" sldId="291"/>
            <ac:spMk id="8226" creationId="{00000000-0000-0000-0000-000000000000}"/>
          </ac:spMkLst>
        </pc:spChg>
        <pc:spChg chg="mod">
          <ac:chgData name="Harris, Wyatt J Lt Col USAF USAFA DF/DFAS" userId="768bfb95-c272-4014-8fa2-010c15306053" providerId="ADAL" clId="{95571437-1CDD-49A9-9F44-9267EE8F1204}" dt="2026-01-06T04:53:28.089" v="809" actId="113"/>
          <ac:spMkLst>
            <pc:docMk/>
            <pc:sldMk cId="373239201" sldId="291"/>
            <ac:spMk id="16387" creationId="{00000000-0000-0000-0000-000000000000}"/>
          </ac:spMkLst>
        </pc:spChg>
        <pc:grpChg chg="del">
          <ac:chgData name="Harris, Wyatt J Lt Col USAF USAFA DF/DFAS" userId="768bfb95-c272-4014-8fa2-010c15306053" providerId="ADAL" clId="{95571437-1CDD-49A9-9F44-9267EE8F1204}" dt="2026-01-06T04:51:07.703" v="761" actId="478"/>
          <ac:grpSpMkLst>
            <pc:docMk/>
            <pc:sldMk cId="373239201" sldId="291"/>
            <ac:grpSpMk id="8212" creationId="{00000000-0000-0000-0000-000000000000}"/>
          </ac:grpSpMkLst>
        </pc:grpChg>
        <pc:grpChg chg="mod">
          <ac:chgData name="Harris, Wyatt J Lt Col USAF USAFA DF/DFAS" userId="768bfb95-c272-4014-8fa2-010c15306053" providerId="ADAL" clId="{95571437-1CDD-49A9-9F44-9267EE8F1204}" dt="2026-01-06T04:48:36.194" v="687" actId="1076"/>
          <ac:grpSpMkLst>
            <pc:docMk/>
            <pc:sldMk cId="373239201" sldId="291"/>
            <ac:grpSpMk id="8215" creationId="{00000000-0000-0000-0000-000000000000}"/>
          </ac:grpSpMkLst>
        </pc:grpChg>
        <pc:grpChg chg="mod">
          <ac:chgData name="Harris, Wyatt J Lt Col USAF USAFA DF/DFAS" userId="768bfb95-c272-4014-8fa2-010c15306053" providerId="ADAL" clId="{95571437-1CDD-49A9-9F44-9267EE8F1204}" dt="2026-01-06T04:48:36.194" v="687" actId="1076"/>
          <ac:grpSpMkLst>
            <pc:docMk/>
            <pc:sldMk cId="373239201" sldId="291"/>
            <ac:grpSpMk id="8216" creationId="{00000000-0000-0000-0000-000000000000}"/>
          </ac:grpSpMkLst>
        </pc:grpChg>
        <pc:picChg chg="add mod">
          <ac:chgData name="Harris, Wyatt J Lt Col USAF USAFA DF/DFAS" userId="768bfb95-c272-4014-8fa2-010c15306053" providerId="ADAL" clId="{95571437-1CDD-49A9-9F44-9267EE8F1204}" dt="2026-01-06T04:53:37.246" v="811" actId="1076"/>
          <ac:picMkLst>
            <pc:docMk/>
            <pc:sldMk cId="373239201" sldId="291"/>
            <ac:picMk id="6" creationId="{C20C21E3-5825-0E27-D470-8C8327BD7D1C}"/>
          </ac:picMkLst>
        </pc:picChg>
      </pc:sldChg>
      <pc:sldChg chg="modSp add mod ord modAnim">
        <pc:chgData name="Harris, Wyatt J Lt Col USAF USAFA DF/DFAS" userId="768bfb95-c272-4014-8fa2-010c15306053" providerId="ADAL" clId="{95571437-1CDD-49A9-9F44-9267EE8F1204}" dt="2026-01-06T04:56:25.601" v="831"/>
        <pc:sldMkLst>
          <pc:docMk/>
          <pc:sldMk cId="1387595955" sldId="293"/>
        </pc:sldMkLst>
        <pc:spChg chg="mod">
          <ac:chgData name="Harris, Wyatt J Lt Col USAF USAFA DF/DFAS" userId="768bfb95-c272-4014-8fa2-010c15306053" providerId="ADAL" clId="{95571437-1CDD-49A9-9F44-9267EE8F1204}" dt="2026-01-06T03:43:01.327" v="13" actId="1076"/>
          <ac:spMkLst>
            <pc:docMk/>
            <pc:sldMk cId="1387595955" sldId="293"/>
            <ac:spMk id="2" creationId="{00000000-0000-0000-0000-000000000000}"/>
          </ac:spMkLst>
        </pc:spChg>
        <pc:spChg chg="mod">
          <ac:chgData name="Harris, Wyatt J Lt Col USAF USAFA DF/DFAS" userId="768bfb95-c272-4014-8fa2-010c15306053" providerId="ADAL" clId="{95571437-1CDD-49A9-9F44-9267EE8F1204}" dt="2026-01-06T03:43:25.034" v="17" actId="1582"/>
          <ac:spMkLst>
            <pc:docMk/>
            <pc:sldMk cId="1387595955" sldId="293"/>
            <ac:spMk id="3" creationId="{00000000-0000-0000-0000-000000000000}"/>
          </ac:spMkLst>
        </pc:spChg>
      </pc:sldChg>
      <pc:sldChg chg="addSp modSp add mod">
        <pc:chgData name="Harris, Wyatt J Lt Col USAF USAFA DF/DFAS" userId="768bfb95-c272-4014-8fa2-010c15306053" providerId="ADAL" clId="{95571437-1CDD-49A9-9F44-9267EE8F1204}" dt="2026-01-06T04:00:46.467" v="406" actId="20577"/>
        <pc:sldMkLst>
          <pc:docMk/>
          <pc:sldMk cId="707263234" sldId="295"/>
        </pc:sldMkLst>
        <pc:spChg chg="add mod">
          <ac:chgData name="Harris, Wyatt J Lt Col USAF USAFA DF/DFAS" userId="768bfb95-c272-4014-8fa2-010c15306053" providerId="ADAL" clId="{95571437-1CDD-49A9-9F44-9267EE8F1204}" dt="2026-01-06T04:00:46.467" v="406" actId="20577"/>
          <ac:spMkLst>
            <pc:docMk/>
            <pc:sldMk cId="707263234" sldId="295"/>
            <ac:spMk id="2" creationId="{69A81FE4-7930-9953-1851-5ACAE72ECC10}"/>
          </ac:spMkLst>
        </pc:spChg>
        <pc:picChg chg="mod modCrop">
          <ac:chgData name="Harris, Wyatt J Lt Col USAF USAFA DF/DFAS" userId="768bfb95-c272-4014-8fa2-010c15306053" providerId="ADAL" clId="{95571437-1CDD-49A9-9F44-9267EE8F1204}" dt="2026-01-06T04:00:27.801" v="353" actId="1076"/>
          <ac:picMkLst>
            <pc:docMk/>
            <pc:sldMk cId="707263234" sldId="295"/>
            <ac:picMk id="4" creationId="{00000000-0000-0000-0000-000000000000}"/>
          </ac:picMkLst>
        </pc:picChg>
      </pc:sldChg>
      <pc:sldChg chg="modSp add mod modAnim">
        <pc:chgData name="Harris, Wyatt J Lt Col USAF USAFA DF/DFAS" userId="768bfb95-c272-4014-8fa2-010c15306053" providerId="ADAL" clId="{95571437-1CDD-49A9-9F44-9267EE8F1204}" dt="2026-01-06T03:47:19.016" v="40"/>
        <pc:sldMkLst>
          <pc:docMk/>
          <pc:sldMk cId="3521861797" sldId="297"/>
        </pc:sldMkLst>
        <pc:spChg chg="mod">
          <ac:chgData name="Harris, Wyatt J Lt Col USAF USAFA DF/DFAS" userId="768bfb95-c272-4014-8fa2-010c15306053" providerId="ADAL" clId="{95571437-1CDD-49A9-9F44-9267EE8F1204}" dt="2026-01-06T03:44:27.119" v="29" actId="1076"/>
          <ac:spMkLst>
            <pc:docMk/>
            <pc:sldMk cId="3521861797" sldId="297"/>
            <ac:spMk id="11266" creationId="{00000000-0000-0000-0000-000000000000}"/>
          </ac:spMkLst>
        </pc:spChg>
        <pc:spChg chg="mod">
          <ac:chgData name="Harris, Wyatt J Lt Col USAF USAFA DF/DFAS" userId="768bfb95-c272-4014-8fa2-010c15306053" providerId="ADAL" clId="{95571437-1CDD-49A9-9F44-9267EE8F1204}" dt="2026-01-06T03:45:26.857" v="35" actId="1076"/>
          <ac:spMkLst>
            <pc:docMk/>
            <pc:sldMk cId="3521861797" sldId="297"/>
            <ac:spMk id="17415" creationId="{00000000-0000-0000-0000-000000000000}"/>
          </ac:spMkLst>
        </pc:spChg>
        <pc:spChg chg="mod">
          <ac:chgData name="Harris, Wyatt J Lt Col USAF USAFA DF/DFAS" userId="768bfb95-c272-4014-8fa2-010c15306053" providerId="ADAL" clId="{95571437-1CDD-49A9-9F44-9267EE8F1204}" dt="2026-01-06T03:45:26.857" v="35" actId="1076"/>
          <ac:spMkLst>
            <pc:docMk/>
            <pc:sldMk cId="3521861797" sldId="297"/>
            <ac:spMk id="17416" creationId="{00000000-0000-0000-0000-000000000000}"/>
          </ac:spMkLst>
        </pc:spChg>
        <pc:spChg chg="mod">
          <ac:chgData name="Harris, Wyatt J Lt Col USAF USAFA DF/DFAS" userId="768bfb95-c272-4014-8fa2-010c15306053" providerId="ADAL" clId="{95571437-1CDD-49A9-9F44-9267EE8F1204}" dt="2026-01-06T03:45:26.857" v="35" actId="1076"/>
          <ac:spMkLst>
            <pc:docMk/>
            <pc:sldMk cId="3521861797" sldId="297"/>
            <ac:spMk id="17417" creationId="{00000000-0000-0000-0000-000000000000}"/>
          </ac:spMkLst>
        </pc:spChg>
        <pc:spChg chg="mod">
          <ac:chgData name="Harris, Wyatt J Lt Col USAF USAFA DF/DFAS" userId="768bfb95-c272-4014-8fa2-010c15306053" providerId="ADAL" clId="{95571437-1CDD-49A9-9F44-9267EE8F1204}" dt="2026-01-06T03:45:26.857" v="35" actId="1076"/>
          <ac:spMkLst>
            <pc:docMk/>
            <pc:sldMk cId="3521861797" sldId="297"/>
            <ac:spMk id="17418" creationId="{00000000-0000-0000-0000-000000000000}"/>
          </ac:spMkLst>
        </pc:spChg>
        <pc:spChg chg="mod">
          <ac:chgData name="Harris, Wyatt J Lt Col USAF USAFA DF/DFAS" userId="768bfb95-c272-4014-8fa2-010c15306053" providerId="ADAL" clId="{95571437-1CDD-49A9-9F44-9267EE8F1204}" dt="2026-01-06T03:46:01.543" v="36" actId="1076"/>
          <ac:spMkLst>
            <pc:docMk/>
            <pc:sldMk cId="3521861797" sldId="297"/>
            <ac:spMk id="17419" creationId="{00000000-0000-0000-0000-000000000000}"/>
          </ac:spMkLst>
        </pc:spChg>
        <pc:picChg chg="mod">
          <ac:chgData name="Harris, Wyatt J Lt Col USAF USAFA DF/DFAS" userId="768bfb95-c272-4014-8fa2-010c15306053" providerId="ADAL" clId="{95571437-1CDD-49A9-9F44-9267EE8F1204}" dt="2026-01-06T03:45:26.857" v="35" actId="1076"/>
          <ac:picMkLst>
            <pc:docMk/>
            <pc:sldMk cId="3521861797" sldId="297"/>
            <ac:picMk id="11267" creationId="{00000000-0000-0000-0000-000000000000}"/>
          </ac:picMkLst>
        </pc:picChg>
      </pc:sldChg>
      <pc:sldChg chg="modSp add mod">
        <pc:chgData name="Harris, Wyatt J Lt Col USAF USAFA DF/DFAS" userId="768bfb95-c272-4014-8fa2-010c15306053" providerId="ADAL" clId="{95571437-1CDD-49A9-9F44-9267EE8F1204}" dt="2026-01-06T05:02:42.219" v="928" actId="20577"/>
        <pc:sldMkLst>
          <pc:docMk/>
          <pc:sldMk cId="2746350074" sldId="300"/>
        </pc:sldMkLst>
        <pc:spChg chg="mod">
          <ac:chgData name="Harris, Wyatt J Lt Col USAF USAFA DF/DFAS" userId="768bfb95-c272-4014-8fa2-010c15306053" providerId="ADAL" clId="{95571437-1CDD-49A9-9F44-9267EE8F1204}" dt="2026-01-06T05:02:42.219" v="928" actId="20577"/>
          <ac:spMkLst>
            <pc:docMk/>
            <pc:sldMk cId="2746350074" sldId="300"/>
            <ac:spMk id="3" creationId="{00000000-0000-0000-0000-000000000000}"/>
          </ac:spMkLst>
        </pc:spChg>
      </pc:sldChg>
      <pc:sldChg chg="modSp add del mod modAnim">
        <pc:chgData name="Harris, Wyatt J Lt Col USAF USAFA DF/DFAS" userId="768bfb95-c272-4014-8fa2-010c15306053" providerId="ADAL" clId="{95571437-1CDD-49A9-9F44-9267EE8F1204}" dt="2026-01-06T04:55:48.168" v="828" actId="2696"/>
        <pc:sldMkLst>
          <pc:docMk/>
          <pc:sldMk cId="4001009038" sldId="300"/>
        </pc:sldMkLst>
        <pc:spChg chg="mod">
          <ac:chgData name="Harris, Wyatt J Lt Col USAF USAFA DF/DFAS" userId="768bfb95-c272-4014-8fa2-010c15306053" providerId="ADAL" clId="{95571437-1CDD-49A9-9F44-9267EE8F1204}" dt="2026-01-06T04:55:45.641" v="827" actId="6549"/>
          <ac:spMkLst>
            <pc:docMk/>
            <pc:sldMk cId="4001009038" sldId="300"/>
            <ac:spMk id="2" creationId="{00000000-0000-0000-0000-000000000000}"/>
          </ac:spMkLst>
        </pc:spChg>
        <pc:spChg chg="mod">
          <ac:chgData name="Harris, Wyatt J Lt Col USAF USAFA DF/DFAS" userId="768bfb95-c272-4014-8fa2-010c15306053" providerId="ADAL" clId="{95571437-1CDD-49A9-9F44-9267EE8F1204}" dt="2026-01-06T04:54:36.525" v="825" actId="403"/>
          <ac:spMkLst>
            <pc:docMk/>
            <pc:sldMk cId="4001009038" sldId="300"/>
            <ac:spMk id="3" creationId="{00000000-0000-0000-0000-000000000000}"/>
          </ac:spMkLst>
        </pc:spChg>
      </pc:sldChg>
      <pc:sldChg chg="modSp new mod">
        <pc:chgData name="Harris, Wyatt J Lt Col USAF USAFA DF/DFAS" userId="768bfb95-c272-4014-8fa2-010c15306053" providerId="ADAL" clId="{95571437-1CDD-49A9-9F44-9267EE8F1204}" dt="2026-01-06T03:59:00.206" v="348" actId="242"/>
        <pc:sldMkLst>
          <pc:docMk/>
          <pc:sldMk cId="249915132" sldId="301"/>
        </pc:sldMkLst>
        <pc:spChg chg="mod">
          <ac:chgData name="Harris, Wyatt J Lt Col USAF USAFA DF/DFAS" userId="768bfb95-c272-4014-8fa2-010c15306053" providerId="ADAL" clId="{95571437-1CDD-49A9-9F44-9267EE8F1204}" dt="2026-01-06T03:56:08.897" v="313" actId="403"/>
          <ac:spMkLst>
            <pc:docMk/>
            <pc:sldMk cId="249915132" sldId="301"/>
            <ac:spMk id="2" creationId="{8CD787F9-F13E-C03E-78F8-470B53CD40F8}"/>
          </ac:spMkLst>
        </pc:spChg>
        <pc:spChg chg="mod">
          <ac:chgData name="Harris, Wyatt J Lt Col USAF USAFA DF/DFAS" userId="768bfb95-c272-4014-8fa2-010c15306053" providerId="ADAL" clId="{95571437-1CDD-49A9-9F44-9267EE8F1204}" dt="2026-01-06T03:59:00.206" v="348" actId="242"/>
          <ac:spMkLst>
            <pc:docMk/>
            <pc:sldMk cId="249915132" sldId="301"/>
            <ac:spMk id="3" creationId="{9A367593-4FDC-3311-BED2-837EE1FEE5AE}"/>
          </ac:spMkLst>
        </pc:spChg>
      </pc:sldChg>
      <pc:sldChg chg="addSp delSp modSp new mod modClrScheme chgLayout">
        <pc:chgData name="Harris, Wyatt J Lt Col USAF USAFA DF/DFAS" userId="768bfb95-c272-4014-8fa2-010c15306053" providerId="ADAL" clId="{95571437-1CDD-49A9-9F44-9267EE8F1204}" dt="2026-01-06T04:01:09.146" v="423" actId="478"/>
        <pc:sldMkLst>
          <pc:docMk/>
          <pc:sldMk cId="4205965867" sldId="302"/>
        </pc:sldMkLst>
        <pc:spChg chg="del mod ord">
          <ac:chgData name="Harris, Wyatt J Lt Col USAF USAFA DF/DFAS" userId="768bfb95-c272-4014-8fa2-010c15306053" providerId="ADAL" clId="{95571437-1CDD-49A9-9F44-9267EE8F1204}" dt="2026-01-06T04:01:03.624" v="408" actId="700"/>
          <ac:spMkLst>
            <pc:docMk/>
            <pc:sldMk cId="4205965867" sldId="302"/>
            <ac:spMk id="2" creationId="{FBBD5C6E-1B4F-2C19-D39D-304D42938CB9}"/>
          </ac:spMkLst>
        </pc:spChg>
        <pc:spChg chg="del mod ord">
          <ac:chgData name="Harris, Wyatt J Lt Col USAF USAFA DF/DFAS" userId="768bfb95-c272-4014-8fa2-010c15306053" providerId="ADAL" clId="{95571437-1CDD-49A9-9F44-9267EE8F1204}" dt="2026-01-06T04:01:03.624" v="408" actId="700"/>
          <ac:spMkLst>
            <pc:docMk/>
            <pc:sldMk cId="4205965867" sldId="302"/>
            <ac:spMk id="3" creationId="{7CEE2A2E-B046-2C04-EC00-904667A241DD}"/>
          </ac:spMkLst>
        </pc:spChg>
        <pc:spChg chg="mod ord">
          <ac:chgData name="Harris, Wyatt J Lt Col USAF USAFA DF/DFAS" userId="768bfb95-c272-4014-8fa2-010c15306053" providerId="ADAL" clId="{95571437-1CDD-49A9-9F44-9267EE8F1204}" dt="2026-01-06T04:01:03.624" v="408" actId="700"/>
          <ac:spMkLst>
            <pc:docMk/>
            <pc:sldMk cId="4205965867" sldId="302"/>
            <ac:spMk id="4" creationId="{760CE7B3-DC8B-6C4F-9128-769A3729A0A1}"/>
          </ac:spMkLst>
        </pc:spChg>
        <pc:spChg chg="add mod ord">
          <ac:chgData name="Harris, Wyatt J Lt Col USAF USAFA DF/DFAS" userId="768bfb95-c272-4014-8fa2-010c15306053" providerId="ADAL" clId="{95571437-1CDD-49A9-9F44-9267EE8F1204}" dt="2026-01-06T04:01:07.163" v="422" actId="20577"/>
          <ac:spMkLst>
            <pc:docMk/>
            <pc:sldMk cId="4205965867" sldId="302"/>
            <ac:spMk id="5" creationId="{A486EC3D-63B5-405D-C3E5-FD1676A46AB6}"/>
          </ac:spMkLst>
        </pc:spChg>
        <pc:spChg chg="add del mod ord">
          <ac:chgData name="Harris, Wyatt J Lt Col USAF USAFA DF/DFAS" userId="768bfb95-c272-4014-8fa2-010c15306053" providerId="ADAL" clId="{95571437-1CDD-49A9-9F44-9267EE8F1204}" dt="2026-01-06T04:01:09.146" v="423" actId="478"/>
          <ac:spMkLst>
            <pc:docMk/>
            <pc:sldMk cId="4205965867" sldId="302"/>
            <ac:spMk id="6" creationId="{79BDE9F2-48CB-5228-CC61-A78C96B51AFE}"/>
          </ac:spMkLst>
        </pc:spChg>
      </pc:sldChg>
      <pc:sldMasterChg chg="modSp mod">
        <pc:chgData name="Harris, Wyatt J Lt Col USAF USAFA DF/DFAS" userId="768bfb95-c272-4014-8fa2-010c15306053" providerId="ADAL" clId="{95571437-1CDD-49A9-9F44-9267EE8F1204}" dt="2026-01-06T03:23:30.941" v="10" actId="14100"/>
        <pc:sldMasterMkLst>
          <pc:docMk/>
          <pc:sldMasterMk cId="85601226" sldId="2147483660"/>
        </pc:sldMasterMkLst>
        <pc:spChg chg="mod">
          <ac:chgData name="Harris, Wyatt J Lt Col USAF USAFA DF/DFAS" userId="768bfb95-c272-4014-8fa2-010c15306053" providerId="ADAL" clId="{95571437-1CDD-49A9-9F44-9267EE8F1204}" dt="2026-01-06T03:23:30.941" v="10" actId="14100"/>
          <ac:spMkLst>
            <pc:docMk/>
            <pc:sldMasterMk cId="85601226" sldId="2147483660"/>
            <ac:spMk id="8" creationId="{1B2918AF-A31D-A49D-520C-D6A347912BFA}"/>
          </ac:spMkLst>
        </pc:spChg>
      </pc:sldMasterChg>
    </pc:docChg>
  </pc:docChgLst>
  <pc:docChgLst>
    <pc:chgData name="Harris, Wyatt J Lt Col USAF USAFA DF/DFAS" userId="768bfb95-c272-4014-8fa2-010c15306053" providerId="ADAL" clId="{F3711698-5DD9-46F6-BE65-19B04B1F152B}"/>
    <pc:docChg chg="undo custSel addSld delSld modSld">
      <pc:chgData name="Harris, Wyatt J Lt Col USAF USAFA DF/DFAS" userId="768bfb95-c272-4014-8fa2-010c15306053" providerId="ADAL" clId="{F3711698-5DD9-46F6-BE65-19B04B1F152B}" dt="2026-01-05T20:22:39.114" v="209" actId="20577"/>
      <pc:docMkLst>
        <pc:docMk/>
      </pc:docMkLst>
      <pc:sldChg chg="modSp mod">
        <pc:chgData name="Harris, Wyatt J Lt Col USAF USAFA DF/DFAS" userId="768bfb95-c272-4014-8fa2-010c15306053" providerId="ADAL" clId="{F3711698-5DD9-46F6-BE65-19B04B1F152B}" dt="2025-12-15T22:57:43.020" v="154" actId="20577"/>
        <pc:sldMkLst>
          <pc:docMk/>
          <pc:sldMk cId="1444282480" sldId="257"/>
        </pc:sldMkLst>
        <pc:spChg chg="mod">
          <ac:chgData name="Harris, Wyatt J Lt Col USAF USAFA DF/DFAS" userId="768bfb95-c272-4014-8fa2-010c15306053" providerId="ADAL" clId="{F3711698-5DD9-46F6-BE65-19B04B1F152B}" dt="2025-12-15T22:57:43.020" v="154" actId="20577"/>
          <ac:spMkLst>
            <pc:docMk/>
            <pc:sldMk cId="1444282480" sldId="257"/>
            <ac:spMk id="2" creationId="{0B4BC783-0DA8-F773-63D5-3B2F0C0DDF70}"/>
          </ac:spMkLst>
        </pc:spChg>
        <pc:spChg chg="mod">
          <ac:chgData name="Harris, Wyatt J Lt Col USAF USAFA DF/DFAS" userId="768bfb95-c272-4014-8fa2-010c15306053" providerId="ADAL" clId="{F3711698-5DD9-46F6-BE65-19B04B1F152B}" dt="2025-12-15T22:38:31.838" v="142" actId="20577"/>
          <ac:spMkLst>
            <pc:docMk/>
            <pc:sldMk cId="1444282480" sldId="257"/>
            <ac:spMk id="3" creationId="{9DF76F0A-3D1B-88BD-8025-2D56AD0BC800}"/>
          </ac:spMkLst>
        </pc:spChg>
      </pc:sldChg>
      <pc:sldChg chg="modSp mod">
        <pc:chgData name="Harris, Wyatt J Lt Col USAF USAFA DF/DFAS" userId="768bfb95-c272-4014-8fa2-010c15306053" providerId="ADAL" clId="{F3711698-5DD9-46F6-BE65-19B04B1F152B}" dt="2026-01-05T20:22:39.114" v="209" actId="20577"/>
        <pc:sldMkLst>
          <pc:docMk/>
          <pc:sldMk cId="2422111351" sldId="258"/>
        </pc:sldMkLst>
        <pc:spChg chg="mod">
          <ac:chgData name="Harris, Wyatt J Lt Col USAF USAFA DF/DFAS" userId="768bfb95-c272-4014-8fa2-010c15306053" providerId="ADAL" clId="{F3711698-5DD9-46F6-BE65-19B04B1F152B}" dt="2026-01-05T20:22:39.114" v="209" actId="20577"/>
          <ac:spMkLst>
            <pc:docMk/>
            <pc:sldMk cId="2422111351" sldId="258"/>
            <ac:spMk id="3" creationId="{E152A201-E5A4-7240-6308-D90B86F46AD5}"/>
          </ac:spMkLst>
        </pc:spChg>
      </pc:sldChg>
      <pc:sldChg chg="addSp delSp modSp new mod">
        <pc:chgData name="Harris, Wyatt J Lt Col USAF USAFA DF/DFAS" userId="768bfb95-c272-4014-8fa2-010c15306053" providerId="ADAL" clId="{F3711698-5DD9-46F6-BE65-19B04B1F152B}" dt="2025-12-15T22:37:25.359" v="124" actId="1076"/>
        <pc:sldMkLst>
          <pc:docMk/>
          <pc:sldMk cId="1142201405" sldId="269"/>
        </pc:sldMkLst>
        <pc:spChg chg="mod">
          <ac:chgData name="Harris, Wyatt J Lt Col USAF USAFA DF/DFAS" userId="768bfb95-c272-4014-8fa2-010c15306053" providerId="ADAL" clId="{F3711698-5DD9-46F6-BE65-19B04B1F152B}" dt="2025-12-15T22:36:10.309" v="39" actId="20577"/>
          <ac:spMkLst>
            <pc:docMk/>
            <pc:sldMk cId="1142201405" sldId="269"/>
            <ac:spMk id="2" creationId="{D7E79982-69FC-D42C-A30A-048F2B78FF16}"/>
          </ac:spMkLst>
        </pc:spChg>
        <pc:spChg chg="add mod">
          <ac:chgData name="Harris, Wyatt J Lt Col USAF USAFA DF/DFAS" userId="768bfb95-c272-4014-8fa2-010c15306053" providerId="ADAL" clId="{F3711698-5DD9-46F6-BE65-19B04B1F152B}" dt="2025-12-15T22:37:22.542" v="123" actId="14100"/>
          <ac:spMkLst>
            <pc:docMk/>
            <pc:sldMk cId="1142201405" sldId="269"/>
            <ac:spMk id="7" creationId="{F6AA2DB7-94B7-D0EA-9BAB-88FD3DDB6A4F}"/>
          </ac:spMkLst>
        </pc:spChg>
        <pc:picChg chg="add mod">
          <ac:chgData name="Harris, Wyatt J Lt Col USAF USAFA DF/DFAS" userId="768bfb95-c272-4014-8fa2-010c15306053" providerId="ADAL" clId="{F3711698-5DD9-46F6-BE65-19B04B1F152B}" dt="2025-12-15T22:37:25.359" v="124" actId="1076"/>
          <ac:picMkLst>
            <pc:docMk/>
            <pc:sldMk cId="1142201405" sldId="269"/>
            <ac:picMk id="6" creationId="{E97FBB69-0F98-D9E1-C4CC-53C67F87C7FA}"/>
          </ac:picMkLst>
        </pc:picChg>
      </pc:sldChg>
      <pc:sldChg chg="modSp add mod">
        <pc:chgData name="Harris, Wyatt J Lt Col USAF USAFA DF/DFAS" userId="768bfb95-c272-4014-8fa2-010c15306053" providerId="ADAL" clId="{F3711698-5DD9-46F6-BE65-19B04B1F152B}" dt="2025-12-15T23:00:00.316" v="190" actId="20577"/>
        <pc:sldMkLst>
          <pc:docMk/>
          <pc:sldMk cId="2396460997" sldId="271"/>
        </pc:sldMkLst>
        <pc:spChg chg="mod">
          <ac:chgData name="Harris, Wyatt J Lt Col USAF USAFA DF/DFAS" userId="768bfb95-c272-4014-8fa2-010c15306053" providerId="ADAL" clId="{F3711698-5DD9-46F6-BE65-19B04B1F152B}" dt="2025-12-15T22:57:58.298" v="159" actId="20577"/>
          <ac:spMkLst>
            <pc:docMk/>
            <pc:sldMk cId="2396460997" sldId="271"/>
            <ac:spMk id="2" creationId="{07B9A8E5-1864-555B-5717-5C7D8549690A}"/>
          </ac:spMkLst>
        </pc:spChg>
        <pc:spChg chg="mod">
          <ac:chgData name="Harris, Wyatt J Lt Col USAF USAFA DF/DFAS" userId="768bfb95-c272-4014-8fa2-010c15306053" providerId="ADAL" clId="{F3711698-5DD9-46F6-BE65-19B04B1F152B}" dt="2025-12-15T23:00:00.316" v="190" actId="20577"/>
          <ac:spMkLst>
            <pc:docMk/>
            <pc:sldMk cId="2396460997" sldId="271"/>
            <ac:spMk id="3" creationId="{AC10664A-6E14-AB88-0153-46F7B05C0FB4}"/>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9F5BD10-D118-BA2F-6C1E-84D25C778E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67C52EA-6CDA-BA7E-662A-D99B75769CE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44A09EC-C253-4012-BC8D-DD704CC90996}" type="datetimeFigureOut">
              <a:rPr lang="en-US" smtClean="0"/>
              <a:t>1/6/2026</a:t>
            </a:fld>
            <a:endParaRPr lang="en-US"/>
          </a:p>
        </p:txBody>
      </p:sp>
      <p:sp>
        <p:nvSpPr>
          <p:cNvPr id="4" name="Footer Placeholder 3">
            <a:extLst>
              <a:ext uri="{FF2B5EF4-FFF2-40B4-BE49-F238E27FC236}">
                <a16:creationId xmlns:a16="http://schemas.microsoft.com/office/drawing/2014/main" id="{B0F0C066-309C-8601-BB9A-76F704DEF8E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341CC10-33EE-D8E0-E073-06C9CA56AB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7352A8-CEB3-4D1D-A174-127CBF397D93}" type="slidenum">
              <a:rPr lang="en-US" smtClean="0"/>
              <a:t>‹#›</a:t>
            </a:fld>
            <a:endParaRPr lang="en-US"/>
          </a:p>
        </p:txBody>
      </p:sp>
    </p:spTree>
    <p:extLst>
      <p:ext uri="{BB962C8B-B14F-4D97-AF65-F5344CB8AC3E}">
        <p14:creationId xmlns:p14="http://schemas.microsoft.com/office/powerpoint/2010/main" val="12427379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1/6/2026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en.wikipedia.org/wiki/Future_Imagery_Architecture?utm_source=chatgpt.com" TargetMode="External"/><Relationship Id="rId7" Type="http://schemas.openxmlformats.org/officeDocument/2006/relationships/hyperlink" Target="https://www.thespacereview.com/article/1516/1?utm_source=chatgpt.com" TargetMode="External"/><Relationship Id="rId2" Type="http://schemas.openxmlformats.org/officeDocument/2006/relationships/slide" Target="../slides/slide20.xml"/><Relationship Id="rId1" Type="http://schemas.openxmlformats.org/officeDocument/2006/relationships/notesMaster" Target="../notesMasters/notesMaster1.xml"/><Relationship Id="rId6" Type="http://schemas.openxmlformats.org/officeDocument/2006/relationships/hyperlink" Target="https://lexingtoninstitute.org/spy-satellites-who-ruined-fia/?utm_source=chatgpt.com" TargetMode="External"/><Relationship Id="rId5" Type="http://schemas.openxmlformats.org/officeDocument/2006/relationships/hyperlink" Target="https://publicintegrity.org/politics/mismanagement-at-national-reconnaissance-office/?utm_source=chatgpt.com" TargetMode="External"/><Relationship Id="rId4" Type="http://schemas.openxmlformats.org/officeDocument/2006/relationships/hyperlink" Target="https://www.wired.com/2008/02/that-satellite/?utm_source=chatgpt.com" TargetMode="Externa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US" sz="2000"/>
              <a:t>The </a:t>
            </a:r>
            <a:r>
              <a:rPr lang="en-US" sz="2000" b="1"/>
              <a:t>goal of all Systems Engineering activities is to manage risk</a:t>
            </a:r>
            <a:r>
              <a:rPr lang="en-US" sz="2000"/>
              <a:t>,  including: </a:t>
            </a:r>
          </a:p>
          <a:p>
            <a:pPr lvl="2"/>
            <a:r>
              <a:rPr lang="en-US" sz="1800"/>
              <a:t>The risk of not delivering what the customer wants and needs</a:t>
            </a:r>
          </a:p>
          <a:p>
            <a:pPr lvl="2"/>
            <a:r>
              <a:rPr lang="en-US" sz="1800"/>
              <a:t>The risk of late delivery</a:t>
            </a:r>
          </a:p>
          <a:p>
            <a:pPr lvl="2"/>
            <a:r>
              <a:rPr lang="en-US" sz="1800"/>
              <a:t>The risk of excess cost</a:t>
            </a:r>
          </a:p>
          <a:p>
            <a:pPr lvl="2"/>
            <a:r>
              <a:rPr lang="en-US" sz="1800"/>
              <a:t>The risk of  negative unintended consequences </a:t>
            </a:r>
          </a:p>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15</a:t>
            </a:fld>
            <a:endParaRPr lang="en-US"/>
          </a:p>
        </p:txBody>
      </p:sp>
    </p:spTree>
    <p:extLst>
      <p:ext uri="{BB962C8B-B14F-4D97-AF65-F5344CB8AC3E}">
        <p14:creationId xmlns:p14="http://schemas.microsoft.com/office/powerpoint/2010/main" val="190427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best</a:t>
            </a:r>
            <a:r>
              <a:rPr lang="en-US" baseline="0"/>
              <a:t> SYSTEM is the sum of the best SUBSYSTEMS</a:t>
            </a:r>
          </a:p>
          <a:p>
            <a:r>
              <a:rPr lang="en-US" baseline="0"/>
              <a:t>Compromises must be made in each subsystem to optimize the overall system.</a:t>
            </a:r>
            <a:endParaRPr lang="en-US"/>
          </a:p>
        </p:txBody>
      </p:sp>
      <p:sp>
        <p:nvSpPr>
          <p:cNvPr id="4" name="Slide Number Placeholder 3"/>
          <p:cNvSpPr>
            <a:spLocks noGrp="1"/>
          </p:cNvSpPr>
          <p:nvPr>
            <p:ph type="sldNum" sz="quarter" idx="10"/>
          </p:nvPr>
        </p:nvSpPr>
        <p:spPr/>
        <p:txBody>
          <a:bodyPr/>
          <a:lstStyle/>
          <a:p>
            <a:fld id="{50799D20-18E2-4714-8420-C5241A391FC5}" type="slidenum">
              <a:rPr lang="en-US" smtClean="0"/>
              <a:t>16</a:t>
            </a:fld>
            <a:endParaRPr lang="en-US"/>
          </a:p>
        </p:txBody>
      </p:sp>
    </p:spTree>
    <p:extLst>
      <p:ext uri="{BB962C8B-B14F-4D97-AF65-F5344CB8AC3E}">
        <p14:creationId xmlns:p14="http://schemas.microsoft.com/office/powerpoint/2010/main" val="23239640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9EB4C982-825B-414E-ABB9-79AB251390A5}" type="slidenum">
              <a:rPr lang="en-US" smtClean="0"/>
              <a:t>19</a:t>
            </a:fld>
            <a:endParaRPr lang="en-US"/>
          </a:p>
        </p:txBody>
      </p:sp>
    </p:spTree>
    <p:extLst>
      <p:ext uri="{BB962C8B-B14F-4D97-AF65-F5344CB8AC3E}">
        <p14:creationId xmlns:p14="http://schemas.microsoft.com/office/powerpoint/2010/main" val="34019161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a:t>
            </a:r>
            <a:r>
              <a:rPr lang="en-US" b="1" dirty="0"/>
              <a:t>top reasons why the Future Imagery Architecture (FIA) program failed</a:t>
            </a:r>
            <a:r>
              <a:rPr lang="en-US" dirty="0"/>
              <a:t>, based on declassified sources, expert analyses, and retrospective reporting on the project:</a:t>
            </a:r>
          </a:p>
          <a:p>
            <a:r>
              <a:rPr lang="en-US" b="1" dirty="0"/>
              <a:t>1. Over-ambitious and immature technical requirements</a:t>
            </a:r>
            <a:br>
              <a:rPr lang="en-US" dirty="0"/>
            </a:br>
            <a:r>
              <a:rPr lang="en-US" dirty="0"/>
              <a:t>FIA was intended to leapfrog existing reconnaissance satellites by combining advanced </a:t>
            </a:r>
            <a:r>
              <a:rPr lang="en-US" b="1" dirty="0"/>
              <a:t>optical and radar imaging</a:t>
            </a:r>
            <a:r>
              <a:rPr lang="en-US" dirty="0"/>
              <a:t> on a single platform with capabilities beyond the state of the art at the time. However, many of these technologies were not sufficiently mature when development began, making the requirements essentially </a:t>
            </a:r>
            <a:r>
              <a:rPr lang="en-US" b="1" dirty="0"/>
              <a:t>unachievable with available technology</a:t>
            </a:r>
            <a:r>
              <a:rPr lang="en-US" dirty="0"/>
              <a:t>. The program’s design was so complex that engineers reportedly concluded parts of it could not be built as specified. (</a:t>
            </a:r>
            <a:r>
              <a:rPr lang="en-US" dirty="0">
                <a:hlinkClick r:id="rId3" tooltip="Future Imagery Architecture"/>
              </a:rPr>
              <a:t>Wikipedia</a:t>
            </a:r>
            <a:r>
              <a:rPr lang="en-US" dirty="0"/>
              <a:t>)</a:t>
            </a:r>
          </a:p>
          <a:p>
            <a:r>
              <a:rPr lang="en-US" b="1" dirty="0"/>
              <a:t>2. Contractor inexperience with key technologies</a:t>
            </a:r>
            <a:br>
              <a:rPr lang="en-US" dirty="0"/>
            </a:br>
            <a:r>
              <a:rPr lang="en-US" dirty="0"/>
              <a:t>When Boeing was awarded the prime contract in 1999 (beating Lockheed Martin, the long-time defense satellite builder), it brought forward highly innovative but </a:t>
            </a:r>
            <a:r>
              <a:rPr lang="en-US" b="1" dirty="0"/>
              <a:t>high-risk designs</a:t>
            </a:r>
            <a:r>
              <a:rPr lang="en-US" dirty="0"/>
              <a:t> for the optical component despite having </a:t>
            </a:r>
            <a:r>
              <a:rPr lang="en-US" b="1" dirty="0"/>
              <a:t>limited experience building advanced electro-optical reconnaissance systems</a:t>
            </a:r>
            <a:r>
              <a:rPr lang="en-US" dirty="0"/>
              <a:t>. This contributed to technical missteps and systems that did not perform as intended. (</a:t>
            </a:r>
            <a:r>
              <a:rPr lang="en-US" dirty="0">
                <a:hlinkClick r:id="rId4" tooltip="Rogue Satellite's Rotten, $10 Billion Legacy"/>
              </a:rPr>
              <a:t>WIRED</a:t>
            </a:r>
            <a:r>
              <a:rPr lang="en-US" dirty="0"/>
              <a:t>)</a:t>
            </a:r>
          </a:p>
          <a:p>
            <a:r>
              <a:rPr lang="en-US" b="1" dirty="0"/>
              <a:t>3. Significant cost overruns and budgeting issues</a:t>
            </a:r>
            <a:br>
              <a:rPr lang="en-US" dirty="0"/>
            </a:br>
            <a:r>
              <a:rPr lang="en-US" dirty="0"/>
              <a:t>FIA’s costs escalated rapidly. What was originally budgeted in the </a:t>
            </a:r>
            <a:r>
              <a:rPr lang="en-US" b="1" dirty="0"/>
              <a:t>$5–7 billion range</a:t>
            </a:r>
            <a:r>
              <a:rPr lang="en-US" dirty="0"/>
              <a:t> reportedly ballooned — some estimates suggested totals approaching </a:t>
            </a:r>
            <a:r>
              <a:rPr lang="en-US" b="1" dirty="0"/>
              <a:t>$10–$18 billion</a:t>
            </a:r>
            <a:r>
              <a:rPr lang="en-US" dirty="0"/>
              <a:t> when accounting for overruns and sunk costs. Cost growth eroded confidence in the program and strained related intelligence budgets. (</a:t>
            </a:r>
            <a:r>
              <a:rPr lang="en-US" dirty="0">
                <a:hlinkClick r:id="rId5" tooltip="Mismanagement at National Reconnaissance Office"/>
              </a:rPr>
              <a:t>Center for Public Integrity</a:t>
            </a:r>
            <a:r>
              <a:rPr lang="en-US" dirty="0"/>
              <a:t>)</a:t>
            </a:r>
          </a:p>
          <a:p>
            <a:r>
              <a:rPr lang="en-US" b="1" dirty="0"/>
              <a:t>4. Schedule delays and slipping milestones</a:t>
            </a:r>
            <a:br>
              <a:rPr lang="en-US" dirty="0"/>
            </a:br>
            <a:r>
              <a:rPr lang="en-US" dirty="0"/>
              <a:t>The program repeatedly missed development and launch milestones. Delays were chronic and contributed to concerns about capability gaps in U.S. reconnaissance if older satellite systems began failing before replacements were ready. (</a:t>
            </a:r>
            <a:r>
              <a:rPr lang="en-US" dirty="0">
                <a:hlinkClick r:id="rId6" tooltip="Spy Satellites: Who Ruined FIA?"/>
              </a:rPr>
              <a:t>Lexington Institute</a:t>
            </a:r>
            <a:r>
              <a:rPr lang="en-US" dirty="0"/>
              <a:t>)</a:t>
            </a:r>
          </a:p>
          <a:p>
            <a:r>
              <a:rPr lang="en-US" b="1" dirty="0"/>
              <a:t>5. Management shortcomings and misaligned acquisition strategy</a:t>
            </a:r>
            <a:br>
              <a:rPr lang="en-US" dirty="0"/>
            </a:br>
            <a:r>
              <a:rPr lang="en-US" dirty="0"/>
              <a:t>Investigations and industry criticism highlighted </a:t>
            </a:r>
            <a:r>
              <a:rPr lang="en-US" b="1" dirty="0"/>
              <a:t>contract and program management weaknesses</a:t>
            </a:r>
            <a:r>
              <a:rPr lang="en-US" dirty="0"/>
              <a:t>, including selecting an overly ambitious production path, insufficient oversight of contractors, and embracing radical design proposals without adequate risk mitigation. A review panel reportedly described the program as “underfunded, technically flawed and not executable.” (</a:t>
            </a:r>
            <a:r>
              <a:rPr lang="en-US" dirty="0">
                <a:hlinkClick r:id="rId6" tooltip="Spy Satellites: Who Ruined FIA?"/>
              </a:rPr>
              <a:t>Lexington Institute</a:t>
            </a:r>
            <a:r>
              <a:rPr lang="en-US" dirty="0"/>
              <a:t>)</a:t>
            </a:r>
          </a:p>
          <a:p>
            <a:r>
              <a:rPr lang="en-US" b="1" dirty="0"/>
              <a:t>6. Cancellation of critical components</a:t>
            </a:r>
            <a:br>
              <a:rPr lang="en-US" dirty="0"/>
            </a:br>
            <a:r>
              <a:rPr lang="en-US" dirty="0"/>
              <a:t>By 2005, persistent issues led the Director of National Intelligence to </a:t>
            </a:r>
            <a:r>
              <a:rPr lang="en-US" b="1" dirty="0"/>
              <a:t>cancel the optical component</a:t>
            </a:r>
            <a:r>
              <a:rPr lang="en-US" dirty="0"/>
              <a:t> of FIA entirely. Only parts of the radar imaging portion — later referred to as </a:t>
            </a:r>
            <a:r>
              <a:rPr lang="en-US" b="1" dirty="0"/>
              <a:t>Topaz</a:t>
            </a:r>
            <a:r>
              <a:rPr lang="en-US" dirty="0"/>
              <a:t> — continued in a modified form. This represented a de facto program termination of the original integrated vision. (</a:t>
            </a:r>
            <a:r>
              <a:rPr lang="en-US" dirty="0">
                <a:hlinkClick r:id="rId3" tooltip="Future Imagery Architecture"/>
              </a:rPr>
              <a:t>Wikipedia</a:t>
            </a:r>
            <a:r>
              <a:rPr lang="en-US" dirty="0"/>
              <a:t>)</a:t>
            </a:r>
          </a:p>
          <a:p>
            <a:r>
              <a:rPr lang="en-US" b="1" dirty="0"/>
              <a:t>7. Loss of institutional confidence and political support</a:t>
            </a:r>
            <a:br>
              <a:rPr lang="en-US" dirty="0"/>
            </a:br>
            <a:r>
              <a:rPr lang="en-US" dirty="0"/>
              <a:t>The cumulative effect of cost growth, technical failure, and delays diminished confidence among policymakers and within the Intelligence Community. Congress and intelligence leaders became skeptical of FIA’s ability to deliver, influencing funding decisions and broader strategic shifts in reconnaissance acquisition. (</a:t>
            </a:r>
            <a:r>
              <a:rPr lang="en-US" dirty="0">
                <a:hlinkClick r:id="rId7" tooltip="Spy satellites lose their mystique"/>
              </a:rPr>
              <a:t>The Space Review</a:t>
            </a:r>
            <a:r>
              <a:rPr lang="en-US" dirty="0"/>
              <a:t>)</a:t>
            </a:r>
          </a:p>
          <a:p>
            <a:r>
              <a:rPr lang="en-US" b="1" dirty="0"/>
              <a:t>8. Parts-level quality and integration failures</a:t>
            </a:r>
            <a:br>
              <a:rPr lang="en-US" dirty="0"/>
            </a:br>
            <a:r>
              <a:rPr lang="en-US" dirty="0"/>
              <a:t>Reporting on affected hardware (e.g., related satellites like USA-193) highlighted </a:t>
            </a:r>
            <a:r>
              <a:rPr lang="en-US" b="1" dirty="0"/>
              <a:t>defective parts and integration problems</a:t>
            </a:r>
            <a:r>
              <a:rPr lang="en-US" dirty="0"/>
              <a:t> that compounded development difficulties. These issues slowed progress and increased costs. (</a:t>
            </a:r>
            <a:r>
              <a:rPr lang="en-US" dirty="0">
                <a:hlinkClick r:id="rId4" tooltip="Rogue Satellite's Rotten, $10 Billion Legacy"/>
              </a:rPr>
              <a:t>WIRED</a:t>
            </a:r>
            <a:r>
              <a:rPr lang="en-US" dirty="0"/>
              <a:t>)</a:t>
            </a:r>
          </a:p>
          <a:p>
            <a:br>
              <a:rPr lang="en-US" dirty="0"/>
            </a:br>
            <a:endParaRPr lang="en-US" dirty="0"/>
          </a:p>
          <a:p>
            <a:r>
              <a:rPr lang="en-US" b="1" dirty="0"/>
              <a:t>Summary:</a:t>
            </a:r>
            <a:br>
              <a:rPr lang="en-US" dirty="0"/>
            </a:br>
            <a:r>
              <a:rPr lang="en-US" dirty="0"/>
              <a:t>FIA’s failure was not due to a single flaw but rather a combination of </a:t>
            </a:r>
            <a:r>
              <a:rPr lang="en-US" i="1" dirty="0"/>
              <a:t>unrealistic technical goals, immature innovation risk, contractor and program management weaknesses, escalating costs, repeated delays, and loss of strategic support</a:t>
            </a:r>
            <a:r>
              <a:rPr lang="en-US" dirty="0"/>
              <a:t>. In many respects it became a textbook case of trying to achieve </a:t>
            </a:r>
            <a:r>
              <a:rPr lang="en-US" i="1" dirty="0"/>
              <a:t>“too much, too soon, without a realistic risk-reduction path”</a:t>
            </a:r>
            <a:r>
              <a:rPr lang="en-US" dirty="0"/>
              <a:t> in a complex and high-stakes defense acquisition environment.</a:t>
            </a:r>
          </a:p>
          <a:p>
            <a:r>
              <a:rPr lang="en-US" dirty="0"/>
              <a:t>If you want, I can provide a </a:t>
            </a:r>
            <a:r>
              <a:rPr lang="en-US" b="1" dirty="0"/>
              <a:t>chronological timeline of FIA’s development and cancellation</a:t>
            </a:r>
            <a:r>
              <a:rPr lang="en-US" dirty="0"/>
              <a:t> or a </a:t>
            </a:r>
            <a:r>
              <a:rPr lang="en-US" b="1" dirty="0"/>
              <a:t>comparison with the subsequent Next Generation Electro-Optical (NGEO) program</a:t>
            </a:r>
            <a:r>
              <a:rPr lang="en-US" dirty="0"/>
              <a:t>.</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20</a:t>
            </a:fld>
            <a:endParaRPr lang="en-US"/>
          </a:p>
        </p:txBody>
      </p:sp>
    </p:spTree>
    <p:extLst>
      <p:ext uri="{BB962C8B-B14F-4D97-AF65-F5344CB8AC3E}">
        <p14:creationId xmlns:p14="http://schemas.microsoft.com/office/powerpoint/2010/main" val="1561539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https://www.pmi.org/learning/library/systems-engineering-project-5857</a:t>
            </a:r>
          </a:p>
        </p:txBody>
      </p:sp>
      <p:sp>
        <p:nvSpPr>
          <p:cNvPr id="4" name="Slide Number Placeholder 3"/>
          <p:cNvSpPr>
            <a:spLocks noGrp="1"/>
          </p:cNvSpPr>
          <p:nvPr>
            <p:ph type="sldNum" sz="quarter" idx="5"/>
          </p:nvPr>
        </p:nvSpPr>
        <p:spPr/>
        <p:txBody>
          <a:bodyPr/>
          <a:lstStyle/>
          <a:p>
            <a:fld id="{9EB4C982-825B-414E-ABB9-79AB251390A5}" type="slidenum">
              <a:rPr lang="en-US" smtClean="0"/>
              <a:t>23</a:t>
            </a:fld>
            <a:endParaRPr lang="en-US"/>
          </a:p>
        </p:txBody>
      </p:sp>
    </p:spTree>
    <p:extLst>
      <p:ext uri="{BB962C8B-B14F-4D97-AF65-F5344CB8AC3E}">
        <p14:creationId xmlns:p14="http://schemas.microsoft.com/office/powerpoint/2010/main" val="16502272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7505" y="1287560"/>
            <a:ext cx="6788990" cy="2387600"/>
          </a:xfrm>
        </p:spPr>
        <p:txBody>
          <a:bodyPr anchor="ctr"/>
          <a:lstStyle>
            <a:lvl1pPr algn="ctr">
              <a:defRPr sz="6000"/>
            </a:lvl1pPr>
          </a:lstStyle>
          <a:p>
            <a:r>
              <a:rPr lang="en-US"/>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1EE600E-A67F-4D2A-8A36-552C1EFBE963}" type="datetime1">
              <a:rPr lang="en-US" smtClean="0"/>
              <a:t>1/6/2026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pPr algn="ctr"/>
            <a:r>
              <a:rPr lang="en-US" sz="360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19D194C-E731-4CF3-8F14-16F2CEB9B5CF}" type="datetime1">
              <a:rPr lang="en-US" smtClean="0"/>
              <a:t>1/6/2026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ctr">
            <a:normAutofit/>
          </a:bodyPr>
          <a:lstStyle>
            <a:lvl1pPr>
              <a:defRPr sz="48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1/6/2026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CEF287-72CA-49D4-A601-3B9D2E83EA05}" type="datetime1">
              <a:rPr lang="en-US" smtClean="0"/>
              <a:t>1/6/2026</a:t>
            </a:fld>
            <a:endParaRPr lang="en-US"/>
          </a:p>
        </p:txBody>
      </p:sp>
      <p:sp>
        <p:nvSpPr>
          <p:cNvPr id="6" name="Footer Placeholder 5"/>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2B2832-1105-4FA1-AD49-3D1761459FB9}" type="datetime1">
              <a:rPr lang="en-US" smtClean="0"/>
              <a:t>1/6/2026</a:t>
            </a:fld>
            <a:endParaRPr lang="en-US"/>
          </a:p>
        </p:txBody>
      </p:sp>
      <p:sp>
        <p:nvSpPr>
          <p:cNvPr id="8" name="Footer Placeholder 7"/>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08DF9A-2345-4D36-85FA-49730D271487}" type="datetime1">
              <a:rPr lang="en-US" smtClean="0"/>
              <a:t>1/6/2026</a:t>
            </a:fld>
            <a:endParaRPr lang="en-US"/>
          </a:p>
        </p:txBody>
      </p:sp>
      <p:sp>
        <p:nvSpPr>
          <p:cNvPr id="4" name="Footer Placeholder 3"/>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1/6/2026</a:t>
            </a:fld>
            <a:endParaRPr lang="en-US"/>
          </a:p>
        </p:txBody>
      </p:sp>
      <p:sp>
        <p:nvSpPr>
          <p:cNvPr id="3" name="Footer Placeholder 2"/>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1/6/2026</a:t>
            </a:fld>
            <a:endParaRPr lang="en-US"/>
          </a:p>
        </p:txBody>
      </p:sp>
      <p:sp>
        <p:nvSpPr>
          <p:cNvPr id="6" name="Footer Placeholder 5"/>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1/6/2026</a:t>
            </a:fld>
            <a:endParaRPr lang="en-US"/>
          </a:p>
        </p:txBody>
      </p:sp>
      <p:sp>
        <p:nvSpPr>
          <p:cNvPr id="6" name="Footer Placeholder 5"/>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4B0F733-755F-4A68-A044-3BB7487EA333}" type="datetime1">
              <a:rPr lang="en-US" smtClean="0"/>
              <a:t>1/6/2026</a:t>
            </a:fld>
            <a:endParaRPr lang="en-US"/>
          </a:p>
        </p:txBody>
      </p:sp>
      <p:sp>
        <p:nvSpPr>
          <p:cNvPr id="5" name="Footer Placeholder 4"/>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CE81D12-59AE-465C-A617-7D2534E388B9}" type="datetime1">
              <a:rPr lang="en-US" smtClean="0"/>
              <a:t>1/6/2026</a:t>
            </a:fld>
            <a:endParaRPr lang="en-US"/>
          </a:p>
        </p:txBody>
      </p:sp>
      <p:sp>
        <p:nvSpPr>
          <p:cNvPr id="5" name="Footer Placeholder 4"/>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6966" y="133186"/>
            <a:ext cx="7886700" cy="652197"/>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200025" y="1002506"/>
            <a:ext cx="8793015" cy="522755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291" y="6465105"/>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1/6/2026</a:t>
            </a:fld>
            <a:endParaRPr lang="en-US"/>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7856738" y="72097"/>
            <a:ext cx="1229035" cy="307777"/>
          </a:xfrm>
          <a:prstGeom prst="rect">
            <a:avLst/>
          </a:prstGeom>
          <a:noFill/>
        </p:spPr>
        <p:txBody>
          <a:bodyPr wrap="square" rtlCol="0">
            <a:spAutoFit/>
          </a:bodyPr>
          <a:lstStyle/>
          <a:p>
            <a:pPr algn="r"/>
            <a:r>
              <a:rPr lang="en-US" sz="1400" b="1">
                <a:latin typeface="Segoe UI" panose="020B0502040204020203" pitchFamily="34" charset="0"/>
                <a:cs typeface="Segoe UI" panose="020B0502040204020203" pitchFamily="34" charset="0"/>
              </a:rPr>
              <a:t>2026 Spring</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46364" y="855395"/>
            <a:ext cx="9039409" cy="5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5" y="18574"/>
            <a:ext cx="734686" cy="827487"/>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2800" b="1"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incose.org/" TargetMode="Externa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a:t>Lesson 1</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a:t>Course Overview</a:t>
            </a:r>
          </a:p>
          <a:p>
            <a:r>
              <a:rPr lang="en-US" b="1"/>
              <a:t>&amp;</a:t>
            </a:r>
          </a:p>
          <a:p>
            <a:r>
              <a:rPr lang="en-US" b="1"/>
              <a:t>Introduction to Space Systems Engineering</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1DFB8A84-B35D-09A5-7FA1-FA82AF30F0A8}"/>
              </a:ext>
            </a:extLst>
          </p:cNvPr>
          <p:cNvSpPr>
            <a:spLocks noGrp="1"/>
          </p:cNvSpPr>
          <p:nvPr>
            <p:ph type="title"/>
          </p:nvPr>
        </p:nvSpPr>
        <p:spPr/>
        <p:txBody>
          <a:bodyPr>
            <a:normAutofit/>
          </a:bodyPr>
          <a:lstStyle/>
          <a:p>
            <a:pPr algn="ctr"/>
            <a:r>
              <a:rPr lang="en-US" sz="4400"/>
              <a:t>Course Overview</a:t>
            </a:r>
          </a:p>
        </p:txBody>
      </p:sp>
      <p:sp>
        <p:nvSpPr>
          <p:cNvPr id="4" name="Footer Placeholder 3">
            <a:extLst>
              <a:ext uri="{FF2B5EF4-FFF2-40B4-BE49-F238E27FC236}">
                <a16:creationId xmlns:a16="http://schemas.microsoft.com/office/drawing/2014/main" id="{3068C509-23B6-D76B-A834-3D9EACD003DB}"/>
              </a:ext>
            </a:extLst>
          </p:cNvPr>
          <p:cNvSpPr>
            <a:spLocks noGrp="1"/>
          </p:cNvSpPr>
          <p:nvPr>
            <p:ph type="ftr" sz="quarter" idx="4294967295"/>
          </p:nvPr>
        </p:nvSpPr>
        <p:spPr>
          <a:xfrm>
            <a:off x="3028950" y="6501692"/>
            <a:ext cx="3086100" cy="365125"/>
          </a:xfrm>
          <a:prstGeom prst="rect">
            <a:avLst/>
          </a:prstGeom>
        </p:spPr>
        <p:txBody>
          <a:bodyPr/>
          <a:lstStyle/>
          <a:p>
            <a:r>
              <a:rPr lang="en-US"/>
              <a:t>Astro 331 Lab #1</a:t>
            </a:r>
          </a:p>
        </p:txBody>
      </p:sp>
      <p:sp>
        <p:nvSpPr>
          <p:cNvPr id="5" name="Slide Number Placeholder 4">
            <a:extLst>
              <a:ext uri="{FF2B5EF4-FFF2-40B4-BE49-F238E27FC236}">
                <a16:creationId xmlns:a16="http://schemas.microsoft.com/office/drawing/2014/main" id="{E760AE94-9042-41CC-B619-3B922DD3B27E}"/>
              </a:ext>
            </a:extLst>
          </p:cNvPr>
          <p:cNvSpPr>
            <a:spLocks noGrp="1"/>
          </p:cNvSpPr>
          <p:nvPr>
            <p:ph type="sldNum" sz="quarter" idx="12"/>
          </p:nvPr>
        </p:nvSpPr>
        <p:spPr/>
        <p:txBody>
          <a:bodyPr/>
          <a:lstStyle/>
          <a:p>
            <a:fld id="{9A3029B7-FE6B-4680-9049-80E8298A0825}" type="slidenum">
              <a:rPr lang="en-US" smtClean="0"/>
              <a:t>2</a:t>
            </a:fld>
            <a:endParaRPr lang="en-US"/>
          </a:p>
        </p:txBody>
      </p:sp>
    </p:spTree>
    <p:extLst>
      <p:ext uri="{BB962C8B-B14F-4D97-AF65-F5344CB8AC3E}">
        <p14:creationId xmlns:p14="http://schemas.microsoft.com/office/powerpoint/2010/main" val="17082826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81C92-29CA-56C0-D91B-849B0260BE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9A8E5-1864-555B-5717-5C7D8549690A}"/>
              </a:ext>
            </a:extLst>
          </p:cNvPr>
          <p:cNvSpPr>
            <a:spLocks noGrp="1"/>
          </p:cNvSpPr>
          <p:nvPr>
            <p:ph type="title"/>
          </p:nvPr>
        </p:nvSpPr>
        <p:spPr/>
        <p:txBody>
          <a:bodyPr/>
          <a:lstStyle/>
          <a:p>
            <a:r>
              <a:rPr lang="en-US"/>
              <a:t>Course Overview</a:t>
            </a:r>
          </a:p>
        </p:txBody>
      </p:sp>
      <p:sp>
        <p:nvSpPr>
          <p:cNvPr id="3" name="Content Placeholder 2">
            <a:extLst>
              <a:ext uri="{FF2B5EF4-FFF2-40B4-BE49-F238E27FC236}">
                <a16:creationId xmlns:a16="http://schemas.microsoft.com/office/drawing/2014/main" id="{AC10664A-6E14-AB88-0153-46F7B05C0FB4}"/>
              </a:ext>
            </a:extLst>
          </p:cNvPr>
          <p:cNvSpPr>
            <a:spLocks noGrp="1"/>
          </p:cNvSpPr>
          <p:nvPr>
            <p:ph idx="1"/>
          </p:nvPr>
        </p:nvSpPr>
        <p:spPr/>
        <p:txBody>
          <a:bodyPr>
            <a:normAutofit/>
          </a:bodyPr>
          <a:lstStyle/>
          <a:p>
            <a:pPr marL="0" indent="0">
              <a:buNone/>
            </a:pPr>
            <a:r>
              <a:rPr lang="en-US"/>
              <a:t>Fundamentals of space vehicle design are presented with an emphasis on systems engineering:</a:t>
            </a:r>
          </a:p>
          <a:p>
            <a:pPr lvl="1"/>
            <a:r>
              <a:rPr lang="en-US"/>
              <a:t>Introduction to system-level spacecraft design issues.</a:t>
            </a:r>
          </a:p>
          <a:p>
            <a:pPr lvl="1"/>
            <a:r>
              <a:rPr lang="en-US"/>
              <a:t>Introduction to and analyses of various spacecraft subsystems. </a:t>
            </a:r>
          </a:p>
          <a:p>
            <a:endParaRPr lang="en-US"/>
          </a:p>
          <a:p>
            <a:pPr marL="0" indent="0">
              <a:buNone/>
            </a:pPr>
            <a:r>
              <a:rPr lang="en-US"/>
              <a:t>The course includes an integrated lab experience where small teams develop, analyze, and integrate subsystems into a functioning engineering model satellite. </a:t>
            </a:r>
          </a:p>
        </p:txBody>
      </p:sp>
      <p:sp>
        <p:nvSpPr>
          <p:cNvPr id="5" name="Slide Number Placeholder 4">
            <a:extLst>
              <a:ext uri="{FF2B5EF4-FFF2-40B4-BE49-F238E27FC236}">
                <a16:creationId xmlns:a16="http://schemas.microsoft.com/office/drawing/2014/main" id="{F79641F8-3B2A-00B4-BB3C-E7EB63E8D3BB}"/>
              </a:ext>
            </a:extLst>
          </p:cNvPr>
          <p:cNvSpPr>
            <a:spLocks noGrp="1"/>
          </p:cNvSpPr>
          <p:nvPr>
            <p:ph type="sldNum" sz="quarter" idx="12"/>
          </p:nvPr>
        </p:nvSpPr>
        <p:spPr/>
        <p:txBody>
          <a:bodyPr/>
          <a:lstStyle/>
          <a:p>
            <a:fld id="{9A3029B7-FE6B-4680-9049-80E8298A0825}" type="slidenum">
              <a:rPr lang="en-US" smtClean="0"/>
              <a:t>3</a:t>
            </a:fld>
            <a:endParaRPr lang="en-US"/>
          </a:p>
        </p:txBody>
      </p:sp>
    </p:spTree>
    <p:extLst>
      <p:ext uri="{BB962C8B-B14F-4D97-AF65-F5344CB8AC3E}">
        <p14:creationId xmlns:p14="http://schemas.microsoft.com/office/powerpoint/2010/main" val="23964609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4BC783-0DA8-F773-63D5-3B2F0C0DDF70}"/>
              </a:ext>
            </a:extLst>
          </p:cNvPr>
          <p:cNvSpPr>
            <a:spLocks noGrp="1"/>
          </p:cNvSpPr>
          <p:nvPr>
            <p:ph type="title"/>
          </p:nvPr>
        </p:nvSpPr>
        <p:spPr/>
        <p:txBody>
          <a:bodyPr/>
          <a:lstStyle/>
          <a:p>
            <a:r>
              <a:rPr lang="en-US"/>
              <a:t>Course Overview (cont.)</a:t>
            </a:r>
          </a:p>
        </p:txBody>
      </p:sp>
      <p:sp>
        <p:nvSpPr>
          <p:cNvPr id="3" name="Content Placeholder 2">
            <a:extLst>
              <a:ext uri="{FF2B5EF4-FFF2-40B4-BE49-F238E27FC236}">
                <a16:creationId xmlns:a16="http://schemas.microsoft.com/office/drawing/2014/main" id="{9DF76F0A-3D1B-88BD-8025-2D56AD0BC800}"/>
              </a:ext>
            </a:extLst>
          </p:cNvPr>
          <p:cNvSpPr>
            <a:spLocks noGrp="1"/>
          </p:cNvSpPr>
          <p:nvPr>
            <p:ph idx="1"/>
          </p:nvPr>
        </p:nvSpPr>
        <p:spPr/>
        <p:txBody>
          <a:bodyPr>
            <a:normAutofit fontScale="92500" lnSpcReduction="20000"/>
          </a:bodyPr>
          <a:lstStyle/>
          <a:p>
            <a:endParaRPr lang="en-US"/>
          </a:p>
          <a:p>
            <a:r>
              <a:rPr lang="en-US"/>
              <a:t>Course structure</a:t>
            </a:r>
          </a:p>
          <a:p>
            <a:pPr lvl="1"/>
            <a:r>
              <a:rPr lang="en-US"/>
              <a:t>34 class days</a:t>
            </a:r>
          </a:p>
          <a:p>
            <a:pPr lvl="2"/>
            <a:r>
              <a:rPr lang="en-US"/>
              <a:t>16 Lessons</a:t>
            </a:r>
          </a:p>
          <a:p>
            <a:pPr lvl="2"/>
            <a:r>
              <a:rPr lang="en-US"/>
              <a:t>12 Lab days</a:t>
            </a:r>
          </a:p>
          <a:p>
            <a:pPr lvl="2"/>
            <a:r>
              <a:rPr lang="en-US"/>
              <a:t>Field trip</a:t>
            </a:r>
          </a:p>
          <a:p>
            <a:pPr lvl="2"/>
            <a:r>
              <a:rPr lang="en-US"/>
              <a:t>Astro lab tour / Vibration Test Demo</a:t>
            </a:r>
          </a:p>
          <a:p>
            <a:pPr lvl="2"/>
            <a:r>
              <a:rPr lang="en-US"/>
              <a:t>2 GR’s</a:t>
            </a:r>
          </a:p>
          <a:p>
            <a:pPr lvl="2"/>
            <a:r>
              <a:rPr lang="en-US"/>
              <a:t>2-day final</a:t>
            </a:r>
          </a:p>
          <a:p>
            <a:pPr marL="0" indent="0">
              <a:buNone/>
            </a:pPr>
            <a:r>
              <a:rPr lang="en-US"/>
              <a:t> </a:t>
            </a:r>
          </a:p>
          <a:p>
            <a:r>
              <a:rPr lang="en-US"/>
              <a:t>Teams Channel</a:t>
            </a:r>
          </a:p>
          <a:p>
            <a:r>
              <a:rPr lang="en-US"/>
              <a:t>Course Handbook </a:t>
            </a:r>
          </a:p>
          <a:p>
            <a:r>
              <a:rPr lang="en-US"/>
              <a:t>Syllabus</a:t>
            </a:r>
          </a:p>
          <a:p>
            <a:r>
              <a:rPr lang="en-US"/>
              <a:t>Course Textbook</a:t>
            </a:r>
          </a:p>
          <a:p>
            <a:r>
              <a:rPr lang="en-US"/>
              <a:t>Equation Sheet</a:t>
            </a:r>
          </a:p>
          <a:p>
            <a:endParaRPr lang="en-US"/>
          </a:p>
          <a:p>
            <a:endParaRPr lang="en-US"/>
          </a:p>
        </p:txBody>
      </p:sp>
      <p:sp>
        <p:nvSpPr>
          <p:cNvPr id="5" name="Slide Number Placeholder 4">
            <a:extLst>
              <a:ext uri="{FF2B5EF4-FFF2-40B4-BE49-F238E27FC236}">
                <a16:creationId xmlns:a16="http://schemas.microsoft.com/office/drawing/2014/main" id="{39C58F1C-8747-A479-5F6B-1C3F3E7AC177}"/>
              </a:ext>
            </a:extLst>
          </p:cNvPr>
          <p:cNvSpPr>
            <a:spLocks noGrp="1"/>
          </p:cNvSpPr>
          <p:nvPr>
            <p:ph type="sldNum" sz="quarter" idx="12"/>
          </p:nvPr>
        </p:nvSpPr>
        <p:spPr/>
        <p:txBody>
          <a:bodyPr/>
          <a:lstStyle/>
          <a:p>
            <a:fld id="{9A3029B7-FE6B-4680-9049-80E8298A0825}" type="slidenum">
              <a:rPr lang="en-US" smtClean="0"/>
              <a:t>4</a:t>
            </a:fld>
            <a:endParaRPr lang="en-US"/>
          </a:p>
        </p:txBody>
      </p:sp>
    </p:spTree>
    <p:extLst>
      <p:ext uri="{BB962C8B-B14F-4D97-AF65-F5344CB8AC3E}">
        <p14:creationId xmlns:p14="http://schemas.microsoft.com/office/powerpoint/2010/main" val="14442824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79982-69FC-D42C-A30A-048F2B78FF16}"/>
              </a:ext>
            </a:extLst>
          </p:cNvPr>
          <p:cNvSpPr>
            <a:spLocks noGrp="1"/>
          </p:cNvSpPr>
          <p:nvPr>
            <p:ph type="title"/>
          </p:nvPr>
        </p:nvSpPr>
        <p:spPr/>
        <p:txBody>
          <a:bodyPr/>
          <a:lstStyle/>
          <a:p>
            <a:r>
              <a:rPr lang="en-US"/>
              <a:t>Graded Events</a:t>
            </a:r>
          </a:p>
        </p:txBody>
      </p:sp>
      <p:sp>
        <p:nvSpPr>
          <p:cNvPr id="4" name="Slide Number Placeholder 3">
            <a:extLst>
              <a:ext uri="{FF2B5EF4-FFF2-40B4-BE49-F238E27FC236}">
                <a16:creationId xmlns:a16="http://schemas.microsoft.com/office/drawing/2014/main" id="{47570A0A-0CE4-2527-9B1A-79C942D933EB}"/>
              </a:ext>
            </a:extLst>
          </p:cNvPr>
          <p:cNvSpPr>
            <a:spLocks noGrp="1"/>
          </p:cNvSpPr>
          <p:nvPr>
            <p:ph type="sldNum" sz="quarter" idx="12"/>
          </p:nvPr>
        </p:nvSpPr>
        <p:spPr/>
        <p:txBody>
          <a:bodyPr/>
          <a:lstStyle/>
          <a:p>
            <a:fld id="{9A3029B7-FE6B-4680-9049-80E8298A0825}" type="slidenum">
              <a:rPr lang="en-US" smtClean="0"/>
              <a:t>5</a:t>
            </a:fld>
            <a:endParaRPr lang="en-US"/>
          </a:p>
        </p:txBody>
      </p:sp>
      <p:pic>
        <p:nvPicPr>
          <p:cNvPr id="6" name="Picture 5" descr="A table with text and numbers&#10;&#10;AI-generated content may be incorrect.">
            <a:extLst>
              <a:ext uri="{FF2B5EF4-FFF2-40B4-BE49-F238E27FC236}">
                <a16:creationId xmlns:a16="http://schemas.microsoft.com/office/drawing/2014/main" id="{E97FBB69-0F98-D9E1-C4CC-53C67F87C7FA}"/>
              </a:ext>
            </a:extLst>
          </p:cNvPr>
          <p:cNvPicPr>
            <a:picLocks noChangeAspect="1"/>
          </p:cNvPicPr>
          <p:nvPr/>
        </p:nvPicPr>
        <p:blipFill>
          <a:blip r:embed="rId2"/>
          <a:stretch>
            <a:fillRect/>
          </a:stretch>
        </p:blipFill>
        <p:spPr>
          <a:xfrm>
            <a:off x="760369" y="1019295"/>
            <a:ext cx="7623262" cy="3730300"/>
          </a:xfrm>
          <a:prstGeom prst="rect">
            <a:avLst/>
          </a:prstGeom>
        </p:spPr>
      </p:pic>
      <p:sp>
        <p:nvSpPr>
          <p:cNvPr id="7" name="TextBox 6">
            <a:extLst>
              <a:ext uri="{FF2B5EF4-FFF2-40B4-BE49-F238E27FC236}">
                <a16:creationId xmlns:a16="http://schemas.microsoft.com/office/drawing/2014/main" id="{F6AA2DB7-94B7-D0EA-9BAB-88FD3DDB6A4F}"/>
              </a:ext>
            </a:extLst>
          </p:cNvPr>
          <p:cNvSpPr txBox="1"/>
          <p:nvPr/>
        </p:nvSpPr>
        <p:spPr>
          <a:xfrm>
            <a:off x="449497" y="4921322"/>
            <a:ext cx="7886700" cy="1200329"/>
          </a:xfrm>
          <a:prstGeom prst="rect">
            <a:avLst/>
          </a:prstGeom>
          <a:noFill/>
        </p:spPr>
        <p:txBody>
          <a:bodyPr wrap="square" rtlCol="0">
            <a:spAutoFit/>
          </a:bodyPr>
          <a:lstStyle/>
          <a:p>
            <a:r>
              <a:rPr lang="en-US" sz="2400"/>
              <a:t>39% Labs </a:t>
            </a:r>
          </a:p>
          <a:p>
            <a:r>
              <a:rPr lang="en-US" sz="2400"/>
              <a:t>49% GR’s &amp; Final</a:t>
            </a:r>
          </a:p>
          <a:p>
            <a:r>
              <a:rPr lang="en-US" sz="2400"/>
              <a:t>12% HW &amp; Skills Review</a:t>
            </a:r>
          </a:p>
        </p:txBody>
      </p:sp>
    </p:spTree>
    <p:extLst>
      <p:ext uri="{BB962C8B-B14F-4D97-AF65-F5344CB8AC3E}">
        <p14:creationId xmlns:p14="http://schemas.microsoft.com/office/powerpoint/2010/main" val="11422014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5358A-895C-1078-4805-43C35F659A28}"/>
              </a:ext>
            </a:extLst>
          </p:cNvPr>
          <p:cNvSpPr>
            <a:spLocks noGrp="1"/>
          </p:cNvSpPr>
          <p:nvPr>
            <p:ph type="title"/>
          </p:nvPr>
        </p:nvSpPr>
        <p:spPr/>
        <p:txBody>
          <a:bodyPr/>
          <a:lstStyle/>
          <a:p>
            <a:r>
              <a:rPr lang="en-US"/>
              <a:t>331 Labs</a:t>
            </a:r>
          </a:p>
        </p:txBody>
      </p:sp>
      <p:sp>
        <p:nvSpPr>
          <p:cNvPr id="3" name="Content Placeholder 2">
            <a:extLst>
              <a:ext uri="{FF2B5EF4-FFF2-40B4-BE49-F238E27FC236}">
                <a16:creationId xmlns:a16="http://schemas.microsoft.com/office/drawing/2014/main" id="{E152A201-E5A4-7240-6308-D90B86F46AD5}"/>
              </a:ext>
            </a:extLst>
          </p:cNvPr>
          <p:cNvSpPr>
            <a:spLocks noGrp="1"/>
          </p:cNvSpPr>
          <p:nvPr>
            <p:ph idx="1"/>
          </p:nvPr>
        </p:nvSpPr>
        <p:spPr/>
        <p:txBody>
          <a:bodyPr>
            <a:normAutofit fontScale="92500" lnSpcReduction="20000"/>
          </a:bodyPr>
          <a:lstStyle/>
          <a:p>
            <a:endParaRPr lang="en-US"/>
          </a:p>
          <a:p>
            <a:r>
              <a:rPr lang="en-US"/>
              <a:t>Heritage of Astro 331 classroom satellite trainers</a:t>
            </a:r>
          </a:p>
          <a:p>
            <a:pPr lvl="1"/>
            <a:r>
              <a:rPr lang="en-US" err="1"/>
              <a:t>EyasSat</a:t>
            </a:r>
            <a:endParaRPr lang="en-US"/>
          </a:p>
          <a:p>
            <a:pPr lvl="1"/>
            <a:r>
              <a:rPr lang="en-US" err="1"/>
              <a:t>FlatSat</a:t>
            </a:r>
            <a:endParaRPr lang="en-US"/>
          </a:p>
          <a:p>
            <a:pPr lvl="1"/>
            <a:r>
              <a:rPr lang="en-US" err="1"/>
              <a:t>KestrelSAT</a:t>
            </a:r>
            <a:endParaRPr lang="en-US"/>
          </a:p>
          <a:p>
            <a:endParaRPr lang="en-US"/>
          </a:p>
          <a:p>
            <a:r>
              <a:rPr lang="en-US"/>
              <a:t>8 Labs:</a:t>
            </a:r>
          </a:p>
          <a:p>
            <a:pPr lvl="1"/>
            <a:r>
              <a:rPr lang="en-US"/>
              <a:t>Lab 1: Introduction to Embedded Systems (Individual Effort)</a:t>
            </a:r>
          </a:p>
          <a:p>
            <a:pPr lvl="1"/>
            <a:r>
              <a:rPr lang="en-US"/>
              <a:t>Lab 2: Soldering</a:t>
            </a:r>
          </a:p>
          <a:p>
            <a:pPr lvl="1"/>
            <a:r>
              <a:rPr lang="en-US"/>
              <a:t>Lab 3: Electrical Power Subsystem</a:t>
            </a:r>
          </a:p>
          <a:p>
            <a:pPr lvl="1"/>
            <a:r>
              <a:rPr lang="en-US"/>
              <a:t>Lab 4: Communication Subsystem</a:t>
            </a:r>
          </a:p>
          <a:p>
            <a:pPr lvl="1"/>
            <a:r>
              <a:rPr lang="en-US"/>
              <a:t>Lab 5: Remote Sensing</a:t>
            </a:r>
          </a:p>
          <a:p>
            <a:pPr lvl="1"/>
            <a:r>
              <a:rPr lang="en-US"/>
              <a:t>Lab 6: Attitude Determination</a:t>
            </a:r>
          </a:p>
          <a:p>
            <a:pPr lvl="1"/>
            <a:r>
              <a:rPr lang="en-US"/>
              <a:t>Lab 7: Attitude Control</a:t>
            </a:r>
          </a:p>
          <a:p>
            <a:pPr lvl="1"/>
            <a:r>
              <a:rPr lang="en-US"/>
              <a:t>Lab 8: KestrelSAT Capstone</a:t>
            </a:r>
          </a:p>
          <a:p>
            <a:pPr lvl="1"/>
            <a:endParaRPr lang="en-US"/>
          </a:p>
          <a:p>
            <a:endParaRPr lang="en-US"/>
          </a:p>
          <a:p>
            <a:endParaRPr lang="en-US"/>
          </a:p>
          <a:p>
            <a:endParaRPr lang="en-US"/>
          </a:p>
        </p:txBody>
      </p:sp>
      <p:sp>
        <p:nvSpPr>
          <p:cNvPr id="5" name="Slide Number Placeholder 4">
            <a:extLst>
              <a:ext uri="{FF2B5EF4-FFF2-40B4-BE49-F238E27FC236}">
                <a16:creationId xmlns:a16="http://schemas.microsoft.com/office/drawing/2014/main" id="{16FAC792-2A50-5643-B6EC-D8A3F6022AA8}"/>
              </a:ext>
            </a:extLst>
          </p:cNvPr>
          <p:cNvSpPr>
            <a:spLocks noGrp="1"/>
          </p:cNvSpPr>
          <p:nvPr>
            <p:ph type="sldNum" sz="quarter" idx="12"/>
          </p:nvPr>
        </p:nvSpPr>
        <p:spPr/>
        <p:txBody>
          <a:bodyPr/>
          <a:lstStyle/>
          <a:p>
            <a:fld id="{9A3029B7-FE6B-4680-9049-80E8298A0825}" type="slidenum">
              <a:rPr lang="en-US" smtClean="0"/>
              <a:t>6</a:t>
            </a:fld>
            <a:endParaRPr lang="en-US"/>
          </a:p>
        </p:txBody>
      </p:sp>
    </p:spTree>
    <p:extLst>
      <p:ext uri="{BB962C8B-B14F-4D97-AF65-F5344CB8AC3E}">
        <p14:creationId xmlns:p14="http://schemas.microsoft.com/office/powerpoint/2010/main" val="2422111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A8084-1289-12E7-AD4B-B42A2B9D9C77}"/>
              </a:ext>
            </a:extLst>
          </p:cNvPr>
          <p:cNvSpPr>
            <a:spLocks noGrp="1"/>
          </p:cNvSpPr>
          <p:nvPr>
            <p:ph type="title"/>
          </p:nvPr>
        </p:nvSpPr>
        <p:spPr/>
        <p:txBody>
          <a:bodyPr/>
          <a:lstStyle/>
          <a:p>
            <a:r>
              <a:rPr lang="en-US"/>
              <a:t>Course Admin</a:t>
            </a:r>
          </a:p>
        </p:txBody>
      </p:sp>
      <p:sp>
        <p:nvSpPr>
          <p:cNvPr id="3" name="Content Placeholder 2">
            <a:extLst>
              <a:ext uri="{FF2B5EF4-FFF2-40B4-BE49-F238E27FC236}">
                <a16:creationId xmlns:a16="http://schemas.microsoft.com/office/drawing/2014/main" id="{72A36D1B-2101-608F-7768-35C6743AE113}"/>
              </a:ext>
            </a:extLst>
          </p:cNvPr>
          <p:cNvSpPr>
            <a:spLocks noGrp="1"/>
          </p:cNvSpPr>
          <p:nvPr>
            <p:ph idx="1"/>
          </p:nvPr>
        </p:nvSpPr>
        <p:spPr/>
        <p:txBody>
          <a:bodyPr>
            <a:normAutofit fontScale="92500" lnSpcReduction="20000"/>
          </a:bodyPr>
          <a:lstStyle/>
          <a:p>
            <a:endParaRPr lang="en-US"/>
          </a:p>
          <a:p>
            <a:r>
              <a:rPr lang="en-US"/>
              <a:t>Missing class</a:t>
            </a:r>
          </a:p>
          <a:p>
            <a:pPr lvl="1"/>
            <a:r>
              <a:rPr lang="en-US"/>
              <a:t>Assignments still due on time</a:t>
            </a:r>
          </a:p>
          <a:p>
            <a:pPr marL="0" indent="0">
              <a:buNone/>
            </a:pPr>
            <a:endParaRPr lang="en-US"/>
          </a:p>
          <a:p>
            <a:r>
              <a:rPr lang="en-US"/>
              <a:t>Field trip date</a:t>
            </a:r>
          </a:p>
          <a:p>
            <a:endParaRPr lang="en-US"/>
          </a:p>
          <a:p>
            <a:r>
              <a:rPr lang="en-US"/>
              <a:t>Generative AI</a:t>
            </a:r>
          </a:p>
          <a:p>
            <a:endParaRPr lang="en-US"/>
          </a:p>
          <a:p>
            <a:r>
              <a:rPr lang="en-US"/>
              <a:t>Course updates this semester</a:t>
            </a:r>
          </a:p>
          <a:p>
            <a:endParaRPr lang="en-US"/>
          </a:p>
          <a:p>
            <a:r>
              <a:rPr lang="en-US"/>
              <a:t>Labs</a:t>
            </a:r>
          </a:p>
          <a:p>
            <a:pPr lvl="1"/>
            <a:r>
              <a:rPr lang="en-US"/>
              <a:t>Groups?</a:t>
            </a:r>
          </a:p>
          <a:p>
            <a:pPr lvl="1"/>
            <a:r>
              <a:rPr lang="en-US"/>
              <a:t>Pre/Post-labs (individual effort)</a:t>
            </a:r>
          </a:p>
          <a:p>
            <a:pPr lvl="1"/>
            <a:r>
              <a:rPr lang="en-US"/>
              <a:t>Lab reports (1x group turn-in)</a:t>
            </a:r>
          </a:p>
          <a:p>
            <a:endParaRPr lang="en-US"/>
          </a:p>
        </p:txBody>
      </p:sp>
      <p:sp>
        <p:nvSpPr>
          <p:cNvPr id="5" name="Slide Number Placeholder 4">
            <a:extLst>
              <a:ext uri="{FF2B5EF4-FFF2-40B4-BE49-F238E27FC236}">
                <a16:creationId xmlns:a16="http://schemas.microsoft.com/office/drawing/2014/main" id="{986D4C14-16D7-B285-C801-398CDA6BB82F}"/>
              </a:ext>
            </a:extLst>
          </p:cNvPr>
          <p:cNvSpPr>
            <a:spLocks noGrp="1"/>
          </p:cNvSpPr>
          <p:nvPr>
            <p:ph type="sldNum" sz="quarter" idx="12"/>
          </p:nvPr>
        </p:nvSpPr>
        <p:spPr/>
        <p:txBody>
          <a:bodyPr/>
          <a:lstStyle/>
          <a:p>
            <a:fld id="{9A3029B7-FE6B-4680-9049-80E8298A0825}" type="slidenum">
              <a:rPr lang="en-US" smtClean="0"/>
              <a:t>7</a:t>
            </a:fld>
            <a:endParaRPr lang="en-US"/>
          </a:p>
        </p:txBody>
      </p:sp>
    </p:spTree>
    <p:extLst>
      <p:ext uri="{BB962C8B-B14F-4D97-AF65-F5344CB8AC3E}">
        <p14:creationId xmlns:p14="http://schemas.microsoft.com/office/powerpoint/2010/main" val="3918575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4A5AC-602E-4767-2AE9-97FE90415BB9}"/>
              </a:ext>
            </a:extLst>
          </p:cNvPr>
          <p:cNvSpPr>
            <a:spLocks noGrp="1"/>
          </p:cNvSpPr>
          <p:nvPr>
            <p:ph type="title"/>
          </p:nvPr>
        </p:nvSpPr>
        <p:spPr/>
        <p:txBody>
          <a:bodyPr/>
          <a:lstStyle/>
          <a:p>
            <a:r>
              <a:rPr lang="en-US"/>
              <a:t>Upcoming Graded Events</a:t>
            </a:r>
          </a:p>
        </p:txBody>
      </p:sp>
      <p:sp>
        <p:nvSpPr>
          <p:cNvPr id="3" name="Content Placeholder 2">
            <a:extLst>
              <a:ext uri="{FF2B5EF4-FFF2-40B4-BE49-F238E27FC236}">
                <a16:creationId xmlns:a16="http://schemas.microsoft.com/office/drawing/2014/main" id="{82237E52-2830-EF73-B923-1AA00591F9C6}"/>
              </a:ext>
            </a:extLst>
          </p:cNvPr>
          <p:cNvSpPr>
            <a:spLocks noGrp="1"/>
          </p:cNvSpPr>
          <p:nvPr>
            <p:ph idx="1"/>
          </p:nvPr>
        </p:nvSpPr>
        <p:spPr/>
        <p:txBody>
          <a:bodyPr/>
          <a:lstStyle/>
          <a:p>
            <a:pPr marL="0" indent="0">
              <a:buNone/>
            </a:pPr>
            <a:endParaRPr lang="en-US"/>
          </a:p>
          <a:p>
            <a:r>
              <a:rPr lang="en-US"/>
              <a:t>Skills review</a:t>
            </a:r>
          </a:p>
          <a:p>
            <a:pPr lvl="1"/>
            <a:r>
              <a:rPr lang="en-US"/>
              <a:t>Due start of Lesson 3</a:t>
            </a:r>
          </a:p>
          <a:p>
            <a:endParaRPr lang="en-US"/>
          </a:p>
          <a:p>
            <a:r>
              <a:rPr lang="en-US"/>
              <a:t>Lab 1 </a:t>
            </a:r>
          </a:p>
          <a:p>
            <a:pPr lvl="1"/>
            <a:r>
              <a:rPr lang="en-US"/>
              <a:t>Beginner Kit</a:t>
            </a:r>
          </a:p>
          <a:p>
            <a:pPr lvl="1"/>
            <a:r>
              <a:rPr lang="en-US"/>
              <a:t>Lab Instructions </a:t>
            </a:r>
          </a:p>
          <a:p>
            <a:pPr lvl="1"/>
            <a:r>
              <a:rPr lang="en-US"/>
              <a:t>Tasks 0A/0B/0C complete by start of Lesson 4</a:t>
            </a:r>
          </a:p>
          <a:p>
            <a:pPr lvl="1"/>
            <a:r>
              <a:rPr lang="en-US"/>
              <a:t>Lab 1 due + Lab 1 Quiz on Lesson 6</a:t>
            </a:r>
          </a:p>
        </p:txBody>
      </p:sp>
      <p:sp>
        <p:nvSpPr>
          <p:cNvPr id="5" name="Slide Number Placeholder 4">
            <a:extLst>
              <a:ext uri="{FF2B5EF4-FFF2-40B4-BE49-F238E27FC236}">
                <a16:creationId xmlns:a16="http://schemas.microsoft.com/office/drawing/2014/main" id="{9DAEB34A-ED02-723E-BB87-B25D44CF952F}"/>
              </a:ext>
            </a:extLst>
          </p:cNvPr>
          <p:cNvSpPr>
            <a:spLocks noGrp="1"/>
          </p:cNvSpPr>
          <p:nvPr>
            <p:ph type="sldNum" sz="quarter" idx="12"/>
          </p:nvPr>
        </p:nvSpPr>
        <p:spPr/>
        <p:txBody>
          <a:bodyPr/>
          <a:lstStyle/>
          <a:p>
            <a:fld id="{9A3029B7-FE6B-4680-9049-80E8298A0825}" type="slidenum">
              <a:rPr lang="en-US" smtClean="0"/>
              <a:t>8</a:t>
            </a:fld>
            <a:endParaRPr lang="en-US"/>
          </a:p>
        </p:txBody>
      </p:sp>
    </p:spTree>
    <p:extLst>
      <p:ext uri="{BB962C8B-B14F-4D97-AF65-F5344CB8AC3E}">
        <p14:creationId xmlns:p14="http://schemas.microsoft.com/office/powerpoint/2010/main" val="15485058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787F9-F13E-C03E-78F8-470B53CD40F8}"/>
              </a:ext>
            </a:extLst>
          </p:cNvPr>
          <p:cNvSpPr>
            <a:spLocks noGrp="1"/>
          </p:cNvSpPr>
          <p:nvPr>
            <p:ph type="title"/>
          </p:nvPr>
        </p:nvSpPr>
        <p:spPr/>
        <p:txBody>
          <a:bodyPr/>
          <a:lstStyle/>
          <a:p>
            <a:pPr algn="ctr"/>
            <a:r>
              <a:rPr lang="en-US" sz="3600"/>
              <a:t>Status</a:t>
            </a:r>
            <a:endParaRPr lang="en-US"/>
          </a:p>
        </p:txBody>
      </p:sp>
      <p:sp>
        <p:nvSpPr>
          <p:cNvPr id="3" name="Content Placeholder 2">
            <a:extLst>
              <a:ext uri="{FF2B5EF4-FFF2-40B4-BE49-F238E27FC236}">
                <a16:creationId xmlns:a16="http://schemas.microsoft.com/office/drawing/2014/main" id="{9A367593-4FDC-3311-BED2-837EE1FEE5AE}"/>
              </a:ext>
            </a:extLst>
          </p:cNvPr>
          <p:cNvSpPr>
            <a:spLocks noGrp="1"/>
          </p:cNvSpPr>
          <p:nvPr>
            <p:ph idx="1"/>
          </p:nvPr>
        </p:nvSpPr>
        <p:spPr/>
        <p:txBody>
          <a:bodyPr anchor="ctr">
            <a:normAutofit/>
          </a:bodyPr>
          <a:lstStyle/>
          <a:p>
            <a:pPr marL="0" indent="0">
              <a:buNone/>
            </a:pPr>
            <a:r>
              <a:rPr lang="en-US" b="1" i="1">
                <a:solidFill>
                  <a:srgbClr val="C00000"/>
                </a:solidFill>
              </a:rPr>
              <a:t>Where we’ve been</a:t>
            </a:r>
            <a:endParaRPr lang="en-US" b="1" i="1">
              <a:solidFill>
                <a:srgbClr val="C00000"/>
              </a:solidFill>
              <a:sym typeface="Wingdings" panose="05000000000000000000" pitchFamily="2" charset="2"/>
            </a:endParaRPr>
          </a:p>
          <a:p>
            <a:pPr marL="0" indent="0">
              <a:buNone/>
            </a:pPr>
            <a:endParaRPr lang="en-US"/>
          </a:p>
          <a:p>
            <a:pPr marL="0" indent="0">
              <a:buNone/>
            </a:pPr>
            <a:endParaRPr lang="en-US"/>
          </a:p>
          <a:p>
            <a:pPr marL="0" indent="0">
              <a:buNone/>
            </a:pPr>
            <a:r>
              <a:rPr lang="en-US" b="1" i="1">
                <a:solidFill>
                  <a:srgbClr val="FFC000"/>
                </a:solidFill>
              </a:rPr>
              <a:t>Where we are</a:t>
            </a:r>
          </a:p>
          <a:p>
            <a:pPr marL="0" indent="0">
              <a:buNone/>
            </a:pPr>
            <a:endParaRPr lang="en-US"/>
          </a:p>
          <a:p>
            <a:pPr marL="0" indent="0">
              <a:buNone/>
            </a:pPr>
            <a:endParaRPr lang="en-US"/>
          </a:p>
          <a:p>
            <a:pPr marL="0" indent="0">
              <a:buNone/>
            </a:pPr>
            <a:r>
              <a:rPr lang="en-US" b="1" i="1">
                <a:solidFill>
                  <a:srgbClr val="00B050"/>
                </a:solidFill>
              </a:rPr>
              <a:t>Where we’re going</a:t>
            </a:r>
          </a:p>
        </p:txBody>
      </p:sp>
      <p:sp>
        <p:nvSpPr>
          <p:cNvPr id="4" name="Slide Number Placeholder 3">
            <a:extLst>
              <a:ext uri="{FF2B5EF4-FFF2-40B4-BE49-F238E27FC236}">
                <a16:creationId xmlns:a16="http://schemas.microsoft.com/office/drawing/2014/main" id="{2C48EEC1-1F1E-2B45-6443-EC1DB064B025}"/>
              </a:ext>
            </a:extLst>
          </p:cNvPr>
          <p:cNvSpPr>
            <a:spLocks noGrp="1"/>
          </p:cNvSpPr>
          <p:nvPr>
            <p:ph type="sldNum" sz="quarter" idx="12"/>
          </p:nvPr>
        </p:nvSpPr>
        <p:spPr/>
        <p:txBody>
          <a:bodyPr/>
          <a:lstStyle/>
          <a:p>
            <a:fld id="{9A3029B7-FE6B-4680-9049-80E8298A0825}" type="slidenum">
              <a:rPr lang="en-US" smtClean="0"/>
              <a:t>9</a:t>
            </a:fld>
            <a:endParaRPr lang="en-US"/>
          </a:p>
        </p:txBody>
      </p:sp>
    </p:spTree>
    <p:extLst>
      <p:ext uri="{BB962C8B-B14F-4D97-AF65-F5344CB8AC3E}">
        <p14:creationId xmlns:p14="http://schemas.microsoft.com/office/powerpoint/2010/main" val="249915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1B433-E950-B12F-EEF4-19A76752D4BF}"/>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46639D79-54B9-ACBD-5D28-E749F54F07C0}"/>
              </a:ext>
            </a:extLst>
          </p:cNvPr>
          <p:cNvSpPr>
            <a:spLocks noGrp="1"/>
          </p:cNvSpPr>
          <p:nvPr>
            <p:ph type="title"/>
          </p:nvPr>
        </p:nvSpPr>
        <p:spPr>
          <a:xfrm>
            <a:off x="349291" y="1709739"/>
            <a:ext cx="8435894" cy="2852737"/>
          </a:xfrm>
        </p:spPr>
        <p:txBody>
          <a:bodyPr>
            <a:normAutofit/>
          </a:bodyPr>
          <a:lstStyle/>
          <a:p>
            <a:pPr algn="ctr"/>
            <a:r>
              <a:rPr lang="en-US" sz="4400"/>
              <a:t>Introduction to Space Systems Engineering</a:t>
            </a:r>
          </a:p>
        </p:txBody>
      </p:sp>
      <p:sp>
        <p:nvSpPr>
          <p:cNvPr id="5" name="Slide Number Placeholder 4">
            <a:extLst>
              <a:ext uri="{FF2B5EF4-FFF2-40B4-BE49-F238E27FC236}">
                <a16:creationId xmlns:a16="http://schemas.microsoft.com/office/drawing/2014/main" id="{23A3C286-AD7A-8753-CDDB-10500046E1F2}"/>
              </a:ext>
            </a:extLst>
          </p:cNvPr>
          <p:cNvSpPr>
            <a:spLocks noGrp="1"/>
          </p:cNvSpPr>
          <p:nvPr>
            <p:ph type="sldNum" sz="quarter" idx="12"/>
          </p:nvPr>
        </p:nvSpPr>
        <p:spPr/>
        <p:txBody>
          <a:bodyPr/>
          <a:lstStyle/>
          <a:p>
            <a:fld id="{9A3029B7-FE6B-4680-9049-80E8298A0825}" type="slidenum">
              <a:rPr lang="en-US" smtClean="0"/>
              <a:t>10</a:t>
            </a:fld>
            <a:endParaRPr lang="en-US"/>
          </a:p>
        </p:txBody>
      </p:sp>
    </p:spTree>
    <p:extLst>
      <p:ext uri="{BB962C8B-B14F-4D97-AF65-F5344CB8AC3E}">
        <p14:creationId xmlns:p14="http://schemas.microsoft.com/office/powerpoint/2010/main" val="14846068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FFDB4-904E-5A91-DC6D-9DE58A3259F4}"/>
              </a:ext>
            </a:extLst>
          </p:cNvPr>
          <p:cNvSpPr>
            <a:spLocks noGrp="1"/>
          </p:cNvSpPr>
          <p:nvPr>
            <p:ph type="title"/>
          </p:nvPr>
        </p:nvSpPr>
        <p:spPr/>
        <p:txBody>
          <a:bodyPr/>
          <a:lstStyle/>
          <a:p>
            <a:r>
              <a:rPr lang="en-US"/>
              <a:t>What is a System?</a:t>
            </a:r>
          </a:p>
        </p:txBody>
      </p:sp>
      <p:sp>
        <p:nvSpPr>
          <p:cNvPr id="3" name="Content Placeholder 2">
            <a:extLst>
              <a:ext uri="{FF2B5EF4-FFF2-40B4-BE49-F238E27FC236}">
                <a16:creationId xmlns:a16="http://schemas.microsoft.com/office/drawing/2014/main" id="{2740C60C-0923-D65E-F559-3B12FB088D48}"/>
              </a:ext>
            </a:extLst>
          </p:cNvPr>
          <p:cNvSpPr>
            <a:spLocks noGrp="1"/>
          </p:cNvSpPr>
          <p:nvPr>
            <p:ph idx="1"/>
          </p:nvPr>
        </p:nvSpPr>
        <p:spPr/>
        <p:txBody>
          <a:bodyPr/>
          <a:lstStyle/>
          <a:p>
            <a:endParaRPr lang="en-US"/>
          </a:p>
          <a:p>
            <a:r>
              <a:rPr lang="en-US"/>
              <a:t>A </a:t>
            </a:r>
            <a:r>
              <a:rPr lang="en-US" b="1"/>
              <a:t>system</a:t>
            </a:r>
            <a:r>
              <a:rPr lang="en-US"/>
              <a:t> is an arrangement of parts or elements that together exhibit behavior or meaning that the individual constituents do not.</a:t>
            </a:r>
          </a:p>
          <a:p>
            <a:pPr lvl="1"/>
            <a:endParaRPr lang="en-US"/>
          </a:p>
          <a:p>
            <a:pPr lvl="1"/>
            <a:r>
              <a:rPr lang="en-US"/>
              <a:t>Systems can be either physical or conceptual, or a combination of both.</a:t>
            </a:r>
          </a:p>
        </p:txBody>
      </p:sp>
      <p:sp>
        <p:nvSpPr>
          <p:cNvPr id="5" name="Slide Number Placeholder 4">
            <a:extLst>
              <a:ext uri="{FF2B5EF4-FFF2-40B4-BE49-F238E27FC236}">
                <a16:creationId xmlns:a16="http://schemas.microsoft.com/office/drawing/2014/main" id="{53654FAF-505F-D72B-9DC9-DF12C28C2FCC}"/>
              </a:ext>
            </a:extLst>
          </p:cNvPr>
          <p:cNvSpPr>
            <a:spLocks noGrp="1"/>
          </p:cNvSpPr>
          <p:nvPr>
            <p:ph type="sldNum" sz="quarter" idx="12"/>
          </p:nvPr>
        </p:nvSpPr>
        <p:spPr/>
        <p:txBody>
          <a:bodyPr/>
          <a:lstStyle/>
          <a:p>
            <a:fld id="{9A3029B7-FE6B-4680-9049-80E8298A0825}" type="slidenum">
              <a:rPr lang="en-US" smtClean="0"/>
              <a:t>11</a:t>
            </a:fld>
            <a:endParaRPr lang="en-US"/>
          </a:p>
        </p:txBody>
      </p:sp>
    </p:spTree>
    <p:extLst>
      <p:ext uri="{BB962C8B-B14F-4D97-AF65-F5344CB8AC3E}">
        <p14:creationId xmlns:p14="http://schemas.microsoft.com/office/powerpoint/2010/main" val="764116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8F58E0-6D6C-F0CB-5ACF-B53ACA2956B8}"/>
              </a:ext>
            </a:extLst>
          </p:cNvPr>
          <p:cNvSpPr>
            <a:spLocks noGrp="1"/>
          </p:cNvSpPr>
          <p:nvPr>
            <p:ph type="title"/>
          </p:nvPr>
        </p:nvSpPr>
        <p:spPr>
          <a:xfrm>
            <a:off x="849381" y="176219"/>
            <a:ext cx="5363218" cy="487467"/>
          </a:xfrm>
        </p:spPr>
        <p:txBody>
          <a:bodyPr/>
          <a:lstStyle/>
          <a:p>
            <a:r>
              <a:rPr lang="en-US" dirty="0"/>
              <a:t>System Examples</a:t>
            </a:r>
          </a:p>
        </p:txBody>
      </p:sp>
      <p:sp>
        <p:nvSpPr>
          <p:cNvPr id="3" name="Content Placeholder 2">
            <a:extLst>
              <a:ext uri="{FF2B5EF4-FFF2-40B4-BE49-F238E27FC236}">
                <a16:creationId xmlns:a16="http://schemas.microsoft.com/office/drawing/2014/main" id="{4F2F9763-EAF2-F1FA-6CCB-15ED15C10F98}"/>
              </a:ext>
            </a:extLst>
          </p:cNvPr>
          <p:cNvSpPr>
            <a:spLocks noGrp="1"/>
          </p:cNvSpPr>
          <p:nvPr>
            <p:ph idx="1"/>
          </p:nvPr>
        </p:nvSpPr>
        <p:spPr>
          <a:xfrm>
            <a:off x="453154" y="6026191"/>
            <a:ext cx="3490456" cy="487467"/>
          </a:xfrm>
        </p:spPr>
        <p:txBody>
          <a:bodyPr/>
          <a:lstStyle/>
          <a:p>
            <a:pPr marL="0" indent="0">
              <a:buNone/>
            </a:pPr>
            <a:r>
              <a:rPr lang="en-US" dirty="0"/>
              <a:t>Avionics as a system</a:t>
            </a:r>
          </a:p>
        </p:txBody>
      </p:sp>
      <p:sp>
        <p:nvSpPr>
          <p:cNvPr id="4" name="Slide Number Placeholder 3">
            <a:extLst>
              <a:ext uri="{FF2B5EF4-FFF2-40B4-BE49-F238E27FC236}">
                <a16:creationId xmlns:a16="http://schemas.microsoft.com/office/drawing/2014/main" id="{B766AAE2-1F61-0E05-D582-D12177DAB9FE}"/>
              </a:ext>
            </a:extLst>
          </p:cNvPr>
          <p:cNvSpPr>
            <a:spLocks noGrp="1"/>
          </p:cNvSpPr>
          <p:nvPr>
            <p:ph type="sldNum" sz="quarter" idx="12"/>
          </p:nvPr>
        </p:nvSpPr>
        <p:spPr/>
        <p:txBody>
          <a:bodyPr/>
          <a:lstStyle/>
          <a:p>
            <a:fld id="{9A3029B7-FE6B-4680-9049-80E8298A0825}" type="slidenum">
              <a:rPr lang="en-US" smtClean="0"/>
              <a:t>12</a:t>
            </a:fld>
            <a:endParaRPr lang="en-US"/>
          </a:p>
        </p:txBody>
      </p:sp>
      <p:pic>
        <p:nvPicPr>
          <p:cNvPr id="1026" name="Picture 2">
            <a:extLst>
              <a:ext uri="{FF2B5EF4-FFF2-40B4-BE49-F238E27FC236}">
                <a16:creationId xmlns:a16="http://schemas.microsoft.com/office/drawing/2014/main" id="{6895B02E-8895-789B-7F95-859F2AC1D7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154" y="3856233"/>
            <a:ext cx="3645032" cy="207168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88DC3DB-74E4-4A56-CB0D-B0A7745A4E54}"/>
              </a:ext>
            </a:extLst>
          </p:cNvPr>
          <p:cNvPicPr>
            <a:picLocks noChangeAspect="1"/>
          </p:cNvPicPr>
          <p:nvPr/>
        </p:nvPicPr>
        <p:blipFill>
          <a:blip r:embed="rId3"/>
          <a:stretch>
            <a:fillRect/>
          </a:stretch>
        </p:blipFill>
        <p:spPr>
          <a:xfrm>
            <a:off x="2847966" y="1029286"/>
            <a:ext cx="3220630" cy="2583213"/>
          </a:xfrm>
          <a:prstGeom prst="rect">
            <a:avLst/>
          </a:prstGeom>
        </p:spPr>
      </p:pic>
      <p:sp>
        <p:nvSpPr>
          <p:cNvPr id="7" name="Content Placeholder 2">
            <a:extLst>
              <a:ext uri="{FF2B5EF4-FFF2-40B4-BE49-F238E27FC236}">
                <a16:creationId xmlns:a16="http://schemas.microsoft.com/office/drawing/2014/main" id="{E17A9E5A-CE92-E59C-2BBB-F697E482AD36}"/>
              </a:ext>
            </a:extLst>
          </p:cNvPr>
          <p:cNvSpPr txBox="1">
            <a:spLocks/>
          </p:cNvSpPr>
          <p:nvPr/>
        </p:nvSpPr>
        <p:spPr>
          <a:xfrm>
            <a:off x="3199050" y="3603541"/>
            <a:ext cx="3490456" cy="487467"/>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Spacecraft as a system</a:t>
            </a:r>
          </a:p>
        </p:txBody>
      </p:sp>
      <p:pic>
        <p:nvPicPr>
          <p:cNvPr id="1030" name="Picture 6">
            <a:extLst>
              <a:ext uri="{FF2B5EF4-FFF2-40B4-BE49-F238E27FC236}">
                <a16:creationId xmlns:a16="http://schemas.microsoft.com/office/drawing/2014/main" id="{A4E30158-A04E-DDB3-D595-159391EE128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23365" y="4285184"/>
            <a:ext cx="2977110" cy="1984740"/>
          </a:xfrm>
          <a:prstGeom prst="rect">
            <a:avLst/>
          </a:prstGeom>
          <a:noFill/>
          <a:extLst>
            <a:ext uri="{909E8E84-426E-40DD-AFC4-6F175D3DCCD1}">
              <a14:hiddenFill xmlns:a14="http://schemas.microsoft.com/office/drawing/2010/main">
                <a:solidFill>
                  <a:srgbClr val="FFFFFF"/>
                </a:solidFill>
              </a14:hiddenFill>
            </a:ext>
          </a:extLst>
        </p:spPr>
      </p:pic>
      <p:sp>
        <p:nvSpPr>
          <p:cNvPr id="8" name="Content Placeholder 2">
            <a:extLst>
              <a:ext uri="{FF2B5EF4-FFF2-40B4-BE49-F238E27FC236}">
                <a16:creationId xmlns:a16="http://schemas.microsoft.com/office/drawing/2014/main" id="{A2FF8624-FBD9-0443-6623-35384218DB31}"/>
              </a:ext>
            </a:extLst>
          </p:cNvPr>
          <p:cNvSpPr txBox="1">
            <a:spLocks/>
          </p:cNvSpPr>
          <p:nvPr/>
        </p:nvSpPr>
        <p:spPr>
          <a:xfrm>
            <a:off x="4557162" y="6269924"/>
            <a:ext cx="4255063" cy="487467"/>
          </a:xfrm>
          <a:prstGeom prst="rect">
            <a:avLst/>
          </a:prstGeom>
        </p:spPr>
        <p:txBody>
          <a:bodyPr vert="horz" lIns="91440" tIns="45720" rIns="91440" bIns="45720" rtlCol="0">
            <a:normAutofit fontScale="70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Spacecraft constellation as a system</a:t>
            </a:r>
          </a:p>
        </p:txBody>
      </p:sp>
    </p:spTree>
    <p:extLst>
      <p:ext uri="{BB962C8B-B14F-4D97-AF65-F5344CB8AC3E}">
        <p14:creationId xmlns:p14="http://schemas.microsoft.com/office/powerpoint/2010/main" val="25419844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E9E88-12AB-AF2F-ED35-88D937EC4C10}"/>
              </a:ext>
            </a:extLst>
          </p:cNvPr>
          <p:cNvSpPr>
            <a:spLocks noGrp="1"/>
          </p:cNvSpPr>
          <p:nvPr>
            <p:ph type="title"/>
          </p:nvPr>
        </p:nvSpPr>
        <p:spPr/>
        <p:txBody>
          <a:bodyPr/>
          <a:lstStyle/>
          <a:p>
            <a:r>
              <a:rPr lang="en-US" dirty="0"/>
              <a:t>Spacecraft Subsystems Review</a:t>
            </a:r>
          </a:p>
        </p:txBody>
      </p:sp>
      <p:sp>
        <p:nvSpPr>
          <p:cNvPr id="3" name="Content Placeholder 2">
            <a:extLst>
              <a:ext uri="{FF2B5EF4-FFF2-40B4-BE49-F238E27FC236}">
                <a16:creationId xmlns:a16="http://schemas.microsoft.com/office/drawing/2014/main" id="{76F8D770-D4B9-7FD4-DD24-623526A48314}"/>
              </a:ext>
            </a:extLst>
          </p:cNvPr>
          <p:cNvSpPr>
            <a:spLocks noGrp="1"/>
          </p:cNvSpPr>
          <p:nvPr>
            <p:ph idx="1"/>
          </p:nvPr>
        </p:nvSpPr>
        <p:spPr/>
        <p:txBody>
          <a:bodyPr/>
          <a:lstStyle/>
          <a:p>
            <a:endParaRPr lang="en-US"/>
          </a:p>
          <a:p>
            <a:r>
              <a:rPr lang="en-US"/>
              <a:t>Bus:</a:t>
            </a:r>
          </a:p>
          <a:p>
            <a:pPr lvl="1"/>
            <a:r>
              <a:rPr lang="en-US"/>
              <a:t>Electrical Power Subsystem (EPS)</a:t>
            </a:r>
          </a:p>
          <a:p>
            <a:pPr lvl="1"/>
            <a:r>
              <a:rPr lang="en-US"/>
              <a:t>Communication and Data Handling Subsystem (CDHS)</a:t>
            </a:r>
          </a:p>
          <a:p>
            <a:pPr lvl="1"/>
            <a:r>
              <a:rPr lang="en-US"/>
              <a:t>Attitude Determination and Control Subsystem (ADCS)</a:t>
            </a:r>
          </a:p>
          <a:p>
            <a:pPr lvl="1"/>
            <a:r>
              <a:rPr lang="en-US"/>
              <a:t>Thermal Control Subsystem (TCS)</a:t>
            </a:r>
          </a:p>
          <a:p>
            <a:pPr lvl="2"/>
            <a:r>
              <a:rPr lang="en-US"/>
              <a:t>AKA Environmental Control and Life Support System (ECLSS)</a:t>
            </a:r>
          </a:p>
          <a:p>
            <a:pPr lvl="1"/>
            <a:r>
              <a:rPr lang="en-US"/>
              <a:t>Propulsion Subsystem</a:t>
            </a:r>
          </a:p>
          <a:p>
            <a:pPr lvl="1"/>
            <a:r>
              <a:rPr lang="en-US"/>
              <a:t>Structure</a:t>
            </a:r>
          </a:p>
          <a:p>
            <a:pPr marL="457200" lvl="1" indent="0">
              <a:buNone/>
            </a:pPr>
            <a:endParaRPr lang="en-US"/>
          </a:p>
          <a:p>
            <a:r>
              <a:rPr lang="en-US"/>
              <a:t>Payload</a:t>
            </a:r>
          </a:p>
        </p:txBody>
      </p:sp>
      <p:sp>
        <p:nvSpPr>
          <p:cNvPr id="5" name="Slide Number Placeholder 4">
            <a:extLst>
              <a:ext uri="{FF2B5EF4-FFF2-40B4-BE49-F238E27FC236}">
                <a16:creationId xmlns:a16="http://schemas.microsoft.com/office/drawing/2014/main" id="{68EDE206-F880-278E-A6F8-2718C64ECDD8}"/>
              </a:ext>
            </a:extLst>
          </p:cNvPr>
          <p:cNvSpPr>
            <a:spLocks noGrp="1"/>
          </p:cNvSpPr>
          <p:nvPr>
            <p:ph type="sldNum" sz="quarter" idx="12"/>
          </p:nvPr>
        </p:nvSpPr>
        <p:spPr/>
        <p:txBody>
          <a:bodyPr/>
          <a:lstStyle/>
          <a:p>
            <a:fld id="{9A3029B7-FE6B-4680-9049-80E8298A0825}" type="slidenum">
              <a:rPr lang="en-US" smtClean="0"/>
              <a:t>13</a:t>
            </a:fld>
            <a:endParaRPr lang="en-US"/>
          </a:p>
        </p:txBody>
      </p:sp>
    </p:spTree>
    <p:extLst>
      <p:ext uri="{BB962C8B-B14F-4D97-AF65-F5344CB8AC3E}">
        <p14:creationId xmlns:p14="http://schemas.microsoft.com/office/powerpoint/2010/main" val="36909751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EA7FD4-2B09-B431-72B9-6C35D83A4573}"/>
              </a:ext>
            </a:extLst>
          </p:cNvPr>
          <p:cNvSpPr>
            <a:spLocks noGrp="1"/>
          </p:cNvSpPr>
          <p:nvPr>
            <p:ph type="title"/>
          </p:nvPr>
        </p:nvSpPr>
        <p:spPr/>
        <p:txBody>
          <a:bodyPr/>
          <a:lstStyle/>
          <a:p>
            <a:r>
              <a:rPr lang="en-US"/>
              <a:t>Systems Engineering</a:t>
            </a:r>
          </a:p>
        </p:txBody>
      </p:sp>
      <p:sp>
        <p:nvSpPr>
          <p:cNvPr id="3" name="Content Placeholder 2">
            <a:extLst>
              <a:ext uri="{FF2B5EF4-FFF2-40B4-BE49-F238E27FC236}">
                <a16:creationId xmlns:a16="http://schemas.microsoft.com/office/drawing/2014/main" id="{A28ACF2D-E209-D268-6B5C-D66FD45B11BC}"/>
              </a:ext>
            </a:extLst>
          </p:cNvPr>
          <p:cNvSpPr>
            <a:spLocks noGrp="1"/>
          </p:cNvSpPr>
          <p:nvPr>
            <p:ph idx="1"/>
          </p:nvPr>
        </p:nvSpPr>
        <p:spPr/>
        <p:txBody>
          <a:bodyPr/>
          <a:lstStyle/>
          <a:p>
            <a:pPr marL="0" indent="0">
              <a:buNone/>
            </a:pPr>
            <a:r>
              <a:rPr lang="en-US" sz="2400" dirty="0"/>
              <a:t>Systems Engineering deals with designing and managing complex systems. It has many different definitions, but most definitions tend to have several common themes:</a:t>
            </a:r>
          </a:p>
          <a:p>
            <a:pPr lvl="1"/>
            <a:endParaRPr lang="en-US" b="1" dirty="0"/>
          </a:p>
          <a:p>
            <a:pPr marL="457200" lvl="1" indent="0">
              <a:buNone/>
            </a:pPr>
            <a:r>
              <a:rPr lang="en-US" b="1" dirty="0"/>
              <a:t>Top-down approach </a:t>
            </a:r>
          </a:p>
          <a:p>
            <a:pPr lvl="1"/>
            <a:endParaRPr lang="en-US" b="1" dirty="0"/>
          </a:p>
          <a:p>
            <a:pPr marL="457200" lvl="1" indent="0">
              <a:buNone/>
            </a:pPr>
            <a:r>
              <a:rPr lang="en-US" b="1" dirty="0"/>
              <a:t>Defined Development Cycle</a:t>
            </a:r>
          </a:p>
          <a:p>
            <a:pPr lvl="1"/>
            <a:endParaRPr lang="en-US" b="1" dirty="0"/>
          </a:p>
          <a:p>
            <a:pPr marL="457200" lvl="1" indent="0">
              <a:buNone/>
            </a:pPr>
            <a:r>
              <a:rPr lang="en-US" b="1" dirty="0"/>
              <a:t>Defined Requirements</a:t>
            </a:r>
          </a:p>
          <a:p>
            <a:pPr lvl="1"/>
            <a:endParaRPr lang="en-US" b="1" dirty="0"/>
          </a:p>
          <a:p>
            <a:pPr marL="457200" lvl="1" indent="0">
              <a:buNone/>
            </a:pPr>
            <a:r>
              <a:rPr lang="en-US" b="1" dirty="0"/>
              <a:t>Interdisciplinary</a:t>
            </a:r>
          </a:p>
        </p:txBody>
      </p:sp>
      <p:sp>
        <p:nvSpPr>
          <p:cNvPr id="5" name="Slide Number Placeholder 4">
            <a:extLst>
              <a:ext uri="{FF2B5EF4-FFF2-40B4-BE49-F238E27FC236}">
                <a16:creationId xmlns:a16="http://schemas.microsoft.com/office/drawing/2014/main" id="{ABE62554-F44A-A47C-2ECC-600A22AD718A}"/>
              </a:ext>
            </a:extLst>
          </p:cNvPr>
          <p:cNvSpPr>
            <a:spLocks noGrp="1"/>
          </p:cNvSpPr>
          <p:nvPr>
            <p:ph type="sldNum" sz="quarter" idx="12"/>
          </p:nvPr>
        </p:nvSpPr>
        <p:spPr/>
        <p:txBody>
          <a:bodyPr/>
          <a:lstStyle/>
          <a:p>
            <a:fld id="{9A3029B7-FE6B-4680-9049-80E8298A0825}" type="slidenum">
              <a:rPr lang="en-US" smtClean="0"/>
              <a:t>14</a:t>
            </a:fld>
            <a:endParaRPr lang="en-US"/>
          </a:p>
        </p:txBody>
      </p:sp>
      <p:sp>
        <p:nvSpPr>
          <p:cNvPr id="4" name="Rounded Rectangle 1">
            <a:extLst>
              <a:ext uri="{FF2B5EF4-FFF2-40B4-BE49-F238E27FC236}">
                <a16:creationId xmlns:a16="http://schemas.microsoft.com/office/drawing/2014/main" id="{38905C04-2CA1-3FD3-547E-A0D98B6244BE}"/>
              </a:ext>
            </a:extLst>
          </p:cNvPr>
          <p:cNvSpPr/>
          <p:nvPr/>
        </p:nvSpPr>
        <p:spPr>
          <a:xfrm>
            <a:off x="718840" y="4791407"/>
            <a:ext cx="2452064" cy="457200"/>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ounded Rectangle 4">
            <a:extLst>
              <a:ext uri="{FF2B5EF4-FFF2-40B4-BE49-F238E27FC236}">
                <a16:creationId xmlns:a16="http://schemas.microsoft.com/office/drawing/2014/main" id="{032BC0B7-5707-9DDE-7C52-92ED1726B900}"/>
              </a:ext>
            </a:extLst>
          </p:cNvPr>
          <p:cNvSpPr/>
          <p:nvPr/>
        </p:nvSpPr>
        <p:spPr>
          <a:xfrm>
            <a:off x="716299" y="3228781"/>
            <a:ext cx="4061187" cy="457200"/>
          </a:xfrm>
          <a:prstGeom prst="round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Rounded Rectangle 5">
            <a:extLst>
              <a:ext uri="{FF2B5EF4-FFF2-40B4-BE49-F238E27FC236}">
                <a16:creationId xmlns:a16="http://schemas.microsoft.com/office/drawing/2014/main" id="{412951AA-09D5-E599-F2F8-4572AFF324F8}"/>
              </a:ext>
            </a:extLst>
          </p:cNvPr>
          <p:cNvSpPr/>
          <p:nvPr/>
        </p:nvSpPr>
        <p:spPr>
          <a:xfrm>
            <a:off x="729113" y="2447463"/>
            <a:ext cx="2940889" cy="457200"/>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 name="Rounded Rectangle 6">
            <a:extLst>
              <a:ext uri="{FF2B5EF4-FFF2-40B4-BE49-F238E27FC236}">
                <a16:creationId xmlns:a16="http://schemas.microsoft.com/office/drawing/2014/main" id="{CC3D5EA5-170C-F8BC-26E3-E867F853F098}"/>
              </a:ext>
            </a:extLst>
          </p:cNvPr>
          <p:cNvSpPr/>
          <p:nvPr/>
        </p:nvSpPr>
        <p:spPr>
          <a:xfrm>
            <a:off x="687207" y="4007320"/>
            <a:ext cx="3350540" cy="457200"/>
          </a:xfrm>
          <a:prstGeom prst="round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extLst>
      <p:ext uri="{BB962C8B-B14F-4D97-AF65-F5344CB8AC3E}">
        <p14:creationId xmlns:p14="http://schemas.microsoft.com/office/powerpoint/2010/main" val="825316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0"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animEffect transition="in" filter="fade">
                                      <p:cBhvr>
                                        <p:cTn id="9" dur="500"/>
                                        <p:tgtEl>
                                          <p:spTgt spid="7"/>
                                        </p:tgtEl>
                                      </p:cBhvr>
                                    </p:animEffec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childTnLst>
                                </p:cTn>
                              </p:par>
                              <p:par>
                                <p:cTn id="14" presetID="10"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0"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5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xEl>
                                              <p:pRg st="8" end="8"/>
                                            </p:txEl>
                                          </p:spTgt>
                                        </p:tgtEl>
                                        <p:attrNameLst>
                                          <p:attrName>style.visibility</p:attrName>
                                        </p:attrNameLst>
                                      </p:cBhvr>
                                      <p:to>
                                        <p:strVal val="visible"/>
                                      </p:to>
                                    </p:set>
                                  </p:childTnLst>
                                </p:cTn>
                              </p:par>
                              <p:par>
                                <p:cTn id="28" presetID="10" presetClass="entr" presetSubtype="0" fill="hold" grpId="0" nodeType="with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fade">
                                      <p:cBhvr>
                                        <p:cTn id="3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5"/>
          <p:cNvSpPr>
            <a:spLocks noGrp="1" noChangeArrowheads="1"/>
          </p:cNvSpPr>
          <p:nvPr>
            <p:ph type="body" idx="1"/>
          </p:nvPr>
        </p:nvSpPr>
        <p:spPr/>
        <p:txBody>
          <a:bodyPr/>
          <a:lstStyle/>
          <a:p>
            <a:pPr marL="0" indent="0">
              <a:lnSpc>
                <a:spcPct val="80000"/>
              </a:lnSpc>
              <a:buNone/>
              <a:defRPr/>
            </a:pPr>
            <a:r>
              <a:rPr lang="en-US" sz="2400" u="sng"/>
              <a:t>International Council on Systems Engineering (</a:t>
            </a:r>
            <a:r>
              <a:rPr lang="en-US" sz="2400" b="1" u="sng"/>
              <a:t>INCOSE</a:t>
            </a:r>
            <a:r>
              <a:rPr lang="en-US" sz="2400" u="sng"/>
              <a:t>):</a:t>
            </a:r>
          </a:p>
          <a:p>
            <a:pPr marL="0" indent="0" eaLnBrk="1" hangingPunct="1">
              <a:lnSpc>
                <a:spcPct val="80000"/>
              </a:lnSpc>
              <a:buNone/>
              <a:defRPr/>
            </a:pPr>
            <a:r>
              <a:rPr lang="en-US" sz="2400"/>
              <a:t>An interdisciplinary approach and means to enable the realization of successful systems.  It focuses on defining customer needs and required functionality early in the development cycle, documenting requirements, then proceeding with design synthesis and system validation while considering the complete problem:  operations, performance, test, manufacturing, cost &amp; schedule, training &amp; support, and disposal.  Systems Engineering integrates all the disciplines and specialty groups into a team effort forming a structured development process that proceeds from concept to production to operation.  Systems Engineering considers both the business and the technical needs of all customers with the goal of providing a quality product that meets the user needs.</a:t>
            </a:r>
            <a:br>
              <a:rPr lang="en-US" sz="2400"/>
            </a:br>
            <a:endParaRPr lang="en-US" sz="2400"/>
          </a:p>
          <a:p>
            <a:pPr marL="0" indent="0" eaLnBrk="1" hangingPunct="1">
              <a:lnSpc>
                <a:spcPct val="80000"/>
              </a:lnSpc>
              <a:buFontTx/>
              <a:buNone/>
              <a:defRPr/>
            </a:pPr>
            <a:endParaRPr lang="en-US" sz="2400"/>
          </a:p>
        </p:txBody>
      </p:sp>
      <p:sp>
        <p:nvSpPr>
          <p:cNvPr id="8195" name="Rectangle 4"/>
          <p:cNvSpPr>
            <a:spLocks noGrp="1" noChangeArrowheads="1"/>
          </p:cNvSpPr>
          <p:nvPr>
            <p:ph type="title"/>
          </p:nvPr>
        </p:nvSpPr>
        <p:spPr/>
        <p:txBody>
          <a:bodyPr>
            <a:normAutofit/>
          </a:bodyPr>
          <a:lstStyle/>
          <a:p>
            <a:pPr eaLnBrk="1" hangingPunct="1"/>
            <a:r>
              <a:rPr lang="en-US"/>
              <a:t>Definition of Systems Engineering</a:t>
            </a:r>
          </a:p>
        </p:txBody>
      </p:sp>
      <p:sp>
        <p:nvSpPr>
          <p:cNvPr id="18" name="Rounded Rectangle 17"/>
          <p:cNvSpPr/>
          <p:nvPr/>
        </p:nvSpPr>
        <p:spPr>
          <a:xfrm>
            <a:off x="730251" y="1405823"/>
            <a:ext cx="2132012" cy="344488"/>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0" name="Rounded Rectangle 19"/>
          <p:cNvSpPr/>
          <p:nvPr/>
        </p:nvSpPr>
        <p:spPr>
          <a:xfrm>
            <a:off x="295276" y="2049555"/>
            <a:ext cx="6444572" cy="249238"/>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4" name="Rounded Rectangle 23"/>
          <p:cNvSpPr/>
          <p:nvPr/>
        </p:nvSpPr>
        <p:spPr>
          <a:xfrm>
            <a:off x="2927350" y="2296412"/>
            <a:ext cx="3662363" cy="277813"/>
          </a:xfrm>
          <a:prstGeom prst="round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6" name="Rounded Rectangle 25"/>
          <p:cNvSpPr/>
          <p:nvPr/>
        </p:nvSpPr>
        <p:spPr>
          <a:xfrm>
            <a:off x="4463256" y="3476717"/>
            <a:ext cx="4356894" cy="277813"/>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7" name="Rounded Rectangle 26"/>
          <p:cNvSpPr/>
          <p:nvPr/>
        </p:nvSpPr>
        <p:spPr>
          <a:xfrm>
            <a:off x="6324937" y="3822792"/>
            <a:ext cx="1452226" cy="266700"/>
          </a:xfrm>
          <a:prstGeom prst="round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8" name="Rounded Rectangle 27"/>
          <p:cNvSpPr/>
          <p:nvPr/>
        </p:nvSpPr>
        <p:spPr>
          <a:xfrm>
            <a:off x="304006" y="4374692"/>
            <a:ext cx="3281675" cy="266700"/>
          </a:xfrm>
          <a:prstGeom prst="round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9" name="Rounded Rectangle 28"/>
          <p:cNvSpPr/>
          <p:nvPr/>
        </p:nvSpPr>
        <p:spPr>
          <a:xfrm>
            <a:off x="5106255" y="1768568"/>
            <a:ext cx="2670907"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1" name="Rounded Rectangle 30"/>
          <p:cNvSpPr/>
          <p:nvPr/>
        </p:nvSpPr>
        <p:spPr>
          <a:xfrm>
            <a:off x="295274" y="2911568"/>
            <a:ext cx="8222001"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2" name="Rounded Rectangle 31"/>
          <p:cNvSpPr/>
          <p:nvPr/>
        </p:nvSpPr>
        <p:spPr>
          <a:xfrm>
            <a:off x="295274" y="3210892"/>
            <a:ext cx="8222000"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Rounded Rectangle 32"/>
          <p:cNvSpPr/>
          <p:nvPr/>
        </p:nvSpPr>
        <p:spPr>
          <a:xfrm>
            <a:off x="304006" y="3524343"/>
            <a:ext cx="1185747" cy="249237"/>
          </a:xfrm>
          <a:prstGeom prst="roundRect">
            <a:avLst/>
          </a:prstGeom>
          <a:solidFill>
            <a:srgbClr val="FF00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5" name="Rounded Rectangle 34"/>
          <p:cNvSpPr/>
          <p:nvPr/>
        </p:nvSpPr>
        <p:spPr>
          <a:xfrm>
            <a:off x="5702491" y="4936180"/>
            <a:ext cx="2968898" cy="277813"/>
          </a:xfrm>
          <a:prstGeom prst="roundRect">
            <a:avLst/>
          </a:prstGeom>
          <a:solidFill>
            <a:srgbClr val="FFFF0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6" name="Rounded Rectangle 35"/>
          <p:cNvSpPr/>
          <p:nvPr/>
        </p:nvSpPr>
        <p:spPr>
          <a:xfrm>
            <a:off x="811870" y="4599752"/>
            <a:ext cx="4407401" cy="344488"/>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 name="Rounded Rectangle 26">
            <a:extLst>
              <a:ext uri="{FF2B5EF4-FFF2-40B4-BE49-F238E27FC236}">
                <a16:creationId xmlns:a16="http://schemas.microsoft.com/office/drawing/2014/main" id="{8D639413-F584-FAC3-6375-771BBACF835F}"/>
              </a:ext>
            </a:extLst>
          </p:cNvPr>
          <p:cNvSpPr/>
          <p:nvPr/>
        </p:nvSpPr>
        <p:spPr>
          <a:xfrm>
            <a:off x="295276" y="2322605"/>
            <a:ext cx="2566988" cy="266700"/>
          </a:xfrm>
          <a:prstGeom prst="round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 name="Rounded Rectangle 25">
            <a:extLst>
              <a:ext uri="{FF2B5EF4-FFF2-40B4-BE49-F238E27FC236}">
                <a16:creationId xmlns:a16="http://schemas.microsoft.com/office/drawing/2014/main" id="{02A57412-46E9-8CE2-7978-02ADD40AC06A}"/>
              </a:ext>
            </a:extLst>
          </p:cNvPr>
          <p:cNvSpPr/>
          <p:nvPr/>
        </p:nvSpPr>
        <p:spPr>
          <a:xfrm>
            <a:off x="295274" y="3793423"/>
            <a:ext cx="4677418" cy="277813"/>
          </a:xfrm>
          <a:prstGeom prst="roundRect">
            <a:avLst/>
          </a:prstGeom>
          <a:solidFill>
            <a:srgbClr val="99FF66">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 name="Rounded Rectangle 26">
            <a:extLst>
              <a:ext uri="{FF2B5EF4-FFF2-40B4-BE49-F238E27FC236}">
                <a16:creationId xmlns:a16="http://schemas.microsoft.com/office/drawing/2014/main" id="{AE5BEBC8-864F-B359-D52B-B5BC925D65BC}"/>
              </a:ext>
            </a:extLst>
          </p:cNvPr>
          <p:cNvSpPr/>
          <p:nvPr/>
        </p:nvSpPr>
        <p:spPr>
          <a:xfrm>
            <a:off x="295273" y="4099260"/>
            <a:ext cx="7071297" cy="266700"/>
          </a:xfrm>
          <a:prstGeom prst="roundRect">
            <a:avLst/>
          </a:prstGeom>
          <a:solidFill>
            <a:srgbClr val="00B0F0">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pic>
        <p:nvPicPr>
          <p:cNvPr id="6" name="Picture 5">
            <a:extLst>
              <a:ext uri="{FF2B5EF4-FFF2-40B4-BE49-F238E27FC236}">
                <a16:creationId xmlns:a16="http://schemas.microsoft.com/office/drawing/2014/main" id="{C20C21E3-5825-0E27-D470-8C8327BD7D1C}"/>
              </a:ext>
            </a:extLst>
          </p:cNvPr>
          <p:cNvPicPr>
            <a:picLocks noChangeAspect="1"/>
          </p:cNvPicPr>
          <p:nvPr/>
        </p:nvPicPr>
        <p:blipFill>
          <a:blip r:embed="rId3"/>
          <a:stretch>
            <a:fillRect/>
          </a:stretch>
        </p:blipFill>
        <p:spPr>
          <a:xfrm>
            <a:off x="3009389" y="5445262"/>
            <a:ext cx="3125222" cy="1158299"/>
          </a:xfrm>
          <a:prstGeom prst="rect">
            <a:avLst/>
          </a:prstGeom>
          <a:ln>
            <a:solidFill>
              <a:schemeClr val="tx1"/>
            </a:solidFill>
          </a:ln>
        </p:spPr>
      </p:pic>
      <p:sp>
        <p:nvSpPr>
          <p:cNvPr id="11" name="TextBox 10">
            <a:extLst>
              <a:ext uri="{FF2B5EF4-FFF2-40B4-BE49-F238E27FC236}">
                <a16:creationId xmlns:a16="http://schemas.microsoft.com/office/drawing/2014/main" id="{9D2669C2-A258-A2E2-52FB-55DEE741802D}"/>
              </a:ext>
            </a:extLst>
          </p:cNvPr>
          <p:cNvSpPr txBox="1"/>
          <p:nvPr/>
        </p:nvSpPr>
        <p:spPr>
          <a:xfrm>
            <a:off x="6534150" y="5260596"/>
            <a:ext cx="2609850" cy="369332"/>
          </a:xfrm>
          <a:prstGeom prst="rect">
            <a:avLst/>
          </a:prstGeom>
          <a:noFill/>
        </p:spPr>
        <p:txBody>
          <a:bodyPr wrap="square">
            <a:spAutoFit/>
          </a:bodyPr>
          <a:lstStyle/>
          <a:p>
            <a:r>
              <a:rPr lang="en-US" sz="1800">
                <a:hlinkClick r:id="rId4"/>
              </a:rPr>
              <a:t>https://www.incose.org/</a:t>
            </a:r>
            <a:endParaRPr lang="en-US"/>
          </a:p>
        </p:txBody>
      </p:sp>
    </p:spTree>
    <p:extLst>
      <p:ext uri="{BB962C8B-B14F-4D97-AF65-F5344CB8AC3E}">
        <p14:creationId xmlns:p14="http://schemas.microsoft.com/office/powerpoint/2010/main" val="3732392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4"/>
                                        </p:tgtEl>
                                        <p:attrNameLst>
                                          <p:attrName>style.visibility</p:attrName>
                                        </p:attrNameLst>
                                      </p:cBhvr>
                                      <p:to>
                                        <p:strVal val="visible"/>
                                      </p:to>
                                    </p:set>
                                    <p:animEffect transition="in" filter="fade">
                                      <p:cBhvr>
                                        <p:cTn id="13" dur="500"/>
                                        <p:tgtEl>
                                          <p:spTgt spid="2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6"/>
                                        </p:tgtEl>
                                        <p:attrNameLst>
                                          <p:attrName>style.visibility</p:attrName>
                                        </p:attrNameLst>
                                      </p:cBhvr>
                                      <p:to>
                                        <p:strVal val="visible"/>
                                      </p:to>
                                    </p:set>
                                    <p:animEffect transition="in" filter="fade">
                                      <p:cBhvr>
                                        <p:cTn id="16" dur="500"/>
                                        <p:tgtEl>
                                          <p:spTgt spid="26"/>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500"/>
                                        <p:tgtEl>
                                          <p:spTgt spid="27"/>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8"/>
                                        </p:tgtEl>
                                        <p:attrNameLst>
                                          <p:attrName>style.visibility</p:attrName>
                                        </p:attrNameLst>
                                      </p:cBhvr>
                                      <p:to>
                                        <p:strVal val="visible"/>
                                      </p:to>
                                    </p:set>
                                    <p:animEffect transition="in" filter="fade">
                                      <p:cBhvr>
                                        <p:cTn id="22" dur="500"/>
                                        <p:tgtEl>
                                          <p:spTgt spid="28"/>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fade">
                                      <p:cBhvr>
                                        <p:cTn id="25" dur="500"/>
                                        <p:tgtEl>
                                          <p:spTgt spid="29"/>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fade">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500"/>
                                        <p:tgtEl>
                                          <p:spTgt spid="3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33"/>
                                        </p:tgtEl>
                                        <p:attrNameLst>
                                          <p:attrName>style.visibility</p:attrName>
                                        </p:attrNameLst>
                                      </p:cBhvr>
                                      <p:to>
                                        <p:strVal val="visible"/>
                                      </p:to>
                                    </p:set>
                                    <p:animEffect transition="in" filter="fade">
                                      <p:cBhvr>
                                        <p:cTn id="34" dur="500"/>
                                        <p:tgtEl>
                                          <p:spTgt spid="3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fade">
                                      <p:cBhvr>
                                        <p:cTn id="37" dur="500"/>
                                        <p:tgtEl>
                                          <p:spTgt spid="3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Effect transition="in" filter="fade">
                                      <p:cBhvr>
                                        <p:cTn id="40" dur="500"/>
                                        <p:tgtEl>
                                          <p:spTgt spid="3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
                                        </p:tgtEl>
                                        <p:attrNameLst>
                                          <p:attrName>style.visibility</p:attrName>
                                        </p:attrNameLst>
                                      </p:cBhvr>
                                      <p:to>
                                        <p:strVal val="visible"/>
                                      </p:to>
                                    </p:set>
                                    <p:animEffect transition="in" filter="fade">
                                      <p:cBhvr>
                                        <p:cTn id="43" dur="500"/>
                                        <p:tgtEl>
                                          <p:spTgt spid="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3"/>
                                        </p:tgtEl>
                                        <p:attrNameLst>
                                          <p:attrName>style.visibility</p:attrName>
                                        </p:attrNameLst>
                                      </p:cBhvr>
                                      <p:to>
                                        <p:strVal val="visible"/>
                                      </p:to>
                                    </p:set>
                                    <p:animEffect transition="in" filter="fade">
                                      <p:cBhvr>
                                        <p:cTn id="46" dur="500"/>
                                        <p:tgtEl>
                                          <p:spTgt spid="3"/>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fade">
                                      <p:cBhvr>
                                        <p:cTn id="49" dur="500"/>
                                        <p:tgtEl>
                                          <p:spTgt spid="4"/>
                                        </p:tgtEl>
                                      </p:cBhvr>
                                    </p:animEffect>
                                  </p:childTnLst>
                                </p:cTn>
                              </p:par>
                              <p:par>
                                <p:cTn id="50" presetID="10" presetClass="entr" presetSubtype="0" fill="hold" nodeType="with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24" grpId="0" animBg="1"/>
      <p:bldP spid="26" grpId="0" animBg="1"/>
      <p:bldP spid="27" grpId="0" animBg="1"/>
      <p:bldP spid="28" grpId="0" animBg="1"/>
      <p:bldP spid="29" grpId="0" animBg="1"/>
      <p:bldP spid="31" grpId="0" animBg="1"/>
      <p:bldP spid="32" grpId="0" animBg="1"/>
      <p:bldP spid="33" grpId="0" animBg="1"/>
      <p:bldP spid="35" grpId="0" animBg="1"/>
      <p:bldP spid="36" grpId="0" animBg="1"/>
      <p:bldP spid="2" grpId="0" animBg="1"/>
      <p:bldP spid="3" grpId="0" animBg="1"/>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261E07-BC23-44AC-B98A-538CBBFC2C7C}" type="slidenum">
              <a:rPr lang="en-US" smtClean="0"/>
              <a:t>16</a:t>
            </a:fld>
            <a:endParaRPr lang="en-US"/>
          </a:p>
        </p:txBody>
      </p:sp>
      <p:pic>
        <p:nvPicPr>
          <p:cNvPr id="5"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1743" t="4546" r="69173" b="81452"/>
          <a:stretch/>
        </p:blipFill>
        <p:spPr>
          <a:xfrm>
            <a:off x="180769" y="1501469"/>
            <a:ext cx="1647607" cy="1122301"/>
          </a:xfrm>
          <a:prstGeom prst="rect">
            <a:avLst/>
          </a:prstGeom>
        </p:spPr>
      </p:pic>
      <p:pic>
        <p:nvPicPr>
          <p:cNvPr id="6" name="Content Placeholder 3"/>
          <p:cNvPicPr>
            <a:picLocks noGrp="1" noChangeAspect="1"/>
          </p:cNvPicPr>
          <p:nvPr>
            <p:ph idx="1"/>
          </p:nvPr>
        </p:nvPicPr>
        <p:blipFill rotWithShape="1">
          <a:blip r:embed="rId3">
            <a:extLst>
              <a:ext uri="{28A0092B-C50C-407E-A947-70E740481C1C}">
                <a14:useLocalDpi xmlns:a14="http://schemas.microsoft.com/office/drawing/2010/main" val="0"/>
              </a:ext>
            </a:extLst>
          </a:blip>
          <a:srcRect l="3007" t="18548" r="66012" b="67004"/>
          <a:stretch/>
        </p:blipFill>
        <p:spPr>
          <a:xfrm>
            <a:off x="180769" y="2756473"/>
            <a:ext cx="1755071" cy="1158049"/>
          </a:xfrm>
        </p:spPr>
      </p:pic>
      <p:pic>
        <p:nvPicPr>
          <p:cNvPr id="7"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2374" t="32847" r="65802" b="53598"/>
          <a:stretch/>
        </p:blipFill>
        <p:spPr>
          <a:xfrm>
            <a:off x="180769" y="4049957"/>
            <a:ext cx="1802828" cy="1086473"/>
          </a:xfrm>
          <a:prstGeom prst="rect">
            <a:avLst/>
          </a:prstGeom>
        </p:spPr>
      </p:pic>
      <p:pic>
        <p:nvPicPr>
          <p:cNvPr id="9"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2164" t="47296" r="66855" b="37957"/>
          <a:stretch/>
        </p:blipFill>
        <p:spPr>
          <a:xfrm>
            <a:off x="1894120" y="1471612"/>
            <a:ext cx="1755071" cy="1182014"/>
          </a:xfrm>
          <a:prstGeom prst="rect">
            <a:avLst/>
          </a:prstGeom>
        </p:spPr>
      </p:pic>
      <p:pic>
        <p:nvPicPr>
          <p:cNvPr id="10"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8908" t="62192" r="65379" b="24700"/>
          <a:stretch/>
        </p:blipFill>
        <p:spPr>
          <a:xfrm>
            <a:off x="2114998" y="2810175"/>
            <a:ext cx="1456640" cy="1050644"/>
          </a:xfrm>
          <a:prstGeom prst="rect">
            <a:avLst/>
          </a:prstGeom>
        </p:spPr>
      </p:pic>
      <p:pic>
        <p:nvPicPr>
          <p:cNvPr id="11"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5535" t="77981" r="66434" b="9953"/>
          <a:stretch/>
        </p:blipFill>
        <p:spPr>
          <a:xfrm>
            <a:off x="2123949" y="4109631"/>
            <a:ext cx="1587955" cy="967125"/>
          </a:xfrm>
          <a:prstGeom prst="rect">
            <a:avLst/>
          </a:prstGeom>
        </p:spPr>
      </p:pic>
      <p:pic>
        <p:nvPicPr>
          <p:cNvPr id="12"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7288" t="4396" r="3417" b="81304"/>
          <a:stretch/>
        </p:blipFill>
        <p:spPr>
          <a:xfrm>
            <a:off x="5559601" y="1489526"/>
            <a:ext cx="1659560" cy="1146186"/>
          </a:xfrm>
          <a:prstGeom prst="rect">
            <a:avLst/>
          </a:prstGeom>
        </p:spPr>
      </p:pic>
      <p:pic>
        <p:nvPicPr>
          <p:cNvPr id="13"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6866" t="20187" r="2574" b="67450"/>
          <a:stretch/>
        </p:blipFill>
        <p:spPr>
          <a:xfrm>
            <a:off x="5625314" y="2840032"/>
            <a:ext cx="1731222" cy="990930"/>
          </a:xfrm>
          <a:prstGeom prst="rect">
            <a:avLst/>
          </a:prstGeom>
        </p:spPr>
      </p:pic>
      <p:pic>
        <p:nvPicPr>
          <p:cNvPr id="14"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7309" t="34785" r="2574" b="52852"/>
          <a:stretch/>
        </p:blipFill>
        <p:spPr>
          <a:xfrm>
            <a:off x="5534025" y="4097729"/>
            <a:ext cx="1706095" cy="990930"/>
          </a:xfrm>
          <a:prstGeom prst="rect">
            <a:avLst/>
          </a:prstGeom>
        </p:spPr>
      </p:pic>
      <p:pic>
        <p:nvPicPr>
          <p:cNvPr id="15"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7287" t="48488" r="1731" b="39149"/>
          <a:stretch/>
        </p:blipFill>
        <p:spPr>
          <a:xfrm>
            <a:off x="7284906" y="1567154"/>
            <a:ext cx="1755128" cy="990930"/>
          </a:xfrm>
          <a:prstGeom prst="rect">
            <a:avLst/>
          </a:prstGeom>
        </p:spPr>
      </p:pic>
      <p:pic>
        <p:nvPicPr>
          <p:cNvPr id="16"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8763" t="64277" r="4682" b="25147"/>
          <a:stretch/>
        </p:blipFill>
        <p:spPr>
          <a:xfrm>
            <a:off x="7535694" y="2911649"/>
            <a:ext cx="1504340" cy="847697"/>
          </a:xfrm>
          <a:prstGeom prst="rect">
            <a:avLst/>
          </a:prstGeom>
        </p:spPr>
      </p:pic>
      <p:pic>
        <p:nvPicPr>
          <p:cNvPr id="17"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68552" t="76492" r="2153" b="8315"/>
          <a:stretch/>
        </p:blipFill>
        <p:spPr>
          <a:xfrm>
            <a:off x="7380474" y="3984313"/>
            <a:ext cx="1659560" cy="1217762"/>
          </a:xfrm>
          <a:prstGeom prst="rect">
            <a:avLst/>
          </a:prstGeom>
        </p:spPr>
      </p:pic>
      <p:pic>
        <p:nvPicPr>
          <p:cNvPr id="18"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34410" t="47445" r="34188" b="38702"/>
          <a:stretch/>
        </p:blipFill>
        <p:spPr>
          <a:xfrm>
            <a:off x="3714936" y="1507440"/>
            <a:ext cx="1778921" cy="1110358"/>
          </a:xfrm>
          <a:prstGeom prst="rect">
            <a:avLst/>
          </a:prstGeom>
        </p:spPr>
      </p:pic>
      <p:pic>
        <p:nvPicPr>
          <p:cNvPr id="19"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35253" t="62937" r="34820" b="24700"/>
          <a:stretch/>
        </p:blipFill>
        <p:spPr>
          <a:xfrm>
            <a:off x="3750794" y="2840032"/>
            <a:ext cx="1695363" cy="990930"/>
          </a:xfrm>
          <a:prstGeom prst="rect">
            <a:avLst/>
          </a:prstGeom>
        </p:spPr>
      </p:pic>
      <p:pic>
        <p:nvPicPr>
          <p:cNvPr id="20" name="Content Placeholder 3"/>
          <p:cNvPicPr>
            <a:picLocks noChangeAspect="1"/>
          </p:cNvPicPr>
          <p:nvPr/>
        </p:nvPicPr>
        <p:blipFill rotWithShape="1">
          <a:blip r:embed="rId3">
            <a:extLst>
              <a:ext uri="{28A0092B-C50C-407E-A947-70E740481C1C}">
                <a14:useLocalDpi xmlns:a14="http://schemas.microsoft.com/office/drawing/2010/main" val="0"/>
              </a:ext>
            </a:extLst>
          </a:blip>
          <a:srcRect l="39889" t="79769" r="33345" b="8910"/>
          <a:stretch/>
        </p:blipFill>
        <p:spPr>
          <a:xfrm>
            <a:off x="3852256" y="4139489"/>
            <a:ext cx="1516292" cy="907411"/>
          </a:xfrm>
          <a:prstGeom prst="rect">
            <a:avLst/>
          </a:prstGeom>
        </p:spPr>
      </p:pic>
      <p:sp>
        <p:nvSpPr>
          <p:cNvPr id="2" name="Title 1"/>
          <p:cNvSpPr>
            <a:spLocks noGrp="1"/>
          </p:cNvSpPr>
          <p:nvPr>
            <p:ph type="title"/>
          </p:nvPr>
        </p:nvSpPr>
        <p:spPr>
          <a:xfrm>
            <a:off x="866966" y="183948"/>
            <a:ext cx="7886700" cy="652197"/>
          </a:xfrm>
        </p:spPr>
        <p:txBody>
          <a:bodyPr/>
          <a:lstStyle/>
          <a:p>
            <a:r>
              <a:rPr lang="en-US" i="1"/>
              <a:t>“Best”</a:t>
            </a:r>
            <a:r>
              <a:rPr lang="en-US"/>
              <a:t> Designs If Each Team Gets Their Way</a:t>
            </a:r>
          </a:p>
        </p:txBody>
      </p:sp>
      <p:sp>
        <p:nvSpPr>
          <p:cNvPr id="3" name="TextBox 2"/>
          <p:cNvSpPr txBox="1"/>
          <p:nvPr/>
        </p:nvSpPr>
        <p:spPr>
          <a:xfrm>
            <a:off x="696495" y="5329530"/>
            <a:ext cx="7751010" cy="1384995"/>
          </a:xfrm>
          <a:prstGeom prst="rect">
            <a:avLst/>
          </a:prstGeom>
          <a:solidFill>
            <a:srgbClr val="0000FF"/>
          </a:solidFill>
          <a:ln w="28575">
            <a:solidFill>
              <a:schemeClr val="tx1"/>
            </a:solidFill>
          </a:ln>
        </p:spPr>
        <p:txBody>
          <a:bodyPr wrap="square" rtlCol="0">
            <a:spAutoFit/>
          </a:bodyPr>
          <a:lstStyle/>
          <a:p>
            <a:pPr algn="ctr"/>
            <a:r>
              <a:rPr lang="en-US" sz="2800">
                <a:solidFill>
                  <a:schemeClr val="bg1"/>
                </a:solidFill>
              </a:rPr>
              <a:t>Systems engineering is a holistic approach that considers what design choices are best for the system as a whole, not just one segment.</a:t>
            </a:r>
          </a:p>
        </p:txBody>
      </p:sp>
    </p:spTree>
    <p:extLst>
      <p:ext uri="{BB962C8B-B14F-4D97-AF65-F5344CB8AC3E}">
        <p14:creationId xmlns:p14="http://schemas.microsoft.com/office/powerpoint/2010/main" val="1387595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rcRect t="10432" b="5064"/>
          <a:stretch>
            <a:fillRect/>
          </a:stretch>
        </p:blipFill>
        <p:spPr>
          <a:xfrm>
            <a:off x="41031" y="976045"/>
            <a:ext cx="9061938" cy="5743254"/>
          </a:xfrm>
          <a:prstGeom prst="rect">
            <a:avLst/>
          </a:prstGeom>
        </p:spPr>
      </p:pic>
      <p:sp>
        <p:nvSpPr>
          <p:cNvPr id="2" name="Title 1">
            <a:extLst>
              <a:ext uri="{FF2B5EF4-FFF2-40B4-BE49-F238E27FC236}">
                <a16:creationId xmlns:a16="http://schemas.microsoft.com/office/drawing/2014/main" id="{69A81FE4-7930-9953-1851-5ACAE72ECC10}"/>
              </a:ext>
            </a:extLst>
          </p:cNvPr>
          <p:cNvSpPr>
            <a:spLocks noGrp="1"/>
          </p:cNvSpPr>
          <p:nvPr>
            <p:ph type="title"/>
          </p:nvPr>
        </p:nvSpPr>
        <p:spPr>
          <a:xfrm>
            <a:off x="866966" y="133186"/>
            <a:ext cx="7886700" cy="652197"/>
          </a:xfrm>
        </p:spPr>
        <p:txBody>
          <a:bodyPr/>
          <a:lstStyle/>
          <a:p>
            <a:r>
              <a:rPr lang="en-US"/>
              <a:t>Example Space Mission Lifecycles</a:t>
            </a:r>
          </a:p>
        </p:txBody>
      </p:sp>
    </p:spTree>
    <p:extLst>
      <p:ext uri="{BB962C8B-B14F-4D97-AF65-F5344CB8AC3E}">
        <p14:creationId xmlns:p14="http://schemas.microsoft.com/office/powerpoint/2010/main" val="7072632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p:cNvGrpSpPr/>
          <p:nvPr/>
        </p:nvGrpSpPr>
        <p:grpSpPr>
          <a:xfrm>
            <a:off x="560070" y="2207873"/>
            <a:ext cx="7787640" cy="3562349"/>
            <a:chOff x="560070" y="1581150"/>
            <a:chExt cx="7787640" cy="3562349"/>
          </a:xfrm>
        </p:grpSpPr>
        <p:grpSp>
          <p:nvGrpSpPr>
            <p:cNvPr id="17" name="Group 16"/>
            <p:cNvGrpSpPr/>
            <p:nvPr/>
          </p:nvGrpSpPr>
          <p:grpSpPr>
            <a:xfrm>
              <a:off x="560070" y="1581150"/>
              <a:ext cx="7787640" cy="1234440"/>
              <a:chOff x="560070" y="1581150"/>
              <a:chExt cx="7787640" cy="1234440"/>
            </a:xfrm>
          </p:grpSpPr>
          <p:sp>
            <p:nvSpPr>
              <p:cNvPr id="11" name="TextBox 10"/>
              <p:cNvSpPr txBox="1"/>
              <p:nvPr/>
            </p:nvSpPr>
            <p:spPr>
              <a:xfrm rot="16200000">
                <a:off x="129540" y="2011680"/>
                <a:ext cx="1234440" cy="373380"/>
              </a:xfrm>
              <a:prstGeom prst="rect">
                <a:avLst/>
              </a:prstGeom>
              <a:noFill/>
              <a:ln>
                <a:noFill/>
              </a:ln>
            </p:spPr>
            <p:txBody>
              <a:bodyPr wrap="square" rtlCol="0">
                <a:noAutofit/>
              </a:bodyPr>
              <a:lstStyle/>
              <a:p>
                <a:pPr algn="ctr"/>
                <a:r>
                  <a:rPr lang="en-US"/>
                  <a:t>Need</a:t>
                </a:r>
              </a:p>
            </p:txBody>
          </p:sp>
          <p:grpSp>
            <p:nvGrpSpPr>
              <p:cNvPr id="16" name="Group 15"/>
              <p:cNvGrpSpPr/>
              <p:nvPr/>
            </p:nvGrpSpPr>
            <p:grpSpPr>
              <a:xfrm>
                <a:off x="937260" y="1736705"/>
                <a:ext cx="7410450" cy="923330"/>
                <a:chOff x="937260" y="1752600"/>
                <a:chExt cx="7410450" cy="923330"/>
              </a:xfrm>
            </p:grpSpPr>
            <p:sp>
              <p:nvSpPr>
                <p:cNvPr id="4" name="TextBox 3"/>
                <p:cNvSpPr txBox="1"/>
                <p:nvPr/>
              </p:nvSpPr>
              <p:spPr>
                <a:xfrm>
                  <a:off x="93726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a:p>
                <a:p>
                  <a:pPr algn="ctr">
                    <a:spcBef>
                      <a:spcPts val="0"/>
                    </a:spcBef>
                  </a:pPr>
                  <a:r>
                    <a:rPr lang="en-US"/>
                    <a:t>Develop Concept</a:t>
                  </a:r>
                </a:p>
              </p:txBody>
            </p:sp>
            <p:sp>
              <p:nvSpPr>
                <p:cNvPr id="6" name="TextBox 5"/>
                <p:cNvSpPr txBox="1"/>
                <p:nvPr/>
              </p:nvSpPr>
              <p:spPr>
                <a:xfrm>
                  <a:off x="2175510" y="1752600"/>
                  <a:ext cx="1234440" cy="923330"/>
                </a:xfrm>
                <a:prstGeom prst="rect">
                  <a:avLst/>
                </a:prstGeom>
                <a:noFill/>
                <a:ln>
                  <a:solidFill>
                    <a:schemeClr val="tx1"/>
                  </a:solidFill>
                </a:ln>
              </p:spPr>
              <p:txBody>
                <a:bodyPr wrap="square" rtlCol="0">
                  <a:noAutofit/>
                </a:bodyPr>
                <a:lstStyle/>
                <a:p>
                  <a:pPr algn="ctr"/>
                  <a:r>
                    <a:rPr lang="en-US"/>
                    <a:t>Design &amp; Develop System</a:t>
                  </a:r>
                </a:p>
              </p:txBody>
            </p:sp>
            <p:sp>
              <p:nvSpPr>
                <p:cNvPr id="12" name="TextBox 11"/>
                <p:cNvSpPr txBox="1"/>
                <p:nvPr/>
              </p:nvSpPr>
              <p:spPr>
                <a:xfrm>
                  <a:off x="711327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a:p>
                <a:p>
                  <a:pPr algn="ctr">
                    <a:spcBef>
                      <a:spcPts val="0"/>
                    </a:spcBef>
                  </a:pPr>
                  <a:r>
                    <a:rPr lang="en-US"/>
                    <a:t>Retire System</a:t>
                  </a:r>
                </a:p>
              </p:txBody>
            </p:sp>
            <p:sp>
              <p:nvSpPr>
                <p:cNvPr id="13" name="TextBox 12"/>
                <p:cNvSpPr txBox="1"/>
                <p:nvPr/>
              </p:nvSpPr>
              <p:spPr>
                <a:xfrm>
                  <a:off x="587121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a:p>
                <a:p>
                  <a:pPr algn="ctr">
                    <a:spcBef>
                      <a:spcPts val="0"/>
                    </a:spcBef>
                  </a:pPr>
                  <a:r>
                    <a:rPr lang="en-US"/>
                    <a:t>Operate System</a:t>
                  </a:r>
                </a:p>
              </p:txBody>
            </p:sp>
            <p:sp>
              <p:nvSpPr>
                <p:cNvPr id="14" name="TextBox 13"/>
                <p:cNvSpPr txBox="1"/>
                <p:nvPr/>
              </p:nvSpPr>
              <p:spPr>
                <a:xfrm>
                  <a:off x="464058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a:p>
                <a:p>
                  <a:pPr algn="ctr">
                    <a:spcBef>
                      <a:spcPts val="0"/>
                    </a:spcBef>
                  </a:pPr>
                  <a:r>
                    <a:rPr lang="en-US"/>
                    <a:t>Deploy System</a:t>
                  </a:r>
                </a:p>
              </p:txBody>
            </p:sp>
            <p:sp>
              <p:nvSpPr>
                <p:cNvPr id="15" name="TextBox 14"/>
                <p:cNvSpPr txBox="1"/>
                <p:nvPr/>
              </p:nvSpPr>
              <p:spPr>
                <a:xfrm>
                  <a:off x="3409950" y="1752600"/>
                  <a:ext cx="1234440" cy="923330"/>
                </a:xfrm>
                <a:prstGeom prst="rect">
                  <a:avLst/>
                </a:prstGeom>
                <a:noFill/>
                <a:ln>
                  <a:solidFill>
                    <a:schemeClr val="tx1"/>
                  </a:solidFill>
                </a:ln>
              </p:spPr>
              <p:txBody>
                <a:bodyPr wrap="square" rtlCol="0">
                  <a:noAutofit/>
                </a:bodyPr>
                <a:lstStyle/>
                <a:p>
                  <a:pPr algn="ctr">
                    <a:spcBef>
                      <a:spcPts val="1800"/>
                    </a:spcBef>
                  </a:pPr>
                  <a:endParaRPr lang="en-US" sz="900"/>
                </a:p>
                <a:p>
                  <a:pPr algn="ctr">
                    <a:spcBef>
                      <a:spcPts val="0"/>
                    </a:spcBef>
                  </a:pPr>
                  <a:r>
                    <a:rPr lang="en-US"/>
                    <a:t>Produce System</a:t>
                  </a:r>
                </a:p>
              </p:txBody>
            </p:sp>
          </p:grpSp>
        </p:grpSp>
        <p:sp>
          <p:nvSpPr>
            <p:cNvPr id="18" name="Right Brace 17"/>
            <p:cNvSpPr/>
            <p:nvPr/>
          </p:nvSpPr>
          <p:spPr>
            <a:xfrm rot="5400000">
              <a:off x="1211580" y="2586990"/>
              <a:ext cx="685800" cy="109728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9" name="Right Brace 18"/>
            <p:cNvSpPr/>
            <p:nvPr/>
          </p:nvSpPr>
          <p:spPr>
            <a:xfrm rot="5400000">
              <a:off x="2472690" y="2586990"/>
              <a:ext cx="685800" cy="109728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0" name="TextBox 19"/>
            <p:cNvSpPr txBox="1"/>
            <p:nvPr/>
          </p:nvSpPr>
          <p:spPr>
            <a:xfrm>
              <a:off x="868680" y="3489305"/>
              <a:ext cx="1356360" cy="923330"/>
            </a:xfrm>
            <a:prstGeom prst="rect">
              <a:avLst/>
            </a:prstGeom>
            <a:noFill/>
            <a:ln>
              <a:noFill/>
            </a:ln>
          </p:spPr>
          <p:txBody>
            <a:bodyPr wrap="square" rtlCol="0">
              <a:noAutofit/>
            </a:bodyPr>
            <a:lstStyle/>
            <a:p>
              <a:pPr algn="ctr">
                <a:spcBef>
                  <a:spcPts val="1800"/>
                </a:spcBef>
              </a:pPr>
              <a:endParaRPr lang="en-US" sz="900"/>
            </a:p>
            <a:p>
              <a:pPr algn="ctr">
                <a:spcBef>
                  <a:spcPts val="0"/>
                </a:spcBef>
              </a:pPr>
              <a:r>
                <a:rPr lang="en-US"/>
                <a:t>Conceptual Design</a:t>
              </a:r>
            </a:p>
          </p:txBody>
        </p:sp>
        <p:sp>
          <p:nvSpPr>
            <p:cNvPr id="21" name="TextBox 20"/>
            <p:cNvSpPr txBox="1"/>
            <p:nvPr/>
          </p:nvSpPr>
          <p:spPr>
            <a:xfrm>
              <a:off x="2141220" y="3489304"/>
              <a:ext cx="1356360" cy="1654195"/>
            </a:xfrm>
            <a:prstGeom prst="rect">
              <a:avLst/>
            </a:prstGeom>
            <a:noFill/>
            <a:ln>
              <a:noFill/>
            </a:ln>
          </p:spPr>
          <p:txBody>
            <a:bodyPr wrap="square" rtlCol="0">
              <a:noAutofit/>
            </a:bodyPr>
            <a:lstStyle/>
            <a:p>
              <a:pPr algn="ctr">
                <a:spcBef>
                  <a:spcPts val="1800"/>
                </a:spcBef>
              </a:pPr>
              <a:endParaRPr lang="en-US" sz="900"/>
            </a:p>
            <a:p>
              <a:pPr algn="ctr">
                <a:spcBef>
                  <a:spcPts val="0"/>
                </a:spcBef>
              </a:pPr>
              <a:r>
                <a:rPr lang="en-US"/>
                <a:t>Preliminary Design</a:t>
              </a:r>
            </a:p>
            <a:p>
              <a:pPr algn="ctr">
                <a:spcBef>
                  <a:spcPts val="0"/>
                </a:spcBef>
              </a:pPr>
              <a:r>
                <a:rPr lang="en-US"/>
                <a:t>&amp;</a:t>
              </a:r>
            </a:p>
            <a:p>
              <a:pPr algn="ctr">
                <a:spcBef>
                  <a:spcPts val="0"/>
                </a:spcBef>
              </a:pPr>
              <a:r>
                <a:rPr lang="en-US"/>
                <a:t>Detail</a:t>
              </a:r>
            </a:p>
            <a:p>
              <a:pPr algn="ctr">
                <a:spcBef>
                  <a:spcPts val="0"/>
                </a:spcBef>
              </a:pPr>
              <a:r>
                <a:rPr lang="en-US"/>
                <a:t>Design</a:t>
              </a:r>
            </a:p>
          </p:txBody>
        </p:sp>
      </p:grpSp>
      <p:sp>
        <p:nvSpPr>
          <p:cNvPr id="5" name="Title 1">
            <a:extLst>
              <a:ext uri="{FF2B5EF4-FFF2-40B4-BE49-F238E27FC236}">
                <a16:creationId xmlns:a16="http://schemas.microsoft.com/office/drawing/2014/main" id="{D223FE1E-716B-9D4C-E47F-C49A3DAB7268}"/>
              </a:ext>
            </a:extLst>
          </p:cNvPr>
          <p:cNvSpPr>
            <a:spLocks noGrp="1"/>
          </p:cNvSpPr>
          <p:nvPr>
            <p:ph type="title"/>
          </p:nvPr>
        </p:nvSpPr>
        <p:spPr>
          <a:xfrm>
            <a:off x="866966" y="133186"/>
            <a:ext cx="7886700" cy="652197"/>
          </a:xfrm>
        </p:spPr>
        <p:txBody>
          <a:bodyPr/>
          <a:lstStyle/>
          <a:p>
            <a:r>
              <a:rPr lang="en-US"/>
              <a:t>Lifecycle: Core Concepts</a:t>
            </a:r>
          </a:p>
        </p:txBody>
      </p:sp>
    </p:spTree>
    <p:extLst>
      <p:ext uri="{BB962C8B-B14F-4D97-AF65-F5344CB8AC3E}">
        <p14:creationId xmlns:p14="http://schemas.microsoft.com/office/powerpoint/2010/main" val="27293610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7" name="Picture 4" descr="B_F 2_12"/>
          <p:cNvPicPr>
            <a:picLocks noGrp="1" noChangeAspect="1" noChangeArrowheads="1"/>
          </p:cNvPicPr>
          <p:nvPr>
            <p:ph idx="1"/>
          </p:nvPr>
        </p:nvPicPr>
        <p:blipFill>
          <a:blip r:embed="rId3" cstate="print">
            <a:lum bright="-12000" contrast="24000"/>
          </a:blip>
          <a:srcRect b="9189"/>
          <a:stretch>
            <a:fillRect/>
          </a:stretch>
        </p:blipFill>
        <p:spPr>
          <a:xfrm>
            <a:off x="0" y="1120739"/>
            <a:ext cx="6188095" cy="5051461"/>
          </a:xfrm>
          <a:noFill/>
        </p:spPr>
      </p:pic>
      <p:sp>
        <p:nvSpPr>
          <p:cNvPr id="11266" name="Rectangle 5"/>
          <p:cNvSpPr>
            <a:spLocks noGrp="1" noChangeArrowheads="1"/>
          </p:cNvSpPr>
          <p:nvPr>
            <p:ph type="title"/>
          </p:nvPr>
        </p:nvSpPr>
        <p:spPr>
          <a:xfrm>
            <a:off x="785973" y="-176589"/>
            <a:ext cx="8229600" cy="1143000"/>
          </a:xfrm>
        </p:spPr>
        <p:txBody>
          <a:bodyPr>
            <a:normAutofit/>
          </a:bodyPr>
          <a:lstStyle/>
          <a:p>
            <a:pPr eaLnBrk="1" hangingPunct="1"/>
            <a:r>
              <a:rPr lang="en-US" sz="2400"/>
              <a:t>Life Cycle Commitment, </a:t>
            </a:r>
            <a:br>
              <a:rPr lang="en-US" sz="2400"/>
            </a:br>
            <a:r>
              <a:rPr lang="en-US" sz="2400"/>
              <a:t>System Specific Knowledge, &amp; Costs</a:t>
            </a:r>
          </a:p>
        </p:txBody>
      </p:sp>
      <p:sp>
        <p:nvSpPr>
          <p:cNvPr id="17415" name="Text Box 7"/>
          <p:cNvSpPr txBox="1">
            <a:spLocks noChangeArrowheads="1"/>
          </p:cNvSpPr>
          <p:nvPr/>
        </p:nvSpPr>
        <p:spPr bwMode="auto">
          <a:xfrm>
            <a:off x="5451231" y="3886251"/>
            <a:ext cx="2039815" cy="646331"/>
          </a:xfrm>
          <a:prstGeom prst="rect">
            <a:avLst/>
          </a:prstGeom>
          <a:solidFill>
            <a:srgbClr val="FFFF99"/>
          </a:solidFill>
          <a:ln w="9525">
            <a:noFill/>
            <a:miter lim="800000"/>
            <a:headEnd/>
            <a:tailEnd/>
          </a:ln>
        </p:spPr>
        <p:txBody>
          <a:bodyPr wrap="square">
            <a:spAutoFit/>
          </a:bodyPr>
          <a:lstStyle/>
          <a:p>
            <a:r>
              <a:rPr lang="en-US" i="1">
                <a:solidFill>
                  <a:srgbClr val="0000CC"/>
                </a:solidFill>
              </a:rPr>
              <a:t>Change is easiest early in lifecycle</a:t>
            </a:r>
          </a:p>
        </p:txBody>
      </p:sp>
      <p:sp>
        <p:nvSpPr>
          <p:cNvPr id="17416" name="Text Box 8"/>
          <p:cNvSpPr txBox="1">
            <a:spLocks noChangeArrowheads="1"/>
          </p:cNvSpPr>
          <p:nvPr/>
        </p:nvSpPr>
        <p:spPr bwMode="auto">
          <a:xfrm>
            <a:off x="5814649" y="2340371"/>
            <a:ext cx="2286000" cy="641350"/>
          </a:xfrm>
          <a:prstGeom prst="rect">
            <a:avLst/>
          </a:prstGeom>
          <a:solidFill>
            <a:srgbClr val="FFFF99"/>
          </a:solidFill>
          <a:ln w="9525">
            <a:noFill/>
            <a:miter lim="800000"/>
            <a:headEnd/>
            <a:tailEnd/>
          </a:ln>
        </p:spPr>
        <p:txBody>
          <a:bodyPr>
            <a:spAutoFit/>
          </a:bodyPr>
          <a:lstStyle/>
          <a:p>
            <a:r>
              <a:rPr lang="en-US" i="1">
                <a:solidFill>
                  <a:srgbClr val="0000CC"/>
                </a:solidFill>
              </a:rPr>
              <a:t>Significant life cycle cost is incurred late</a:t>
            </a:r>
          </a:p>
        </p:txBody>
      </p:sp>
      <p:sp>
        <p:nvSpPr>
          <p:cNvPr id="17417" name="Text Box 9"/>
          <p:cNvSpPr txBox="1">
            <a:spLocks noChangeArrowheads="1"/>
          </p:cNvSpPr>
          <p:nvPr/>
        </p:nvSpPr>
        <p:spPr bwMode="auto">
          <a:xfrm>
            <a:off x="3653825" y="1313061"/>
            <a:ext cx="4552330" cy="369332"/>
          </a:xfrm>
          <a:prstGeom prst="rect">
            <a:avLst/>
          </a:prstGeom>
          <a:solidFill>
            <a:srgbClr val="FFFF99"/>
          </a:solidFill>
          <a:ln w="9525">
            <a:noFill/>
            <a:miter lim="800000"/>
            <a:headEnd/>
            <a:tailEnd/>
          </a:ln>
        </p:spPr>
        <p:txBody>
          <a:bodyPr wrap="square">
            <a:spAutoFit/>
          </a:bodyPr>
          <a:lstStyle/>
          <a:p>
            <a:r>
              <a:rPr lang="en-US" i="1">
                <a:solidFill>
                  <a:srgbClr val="0000CC"/>
                </a:solidFill>
              </a:rPr>
              <a:t>Commitment to an approach builds rapidly</a:t>
            </a:r>
          </a:p>
        </p:txBody>
      </p:sp>
      <p:sp>
        <p:nvSpPr>
          <p:cNvPr id="17418" name="Text Box 10"/>
          <p:cNvSpPr txBox="1">
            <a:spLocks noChangeArrowheads="1"/>
          </p:cNvSpPr>
          <p:nvPr/>
        </p:nvSpPr>
        <p:spPr bwMode="auto">
          <a:xfrm>
            <a:off x="5638801" y="3118530"/>
            <a:ext cx="3505200" cy="641350"/>
          </a:xfrm>
          <a:prstGeom prst="rect">
            <a:avLst/>
          </a:prstGeom>
          <a:solidFill>
            <a:srgbClr val="FFFF99"/>
          </a:solidFill>
          <a:ln w="9525">
            <a:noFill/>
            <a:miter lim="800000"/>
            <a:headEnd/>
            <a:tailEnd/>
          </a:ln>
        </p:spPr>
        <p:txBody>
          <a:bodyPr wrap="square">
            <a:spAutoFit/>
          </a:bodyPr>
          <a:lstStyle/>
          <a:p>
            <a:r>
              <a:rPr lang="en-US" i="1">
                <a:solidFill>
                  <a:srgbClr val="0000CC"/>
                </a:solidFill>
              </a:rPr>
              <a:t>Knowledge of the system lags behind commitment to approach</a:t>
            </a:r>
          </a:p>
        </p:txBody>
      </p:sp>
      <p:sp>
        <p:nvSpPr>
          <p:cNvPr id="17419" name="Text Box 11"/>
          <p:cNvSpPr txBox="1">
            <a:spLocks noChangeArrowheads="1"/>
          </p:cNvSpPr>
          <p:nvPr/>
        </p:nvSpPr>
        <p:spPr bwMode="auto">
          <a:xfrm>
            <a:off x="6325027" y="5089674"/>
            <a:ext cx="2332038" cy="822325"/>
          </a:xfrm>
          <a:prstGeom prst="rect">
            <a:avLst/>
          </a:prstGeom>
          <a:solidFill>
            <a:srgbClr val="CCFF99"/>
          </a:solidFill>
          <a:ln w="9525">
            <a:noFill/>
            <a:miter lim="800000"/>
            <a:headEnd/>
            <a:tailEnd/>
          </a:ln>
        </p:spPr>
        <p:txBody>
          <a:bodyPr wrap="none">
            <a:spAutoFit/>
          </a:bodyPr>
          <a:lstStyle/>
          <a:p>
            <a:r>
              <a:rPr lang="en-US" sz="2400" b="1" i="1"/>
              <a:t>So, what do </a:t>
            </a:r>
            <a:br>
              <a:rPr lang="en-US" sz="2400" b="1" i="1"/>
            </a:br>
            <a:r>
              <a:rPr lang="en-US" sz="2400" b="1" i="1"/>
              <a:t>you conclude?</a:t>
            </a:r>
          </a:p>
        </p:txBody>
      </p:sp>
    </p:spTree>
    <p:extLst>
      <p:ext uri="{BB962C8B-B14F-4D97-AF65-F5344CB8AC3E}">
        <p14:creationId xmlns:p14="http://schemas.microsoft.com/office/powerpoint/2010/main" val="3521861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415"/>
                                        </p:tgtEl>
                                        <p:attrNameLst>
                                          <p:attrName>style.visibility</p:attrName>
                                        </p:attrNameLst>
                                      </p:cBhvr>
                                      <p:to>
                                        <p:strVal val="visible"/>
                                      </p:to>
                                    </p:set>
                                    <p:animEffect transition="in" filter="fade">
                                      <p:cBhvr>
                                        <p:cTn id="7" dur="500"/>
                                        <p:tgtEl>
                                          <p:spTgt spid="1741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7417"/>
                                        </p:tgtEl>
                                        <p:attrNameLst>
                                          <p:attrName>style.visibility</p:attrName>
                                        </p:attrNameLst>
                                      </p:cBhvr>
                                      <p:to>
                                        <p:strVal val="visible"/>
                                      </p:to>
                                    </p:set>
                                    <p:animEffect transition="in" filter="fade">
                                      <p:cBhvr>
                                        <p:cTn id="12" dur="500"/>
                                        <p:tgtEl>
                                          <p:spTgt spid="1741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7418"/>
                                        </p:tgtEl>
                                        <p:attrNameLst>
                                          <p:attrName>style.visibility</p:attrName>
                                        </p:attrNameLst>
                                      </p:cBhvr>
                                      <p:to>
                                        <p:strVal val="visible"/>
                                      </p:to>
                                    </p:set>
                                    <p:animEffect transition="in" filter="fade">
                                      <p:cBhvr>
                                        <p:cTn id="17" dur="500"/>
                                        <p:tgtEl>
                                          <p:spTgt spid="1741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7416"/>
                                        </p:tgtEl>
                                        <p:attrNameLst>
                                          <p:attrName>style.visibility</p:attrName>
                                        </p:attrNameLst>
                                      </p:cBhvr>
                                      <p:to>
                                        <p:strVal val="visible"/>
                                      </p:to>
                                    </p:set>
                                    <p:animEffect transition="in" filter="fade">
                                      <p:cBhvr>
                                        <p:cTn id="22" dur="500"/>
                                        <p:tgtEl>
                                          <p:spTgt spid="17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5" grpId="0" animBg="1"/>
      <p:bldP spid="17416" grpId="0" animBg="1"/>
      <p:bldP spid="17417" grpId="0" animBg="1"/>
      <p:bldP spid="1741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21842-5711-F28D-3DDA-25AD802532A2}"/>
              </a:ext>
            </a:extLst>
          </p:cNvPr>
          <p:cNvSpPr>
            <a:spLocks noGrp="1"/>
          </p:cNvSpPr>
          <p:nvPr>
            <p:ph type="title"/>
          </p:nvPr>
        </p:nvSpPr>
        <p:spPr/>
        <p:txBody>
          <a:bodyPr/>
          <a:lstStyle/>
          <a:p>
            <a:r>
              <a:rPr lang="en-US" dirty="0"/>
              <a:t>Example of SE Failure</a:t>
            </a:r>
          </a:p>
        </p:txBody>
      </p:sp>
      <p:sp>
        <p:nvSpPr>
          <p:cNvPr id="3" name="Content Placeholder 2">
            <a:extLst>
              <a:ext uri="{FF2B5EF4-FFF2-40B4-BE49-F238E27FC236}">
                <a16:creationId xmlns:a16="http://schemas.microsoft.com/office/drawing/2014/main" id="{3AFCB144-9490-F6FA-2201-CB65B31F6C74}"/>
              </a:ext>
            </a:extLst>
          </p:cNvPr>
          <p:cNvSpPr>
            <a:spLocks noGrp="1"/>
          </p:cNvSpPr>
          <p:nvPr>
            <p:ph idx="1"/>
          </p:nvPr>
        </p:nvSpPr>
        <p:spPr/>
        <p:txBody>
          <a:bodyPr>
            <a:normAutofit/>
          </a:bodyPr>
          <a:lstStyle/>
          <a:p>
            <a:pPr>
              <a:buNone/>
            </a:pPr>
            <a:r>
              <a:rPr lang="en-US" altLang="en-US" sz="2000" dirty="0">
                <a:latin typeface="Times" panose="02020603050405020304" pitchFamily="18" charset="0"/>
                <a:cs typeface="Times" panose="02020603050405020304" pitchFamily="18" charset="0"/>
                <a:sym typeface="Times" panose="02020603050405020304" pitchFamily="18" charset="0"/>
              </a:rPr>
              <a:t>Future Imagery Architecture - FIA - a $5 billion (award) spy satellite system was behind schedule and expected costs to complete were $13 billion over budget. </a:t>
            </a:r>
            <a:endParaRPr lang="en-US" altLang="en-US" sz="2000" dirty="0">
              <a:latin typeface="Times" panose="02020603050405020304" pitchFamily="18" charset="0"/>
              <a:ea typeface="ヒラギノ明朝 Pro W3" pitchFamily="28" charset="-128"/>
              <a:sym typeface="Times" panose="02020603050405020304" pitchFamily="18" charset="0"/>
            </a:endParaRPr>
          </a:p>
          <a:p>
            <a:pPr>
              <a:buNone/>
            </a:pPr>
            <a:r>
              <a:rPr lang="en-US" altLang="en-US" sz="2000" dirty="0">
                <a:latin typeface="Times" panose="02020603050405020304" pitchFamily="18" charset="0"/>
                <a:cs typeface="Times" panose="02020603050405020304" pitchFamily="18" charset="0"/>
                <a:sym typeface="Times" panose="02020603050405020304" pitchFamily="18" charset="0"/>
              </a:rPr>
              <a:t>The optical satellite system of FIA was canceled in 2005 after 6 years and spending more than $4 billion.</a:t>
            </a:r>
            <a:endParaRPr lang="en-US" altLang="en-US" sz="2000" dirty="0"/>
          </a:p>
          <a:p>
            <a:pPr>
              <a:buNone/>
            </a:pPr>
            <a:r>
              <a:rPr lang="en-US" altLang="en-US" sz="2000" dirty="0">
                <a:latin typeface="Times" panose="02020603050405020304" pitchFamily="18" charset="0"/>
                <a:cs typeface="Times" panose="02020603050405020304" pitchFamily="18" charset="0"/>
                <a:sym typeface="Times" panose="02020603050405020304" pitchFamily="18" charset="0"/>
              </a:rPr>
              <a:t>“ </a:t>
            </a:r>
            <a:r>
              <a:rPr lang="en-US" altLang="en-US" sz="2000" b="1" dirty="0">
                <a:latin typeface="Times" panose="02020603050405020304" pitchFamily="18" charset="0"/>
                <a:cs typeface="Times" panose="02020603050405020304" pitchFamily="18" charset="0"/>
                <a:sym typeface="Times" panose="02020603050405020304" pitchFamily="18" charset="0"/>
              </a:rPr>
              <a:t>… (a) factor was a decline of American expertise in systems engineering, the science and art of managing complex engineering projects to weigh risks, gauge feasibility, test components and ensure that the pieces come together smoothly.”</a:t>
            </a:r>
            <a:r>
              <a:rPr lang="en-US" altLang="en-US" sz="2000" dirty="0">
                <a:latin typeface="Times" panose="02020603050405020304" pitchFamily="18" charset="0"/>
                <a:cs typeface="Times" panose="02020603050405020304" pitchFamily="18" charset="0"/>
                <a:sym typeface="Times" panose="02020603050405020304" pitchFamily="18" charset="0"/>
              </a:rPr>
              <a:t> NYT, 11/11/07</a:t>
            </a:r>
            <a:endParaRPr lang="en-US" altLang="en-US" sz="2000" dirty="0">
              <a:latin typeface="Times" panose="02020603050405020304" pitchFamily="18" charset="0"/>
              <a:ea typeface="ヒラギノ明朝 Pro W3" pitchFamily="28" charset="-128"/>
              <a:sym typeface="Times" panose="02020603050405020304" pitchFamily="18" charset="0"/>
            </a:endParaRPr>
          </a:p>
          <a:p>
            <a:pPr marL="0" indent="0">
              <a:buNone/>
            </a:pPr>
            <a:endParaRPr lang="en-US" sz="2000" dirty="0"/>
          </a:p>
        </p:txBody>
      </p:sp>
      <p:sp>
        <p:nvSpPr>
          <p:cNvPr id="4" name="Slide Number Placeholder 3">
            <a:extLst>
              <a:ext uri="{FF2B5EF4-FFF2-40B4-BE49-F238E27FC236}">
                <a16:creationId xmlns:a16="http://schemas.microsoft.com/office/drawing/2014/main" id="{593F4046-A305-0DC4-500D-C35DF75D0C79}"/>
              </a:ext>
            </a:extLst>
          </p:cNvPr>
          <p:cNvSpPr>
            <a:spLocks noGrp="1"/>
          </p:cNvSpPr>
          <p:nvPr>
            <p:ph type="sldNum" sz="quarter" idx="12"/>
          </p:nvPr>
        </p:nvSpPr>
        <p:spPr/>
        <p:txBody>
          <a:bodyPr/>
          <a:lstStyle/>
          <a:p>
            <a:fld id="{9A3029B7-FE6B-4680-9049-80E8298A0825}" type="slidenum">
              <a:rPr lang="en-US" smtClean="0"/>
              <a:t>20</a:t>
            </a:fld>
            <a:endParaRPr lang="en-US"/>
          </a:p>
        </p:txBody>
      </p:sp>
      <p:sp>
        <p:nvSpPr>
          <p:cNvPr id="7" name="TextBox 6">
            <a:extLst>
              <a:ext uri="{FF2B5EF4-FFF2-40B4-BE49-F238E27FC236}">
                <a16:creationId xmlns:a16="http://schemas.microsoft.com/office/drawing/2014/main" id="{9145CB74-B087-B17E-D238-1995B7BAACBD}"/>
              </a:ext>
            </a:extLst>
          </p:cNvPr>
          <p:cNvSpPr txBox="1"/>
          <p:nvPr/>
        </p:nvSpPr>
        <p:spPr>
          <a:xfrm>
            <a:off x="1502283" y="5906893"/>
            <a:ext cx="6139434" cy="646331"/>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b="0" i="0" dirty="0">
                <a:solidFill>
                  <a:srgbClr val="FF0000"/>
                </a:solidFill>
                <a:effectLst/>
                <a:latin typeface="Arial" panose="020B0604020202020204" pitchFamily="34" charset="0"/>
              </a:rPr>
              <a:t>“Perhaps the most spectacular and expensive failure in the 50-year history of </a:t>
            </a:r>
            <a:r>
              <a:rPr lang="en-US" dirty="0">
                <a:solidFill>
                  <a:srgbClr val="FF0000"/>
                </a:solidFill>
                <a:latin typeface="Arial" panose="020B0604020202020204" pitchFamily="34" charset="0"/>
              </a:rPr>
              <a:t>American </a:t>
            </a:r>
            <a:r>
              <a:rPr lang="en-US" b="0" i="0" dirty="0">
                <a:solidFill>
                  <a:srgbClr val="FF0000"/>
                </a:solidFill>
                <a:effectLst/>
                <a:latin typeface="Arial" panose="020B0604020202020204" pitchFamily="34" charset="0"/>
              </a:rPr>
              <a:t>spy satellite projects."</a:t>
            </a:r>
            <a:endParaRPr lang="en-US" dirty="0">
              <a:solidFill>
                <a:srgbClr val="FF0000"/>
              </a:solidFill>
            </a:endParaRPr>
          </a:p>
        </p:txBody>
      </p:sp>
      <p:pic>
        <p:nvPicPr>
          <p:cNvPr id="8" name="Picture 10">
            <a:extLst>
              <a:ext uri="{FF2B5EF4-FFF2-40B4-BE49-F238E27FC236}">
                <a16:creationId xmlns:a16="http://schemas.microsoft.com/office/drawing/2014/main" id="{F4F3FA69-01A5-C29D-D74D-FDE0E49AEA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29168" y="3577111"/>
            <a:ext cx="4485663" cy="21126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289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a:t>
            </a:r>
          </a:p>
        </p:txBody>
      </p:sp>
      <p:sp>
        <p:nvSpPr>
          <p:cNvPr id="3" name="Content Placeholder 2"/>
          <p:cNvSpPr>
            <a:spLocks noGrp="1"/>
          </p:cNvSpPr>
          <p:nvPr>
            <p:ph idx="1"/>
          </p:nvPr>
        </p:nvSpPr>
        <p:spPr>
          <a:xfrm>
            <a:off x="241611" y="1076277"/>
            <a:ext cx="8748277" cy="5540280"/>
          </a:xfrm>
        </p:spPr>
        <p:txBody>
          <a:bodyPr>
            <a:normAutofit/>
          </a:bodyPr>
          <a:lstStyle/>
          <a:p>
            <a:pPr marL="0" indent="0">
              <a:buNone/>
            </a:pPr>
            <a:r>
              <a:rPr lang="en-US" dirty="0"/>
              <a:t>Goal of Space Systems Engineering is to generate a product that:</a:t>
            </a:r>
          </a:p>
          <a:p>
            <a:pPr lvl="1"/>
            <a:endParaRPr lang="en-US" dirty="0"/>
          </a:p>
          <a:p>
            <a:pPr marL="457200" lvl="1" indent="0">
              <a:buNone/>
            </a:pPr>
            <a:r>
              <a:rPr lang="en-US" dirty="0"/>
              <a:t>Wholistically considers all aspects of the space mission</a:t>
            </a:r>
          </a:p>
          <a:p>
            <a:pPr lvl="2"/>
            <a:r>
              <a:rPr lang="en-US" dirty="0"/>
              <a:t>Spacecraft</a:t>
            </a:r>
          </a:p>
          <a:p>
            <a:pPr lvl="2"/>
            <a:r>
              <a:rPr lang="en-US" dirty="0"/>
              <a:t>Launch</a:t>
            </a:r>
          </a:p>
          <a:p>
            <a:pPr lvl="2"/>
            <a:r>
              <a:rPr lang="en-US" dirty="0"/>
              <a:t>Operations</a:t>
            </a:r>
          </a:p>
          <a:p>
            <a:pPr lvl="2"/>
            <a:r>
              <a:rPr lang="en-US" dirty="0"/>
              <a:t>Ground segment / end-user</a:t>
            </a:r>
          </a:p>
          <a:p>
            <a:pPr lvl="2"/>
            <a:r>
              <a:rPr lang="en-US" dirty="0"/>
              <a:t>Disposal</a:t>
            </a:r>
          </a:p>
          <a:p>
            <a:pPr lvl="1"/>
            <a:endParaRPr lang="en-US" dirty="0"/>
          </a:p>
          <a:p>
            <a:pPr marL="457200" lvl="1" indent="0">
              <a:buNone/>
            </a:pPr>
            <a:r>
              <a:rPr lang="en-US" b="1" dirty="0"/>
              <a:t>Meets mission requirements</a:t>
            </a:r>
          </a:p>
          <a:p>
            <a:pPr lvl="2"/>
            <a:r>
              <a:rPr lang="en-US" b="1" dirty="0"/>
              <a:t>On time</a:t>
            </a:r>
          </a:p>
          <a:p>
            <a:pPr lvl="2"/>
            <a:r>
              <a:rPr lang="en-US" b="1" dirty="0"/>
              <a:t>At an acceptable cost</a:t>
            </a:r>
            <a:endParaRPr lang="en-US" sz="2400" b="1" dirty="0"/>
          </a:p>
          <a:p>
            <a:pPr lvl="2"/>
            <a:r>
              <a:rPr lang="en-US" b="1" dirty="0"/>
              <a:t>At an acceptable level of risk</a:t>
            </a:r>
          </a:p>
          <a:p>
            <a:pPr marL="0" indent="0">
              <a:buNone/>
            </a:pPr>
            <a:endParaRPr lang="en-US" dirty="0"/>
          </a:p>
        </p:txBody>
      </p:sp>
    </p:spTree>
    <p:extLst>
      <p:ext uri="{BB962C8B-B14F-4D97-AF65-F5344CB8AC3E}">
        <p14:creationId xmlns:p14="http://schemas.microsoft.com/office/powerpoint/2010/main" val="2746350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animEffect transition="in" filter="fade">
                                      <p:cBhvr>
                                        <p:cTn id="7" dur="500"/>
                                        <p:tgtEl>
                                          <p:spTgt spid="3">
                                            <p:txEl>
                                              <p:pRg st="10" end="1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1" end="11"/>
                                            </p:txEl>
                                          </p:spTgt>
                                        </p:tgtEl>
                                        <p:attrNameLst>
                                          <p:attrName>style.visibility</p:attrName>
                                        </p:attrNameLst>
                                      </p:cBhvr>
                                      <p:to>
                                        <p:strVal val="visible"/>
                                      </p:to>
                                    </p:set>
                                    <p:animEffect transition="in" filter="fade">
                                      <p:cBhvr>
                                        <p:cTn id="12" dur="500"/>
                                        <p:tgtEl>
                                          <p:spTgt spid="3">
                                            <p:txEl>
                                              <p:pRg st="11" end="1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12" end="12"/>
                                            </p:txEl>
                                          </p:spTgt>
                                        </p:tgtEl>
                                        <p:attrNameLst>
                                          <p:attrName>style.visibility</p:attrName>
                                        </p:attrNameLst>
                                      </p:cBhvr>
                                      <p:to>
                                        <p:strVal val="visible"/>
                                      </p:to>
                                    </p:set>
                                    <p:animEffect transition="in" filter="fade">
                                      <p:cBhvr>
                                        <p:cTn id="17" dur="500"/>
                                        <p:tgtEl>
                                          <p:spTgt spid="3">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486EC3D-63B5-405D-C3E5-FD1676A46AB6}"/>
              </a:ext>
            </a:extLst>
          </p:cNvPr>
          <p:cNvSpPr>
            <a:spLocks noGrp="1"/>
          </p:cNvSpPr>
          <p:nvPr>
            <p:ph type="title"/>
          </p:nvPr>
        </p:nvSpPr>
        <p:spPr/>
        <p:txBody>
          <a:bodyPr/>
          <a:lstStyle/>
          <a:p>
            <a:r>
              <a:rPr lang="en-US"/>
              <a:t>Extra Material</a:t>
            </a:r>
          </a:p>
        </p:txBody>
      </p:sp>
      <p:sp>
        <p:nvSpPr>
          <p:cNvPr id="4" name="Slide Number Placeholder 3">
            <a:extLst>
              <a:ext uri="{FF2B5EF4-FFF2-40B4-BE49-F238E27FC236}">
                <a16:creationId xmlns:a16="http://schemas.microsoft.com/office/drawing/2014/main" id="{760CE7B3-DC8B-6C4F-9128-769A3729A0A1}"/>
              </a:ext>
            </a:extLst>
          </p:cNvPr>
          <p:cNvSpPr>
            <a:spLocks noGrp="1"/>
          </p:cNvSpPr>
          <p:nvPr>
            <p:ph type="sldNum" sz="quarter" idx="12"/>
          </p:nvPr>
        </p:nvSpPr>
        <p:spPr/>
        <p:txBody>
          <a:bodyPr/>
          <a:lstStyle/>
          <a:p>
            <a:fld id="{9A3029B7-FE6B-4680-9049-80E8298A0825}" type="slidenum">
              <a:rPr lang="en-US" smtClean="0"/>
              <a:t>22</a:t>
            </a:fld>
            <a:endParaRPr lang="en-US"/>
          </a:p>
        </p:txBody>
      </p:sp>
    </p:spTree>
    <p:extLst>
      <p:ext uri="{BB962C8B-B14F-4D97-AF65-F5344CB8AC3E}">
        <p14:creationId xmlns:p14="http://schemas.microsoft.com/office/powerpoint/2010/main" val="420596586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823C5-ABF3-6362-390F-22CB11496CF2}"/>
              </a:ext>
            </a:extLst>
          </p:cNvPr>
          <p:cNvSpPr>
            <a:spLocks noGrp="1"/>
          </p:cNvSpPr>
          <p:nvPr>
            <p:ph type="title"/>
          </p:nvPr>
        </p:nvSpPr>
        <p:spPr/>
        <p:txBody>
          <a:bodyPr/>
          <a:lstStyle/>
          <a:p>
            <a:r>
              <a:rPr lang="en-US"/>
              <a:t>Sys Engineering vs. Project Management</a:t>
            </a:r>
          </a:p>
        </p:txBody>
      </p:sp>
      <p:sp>
        <p:nvSpPr>
          <p:cNvPr id="3" name="Content Placeholder 2">
            <a:extLst>
              <a:ext uri="{FF2B5EF4-FFF2-40B4-BE49-F238E27FC236}">
                <a16:creationId xmlns:a16="http://schemas.microsoft.com/office/drawing/2014/main" id="{DB9D1867-F8B5-E8C1-8E07-E345042198BF}"/>
              </a:ext>
            </a:extLst>
          </p:cNvPr>
          <p:cNvSpPr>
            <a:spLocks noGrp="1"/>
          </p:cNvSpPr>
          <p:nvPr>
            <p:ph idx="1"/>
          </p:nvPr>
        </p:nvSpPr>
        <p:spPr>
          <a:xfrm>
            <a:off x="304621" y="6072617"/>
            <a:ext cx="8793015" cy="365125"/>
          </a:xfrm>
        </p:spPr>
        <p:txBody>
          <a:bodyPr>
            <a:normAutofit fontScale="85000" lnSpcReduction="20000"/>
          </a:bodyPr>
          <a:lstStyle/>
          <a:p>
            <a:pPr marL="0" indent="0">
              <a:buNone/>
            </a:pPr>
            <a:r>
              <a:rPr lang="en-US" i="1"/>
              <a:t>Project management and systems engineering inter-relationship</a:t>
            </a:r>
          </a:p>
        </p:txBody>
      </p:sp>
      <p:sp>
        <p:nvSpPr>
          <p:cNvPr id="5" name="Slide Number Placeholder 4">
            <a:extLst>
              <a:ext uri="{FF2B5EF4-FFF2-40B4-BE49-F238E27FC236}">
                <a16:creationId xmlns:a16="http://schemas.microsoft.com/office/drawing/2014/main" id="{7777C1B4-0157-8350-8378-809C43CC0429}"/>
              </a:ext>
            </a:extLst>
          </p:cNvPr>
          <p:cNvSpPr>
            <a:spLocks noGrp="1"/>
          </p:cNvSpPr>
          <p:nvPr>
            <p:ph type="sldNum" sz="quarter" idx="12"/>
          </p:nvPr>
        </p:nvSpPr>
        <p:spPr/>
        <p:txBody>
          <a:bodyPr/>
          <a:lstStyle/>
          <a:p>
            <a:fld id="{9A3029B7-FE6B-4680-9049-80E8298A0825}" type="slidenum">
              <a:rPr lang="en-US" smtClean="0"/>
              <a:t>23</a:t>
            </a:fld>
            <a:endParaRPr lang="en-US"/>
          </a:p>
        </p:txBody>
      </p:sp>
      <p:pic>
        <p:nvPicPr>
          <p:cNvPr id="1026" name="Picture 2" descr="Project management and systems engineering inter-relationship">
            <a:extLst>
              <a:ext uri="{FF2B5EF4-FFF2-40B4-BE49-F238E27FC236}">
                <a16:creationId xmlns:a16="http://schemas.microsoft.com/office/drawing/2014/main" id="{7F089FB3-D60C-4325-5B0B-13296497C4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7250" y="1057275"/>
            <a:ext cx="7429500" cy="4743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9409574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c08fcfd817066be31f8f1ca0ac65db2f">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795b92cbcc638951d3b8bb33cdebaea5"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3D599F7-FD02-4A7E-9C8C-32EF02C16BF3}">
  <ds:schemaRefs>
    <ds:schemaRef ds:uri="723aa48c-73f2-40da-86b1-f1ae286477fe"/>
    <ds:schemaRef ds:uri="7584c457-6b5a-4caa-be47-be979cbe655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01736FC3-D897-462B-AD49-093CB0C75A22}">
  <ds:schemaRefs>
    <ds:schemaRef ds:uri="723aa48c-73f2-40da-86b1-f1ae286477fe"/>
    <ds:schemaRef ds:uri="7584c457-6b5a-4caa-be47-be979cbe655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8CC4E2C-5C35-40B3-8C6A-230F6D14BD69}">
  <ds:schemaRefs>
    <ds:schemaRef ds:uri="http://schemas.microsoft.com/sharepoint/v3/contenttype/forms"/>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19</TotalTime>
  <Words>1576</Words>
  <Application>Microsoft Office PowerPoint</Application>
  <PresentationFormat>Letter Paper (8.5x11 in)</PresentationFormat>
  <Paragraphs>212</Paragraphs>
  <Slides>23</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Arial</vt:lpstr>
      <vt:lpstr>Segoe UI</vt:lpstr>
      <vt:lpstr>Times</vt:lpstr>
      <vt:lpstr>Wingdings</vt:lpstr>
      <vt:lpstr>Office Theme</vt:lpstr>
      <vt:lpstr>Lesson 1</vt:lpstr>
      <vt:lpstr>Course Overview</vt:lpstr>
      <vt:lpstr>Course Overview</vt:lpstr>
      <vt:lpstr>Course Overview (cont.)</vt:lpstr>
      <vt:lpstr>Graded Events</vt:lpstr>
      <vt:lpstr>331 Labs</vt:lpstr>
      <vt:lpstr>Course Admin</vt:lpstr>
      <vt:lpstr>Upcoming Graded Events</vt:lpstr>
      <vt:lpstr>Status</vt:lpstr>
      <vt:lpstr>Introduction to Space Systems Engineering</vt:lpstr>
      <vt:lpstr>What is a System?</vt:lpstr>
      <vt:lpstr>System Examples</vt:lpstr>
      <vt:lpstr>Spacecraft Subsystems Review</vt:lpstr>
      <vt:lpstr>Systems Engineering</vt:lpstr>
      <vt:lpstr>Definition of Systems Engineering</vt:lpstr>
      <vt:lpstr>“Best” Designs If Each Team Gets Their Way</vt:lpstr>
      <vt:lpstr>Example Space Mission Lifecycles</vt:lpstr>
      <vt:lpstr>Lifecycle: Core Concepts</vt:lpstr>
      <vt:lpstr>Life Cycle Commitment,  System Specific Knowledge, &amp; Costs</vt:lpstr>
      <vt:lpstr>Example of SE Failure</vt:lpstr>
      <vt:lpstr>Conclusion</vt:lpstr>
      <vt:lpstr>Extra Material</vt:lpstr>
      <vt:lpstr>Sys Engineering vs. Project Management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1</cp:revision>
  <cp:lastPrinted>2025-08-01T16:37:26Z</cp:lastPrinted>
  <dcterms:created xsi:type="dcterms:W3CDTF">2025-07-17T17:53:42Z</dcterms:created>
  <dcterms:modified xsi:type="dcterms:W3CDTF">2026-01-06T15:18:00Z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