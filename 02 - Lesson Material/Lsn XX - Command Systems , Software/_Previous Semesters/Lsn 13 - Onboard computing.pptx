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50" r:id="rId2"/>
    <p:sldId id="531" r:id="rId3"/>
    <p:sldId id="532" r:id="rId4"/>
    <p:sldId id="556" r:id="rId5"/>
    <p:sldId id="557" r:id="rId6"/>
    <p:sldId id="558" r:id="rId7"/>
    <p:sldId id="559" r:id="rId8"/>
    <p:sldId id="296" r:id="rId9"/>
    <p:sldId id="274" r:id="rId10"/>
    <p:sldId id="560" r:id="rId11"/>
    <p:sldId id="561" r:id="rId12"/>
    <p:sldId id="562" r:id="rId13"/>
    <p:sldId id="563" r:id="rId14"/>
    <p:sldId id="578" r:id="rId15"/>
    <p:sldId id="564" r:id="rId16"/>
    <p:sldId id="565" r:id="rId17"/>
    <p:sldId id="566" r:id="rId18"/>
    <p:sldId id="567" r:id="rId19"/>
    <p:sldId id="568" r:id="rId20"/>
    <p:sldId id="569" r:id="rId21"/>
    <p:sldId id="570" r:id="rId22"/>
    <p:sldId id="571" r:id="rId23"/>
    <p:sldId id="572" r:id="rId24"/>
    <p:sldId id="573" r:id="rId25"/>
    <p:sldId id="574" r:id="rId26"/>
    <p:sldId id="575" r:id="rId27"/>
    <p:sldId id="576" r:id="rId28"/>
    <p:sldId id="577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111"/>
    <a:srgbClr val="00FF00"/>
    <a:srgbClr val="33CC33"/>
    <a:srgbClr val="0BDDF9"/>
    <a:srgbClr val="032DDF"/>
    <a:srgbClr val="BC0000"/>
    <a:srgbClr val="FFFF99"/>
    <a:srgbClr val="8FDBE5"/>
    <a:srgbClr val="7C8B45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4696E0-6906-4642-A3A4-A30E21914902}" v="95" dt="2024-09-23T15:22:05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3" autoAdjust="0"/>
    <p:restoredTop sz="93254" autoAdjust="0"/>
  </p:normalViewPr>
  <p:slideViewPr>
    <p:cSldViewPr showGuides="1">
      <p:cViewPr varScale="1">
        <p:scale>
          <a:sx n="95" d="100"/>
          <a:sy n="9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874696E0-6906-4642-A3A4-A30E21914902}"/>
    <pc:docChg chg="undo custSel addSld delSld modSld sldOrd">
      <pc:chgData name="Miller, Jonathan M Lt Col USSF USAFA DF/DFAS" userId="d003cf6e-ed25-45fa-8706-5841241c5d7b" providerId="ADAL" clId="{874696E0-6906-4642-A3A4-A30E21914902}" dt="2024-09-23T15:30:08.409" v="1768" actId="478"/>
      <pc:docMkLst>
        <pc:docMk/>
      </pc:docMkLst>
      <pc:sldChg chg="add">
        <pc:chgData name="Miller, Jonathan M Lt Col USSF USAFA DF/DFAS" userId="d003cf6e-ed25-45fa-8706-5841241c5d7b" providerId="ADAL" clId="{874696E0-6906-4642-A3A4-A30E21914902}" dt="2024-09-23T05:16:09.197" v="773"/>
        <pc:sldMkLst>
          <pc:docMk/>
          <pc:sldMk cId="570473429" sldId="274"/>
        </pc:sldMkLst>
      </pc:sldChg>
      <pc:sldChg chg="add modTransition">
        <pc:chgData name="Miller, Jonathan M Lt Col USSF USAFA DF/DFAS" userId="d003cf6e-ed25-45fa-8706-5841241c5d7b" providerId="ADAL" clId="{874696E0-6906-4642-A3A4-A30E21914902}" dt="2024-09-23T05:16:09.197" v="773"/>
        <pc:sldMkLst>
          <pc:docMk/>
          <pc:sldMk cId="4136362687" sldId="296"/>
        </pc:sldMkLst>
      </pc:sldChg>
      <pc:sldChg chg="addSp delSp modSp mod">
        <pc:chgData name="Miller, Jonathan M Lt Col USSF USAFA DF/DFAS" userId="d003cf6e-ed25-45fa-8706-5841241c5d7b" providerId="ADAL" clId="{874696E0-6906-4642-A3A4-A30E21914902}" dt="2024-09-23T04:53:24.530" v="77" actId="1076"/>
        <pc:sldMkLst>
          <pc:docMk/>
          <pc:sldMk cId="3399209130" sldId="450"/>
        </pc:sldMkLst>
        <pc:spChg chg="mod">
          <ac:chgData name="Miller, Jonathan M Lt Col USSF USAFA DF/DFAS" userId="d003cf6e-ed25-45fa-8706-5841241c5d7b" providerId="ADAL" clId="{874696E0-6906-4642-A3A4-A30E21914902}" dt="2024-09-23T04:51:36.303" v="44" actId="14100"/>
          <ac:spMkLst>
            <pc:docMk/>
            <pc:sldMk cId="3399209130" sldId="450"/>
            <ac:spMk id="4" creationId="{00000000-0000-0000-0000-000000000000}"/>
          </ac:spMkLst>
        </pc:spChg>
        <pc:spChg chg="mod">
          <ac:chgData name="Miller, Jonathan M Lt Col USSF USAFA DF/DFAS" userId="d003cf6e-ed25-45fa-8706-5841241c5d7b" providerId="ADAL" clId="{874696E0-6906-4642-A3A4-A30E21914902}" dt="2024-09-23T04:51:36.303" v="44" actId="14100"/>
          <ac:spMkLst>
            <pc:docMk/>
            <pc:sldMk cId="3399209130" sldId="450"/>
            <ac:spMk id="5" creationId="{00000000-0000-0000-0000-000000000000}"/>
          </ac:spMkLst>
        </pc:spChg>
        <pc:spChg chg="add mod">
          <ac:chgData name="Miller, Jonathan M Lt Col USSF USAFA DF/DFAS" userId="d003cf6e-ed25-45fa-8706-5841241c5d7b" providerId="ADAL" clId="{874696E0-6906-4642-A3A4-A30E21914902}" dt="2024-09-23T04:52:27.337" v="59" actId="14100"/>
          <ac:spMkLst>
            <pc:docMk/>
            <pc:sldMk cId="3399209130" sldId="450"/>
            <ac:spMk id="6" creationId="{C5E3AE8D-3A95-704C-27A4-F194C4F847FA}"/>
          </ac:spMkLst>
        </pc:spChg>
        <pc:spChg chg="add mod">
          <ac:chgData name="Miller, Jonathan M Lt Col USSF USAFA DF/DFAS" userId="d003cf6e-ed25-45fa-8706-5841241c5d7b" providerId="ADAL" clId="{874696E0-6906-4642-A3A4-A30E21914902}" dt="2024-09-23T04:53:12.031" v="73" actId="1036"/>
          <ac:spMkLst>
            <pc:docMk/>
            <pc:sldMk cId="3399209130" sldId="450"/>
            <ac:spMk id="8" creationId="{A303B0D8-181A-79A9-90A5-4A9ACAF88CF6}"/>
          </ac:spMkLst>
        </pc:spChg>
        <pc:picChg chg="add del mod">
          <ac:chgData name="Miller, Jonathan M Lt Col USSF USAFA DF/DFAS" userId="d003cf6e-ed25-45fa-8706-5841241c5d7b" providerId="ADAL" clId="{874696E0-6906-4642-A3A4-A30E21914902}" dt="2024-09-23T04:50:26.001" v="42" actId="478"/>
          <ac:picMkLst>
            <pc:docMk/>
            <pc:sldMk cId="3399209130" sldId="450"/>
            <ac:picMk id="2" creationId="{3B55A47D-426D-7367-4897-81AE9C6EA66A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4:51:59.053" v="51" actId="1076"/>
          <ac:picMkLst>
            <pc:docMk/>
            <pc:sldMk cId="3399209130" sldId="450"/>
            <ac:picMk id="3" creationId="{CD8ACE83-55C5-818C-9C8E-6CF9EBF5CFF6}"/>
          </ac:picMkLst>
        </pc:picChg>
        <pc:picChg chg="del">
          <ac:chgData name="Miller, Jonathan M Lt Col USSF USAFA DF/DFAS" userId="d003cf6e-ed25-45fa-8706-5841241c5d7b" providerId="ADAL" clId="{874696E0-6906-4642-A3A4-A30E21914902}" dt="2024-09-23T04:47:53.801" v="0" actId="478"/>
          <ac:picMkLst>
            <pc:docMk/>
            <pc:sldMk cId="3399209130" sldId="450"/>
            <ac:picMk id="7" creationId="{6ECF075C-48DD-9AFB-6694-F11ECDAC11B4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4:52:45.887" v="64" actId="1076"/>
          <ac:picMkLst>
            <pc:docMk/>
            <pc:sldMk cId="3399209130" sldId="450"/>
            <ac:picMk id="9" creationId="{C7C68D7A-908E-0600-3404-DF776DB762AB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4:53:24.530" v="77" actId="1076"/>
          <ac:picMkLst>
            <pc:docMk/>
            <pc:sldMk cId="3399209130" sldId="450"/>
            <ac:picMk id="10" creationId="{A199B752-B439-1571-6949-A9D6177E995B}"/>
          </ac:picMkLst>
        </pc:picChg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961469013" sldId="458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252210605" sldId="476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356909871" sldId="517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652602087" sldId="519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013430224" sldId="525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475267008" sldId="526"/>
        </pc:sldMkLst>
      </pc:sldChg>
      <pc:sldChg chg="modSp mod">
        <pc:chgData name="Miller, Jonathan M Lt Col USSF USAFA DF/DFAS" userId="d003cf6e-ed25-45fa-8706-5841241c5d7b" providerId="ADAL" clId="{874696E0-6906-4642-A3A4-A30E21914902}" dt="2024-09-23T04:56:16.780" v="113" actId="20577"/>
        <pc:sldMkLst>
          <pc:docMk/>
          <pc:sldMk cId="3195470700" sldId="531"/>
        </pc:sldMkLst>
        <pc:spChg chg="mod">
          <ac:chgData name="Miller, Jonathan M Lt Col USSF USAFA DF/DFAS" userId="d003cf6e-ed25-45fa-8706-5841241c5d7b" providerId="ADAL" clId="{874696E0-6906-4642-A3A4-A30E21914902}" dt="2024-09-23T04:56:16.780" v="113" actId="20577"/>
          <ac:spMkLst>
            <pc:docMk/>
            <pc:sldMk cId="3195470700" sldId="531"/>
            <ac:spMk id="3" creationId="{F0D19409-24EE-C51F-43B8-A3A39481E14B}"/>
          </ac:spMkLst>
        </pc:spChg>
        <pc:spChg chg="mod">
          <ac:chgData name="Miller, Jonathan M Lt Col USSF USAFA DF/DFAS" userId="d003cf6e-ed25-45fa-8706-5841241c5d7b" providerId="ADAL" clId="{874696E0-6906-4642-A3A4-A30E21914902}" dt="2024-09-23T04:55:42.210" v="89" actId="20577"/>
          <ac:spMkLst>
            <pc:docMk/>
            <pc:sldMk cId="3195470700" sldId="531"/>
            <ac:spMk id="7170" creationId="{00000000-0000-0000-0000-000000000000}"/>
          </ac:spMkLst>
        </pc:spChg>
      </pc:sldChg>
      <pc:sldChg chg="addSp delSp modSp mod">
        <pc:chgData name="Miller, Jonathan M Lt Col USSF USAFA DF/DFAS" userId="d003cf6e-ed25-45fa-8706-5841241c5d7b" providerId="ADAL" clId="{874696E0-6906-4642-A3A4-A30E21914902}" dt="2024-09-23T05:03:20.299" v="246" actId="207"/>
        <pc:sldMkLst>
          <pc:docMk/>
          <pc:sldMk cId="836541567" sldId="532"/>
        </pc:sldMkLst>
        <pc:spChg chg="del mod">
          <ac:chgData name="Miller, Jonathan M Lt Col USSF USAFA DF/DFAS" userId="d003cf6e-ed25-45fa-8706-5841241c5d7b" providerId="ADAL" clId="{874696E0-6906-4642-A3A4-A30E21914902}" dt="2024-09-23T04:57:21.660" v="129"/>
          <ac:spMkLst>
            <pc:docMk/>
            <pc:sldMk cId="836541567" sldId="532"/>
            <ac:spMk id="3" creationId="{F0D19409-24EE-C51F-43B8-A3A39481E14B}"/>
          </ac:spMkLst>
        </pc:spChg>
        <pc:spChg chg="add mod">
          <ac:chgData name="Miller, Jonathan M Lt Col USSF USAFA DF/DFAS" userId="d003cf6e-ed25-45fa-8706-5841241c5d7b" providerId="ADAL" clId="{874696E0-6906-4642-A3A4-A30E21914902}" dt="2024-09-23T05:03:20.299" v="246" actId="207"/>
          <ac:spMkLst>
            <pc:docMk/>
            <pc:sldMk cId="836541567" sldId="532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4:56:47.254" v="118" actId="20577"/>
          <ac:spMkLst>
            <pc:docMk/>
            <pc:sldMk cId="836541567" sldId="532"/>
            <ac:spMk id="7170" creationId="{00000000-0000-0000-0000-000000000000}"/>
          </ac:spMkLst>
        </pc:spChg>
        <pc:graphicFrameChg chg="add del modGraphic">
          <ac:chgData name="Miller, Jonathan M Lt Col USSF USAFA DF/DFAS" userId="d003cf6e-ed25-45fa-8706-5841241c5d7b" providerId="ADAL" clId="{874696E0-6906-4642-A3A4-A30E21914902}" dt="2024-09-23T04:56:58.369" v="128" actId="478"/>
          <ac:graphicFrameMkLst>
            <pc:docMk/>
            <pc:sldMk cId="836541567" sldId="532"/>
            <ac:graphicFrameMk id="4" creationId="{EB1EAF02-761E-51B2-611D-0A7F029F2FFB}"/>
          </ac:graphicFrameMkLst>
        </pc:graphicFrameChg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3987022671" sldId="533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001118660" sldId="534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433560721" sldId="535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956873499" sldId="536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4007650006" sldId="537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4140583896" sldId="538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454745883" sldId="539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715255955" sldId="540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915826630" sldId="541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178463002" sldId="542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579812238" sldId="543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98018522" sldId="544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078956681" sldId="545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573054944" sldId="546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742502283" sldId="547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41933437" sldId="548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3904299404" sldId="549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376252809" sldId="550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3815695442" sldId="551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464578265" sldId="552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2588666362" sldId="553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480502153" sldId="554"/>
        </pc:sldMkLst>
      </pc:sldChg>
      <pc:sldChg chg="del">
        <pc:chgData name="Miller, Jonathan M Lt Col USSF USAFA DF/DFAS" userId="d003cf6e-ed25-45fa-8706-5841241c5d7b" providerId="ADAL" clId="{874696E0-6906-4642-A3A4-A30E21914902}" dt="2024-09-23T06:06:11.804" v="1663" actId="47"/>
        <pc:sldMkLst>
          <pc:docMk/>
          <pc:sldMk cId="1994684715" sldId="555"/>
        </pc:sldMkLst>
      </pc:sldChg>
      <pc:sldChg chg="modSp add mod">
        <pc:chgData name="Miller, Jonathan M Lt Col USSF USAFA DF/DFAS" userId="d003cf6e-ed25-45fa-8706-5841241c5d7b" providerId="ADAL" clId="{874696E0-6906-4642-A3A4-A30E21914902}" dt="2024-09-23T05:04:47.888" v="361" actId="20577"/>
        <pc:sldMkLst>
          <pc:docMk/>
          <pc:sldMk cId="2133353174" sldId="556"/>
        </pc:sldMkLst>
        <pc:spChg chg="mod">
          <ac:chgData name="Miller, Jonathan M Lt Col USSF USAFA DF/DFAS" userId="d003cf6e-ed25-45fa-8706-5841241c5d7b" providerId="ADAL" clId="{874696E0-6906-4642-A3A4-A30E21914902}" dt="2024-09-23T05:04:47.888" v="361" actId="20577"/>
          <ac:spMkLst>
            <pc:docMk/>
            <pc:sldMk cId="2133353174" sldId="556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02:48.438" v="190" actId="20577"/>
          <ac:spMkLst>
            <pc:docMk/>
            <pc:sldMk cId="2133353174" sldId="556"/>
            <ac:spMk id="7170" creationId="{00000000-0000-0000-0000-000000000000}"/>
          </ac:spMkLst>
        </pc:spChg>
      </pc:sldChg>
      <pc:sldChg chg="addSp modSp add mod modAnim">
        <pc:chgData name="Miller, Jonathan M Lt Col USSF USAFA DF/DFAS" userId="d003cf6e-ed25-45fa-8706-5841241c5d7b" providerId="ADAL" clId="{874696E0-6906-4642-A3A4-A30E21914902}" dt="2024-09-23T15:13:32.065" v="1706" actId="1076"/>
        <pc:sldMkLst>
          <pc:docMk/>
          <pc:sldMk cId="3749874378" sldId="557"/>
        </pc:sldMkLst>
        <pc:spChg chg="mod">
          <ac:chgData name="Miller, Jonathan M Lt Col USSF USAFA DF/DFAS" userId="d003cf6e-ed25-45fa-8706-5841241c5d7b" providerId="ADAL" clId="{874696E0-6906-4642-A3A4-A30E21914902}" dt="2024-09-23T15:12:40.588" v="1697" actId="1076"/>
          <ac:spMkLst>
            <pc:docMk/>
            <pc:sldMk cId="3749874378" sldId="557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05:57.217" v="371" actId="20577"/>
          <ac:spMkLst>
            <pc:docMk/>
            <pc:sldMk cId="3749874378" sldId="557"/>
            <ac:spMk id="7170" creationId="{00000000-0000-0000-0000-000000000000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15:13:27.172" v="1704" actId="1076"/>
          <ac:picMkLst>
            <pc:docMk/>
            <pc:sldMk cId="3749874378" sldId="557"/>
            <ac:picMk id="1026" creationId="{90286C9D-8EBB-830A-82D8-20EF635FB610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15:13:32.065" v="1706" actId="1076"/>
          <ac:picMkLst>
            <pc:docMk/>
            <pc:sldMk cId="3749874378" sldId="557"/>
            <ac:picMk id="1028" creationId="{0BCCE5E9-E637-610A-2302-3244825956AC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15:13:30.021" v="1705" actId="1076"/>
          <ac:picMkLst>
            <pc:docMk/>
            <pc:sldMk cId="3749874378" sldId="557"/>
            <ac:picMk id="1030" creationId="{600E6370-A91F-2A13-6C37-EA12212BDC2D}"/>
          </ac:picMkLst>
        </pc:picChg>
      </pc:sldChg>
      <pc:sldChg chg="addSp new">
        <pc:chgData name="Miller, Jonathan M Lt Col USSF USAFA DF/DFAS" userId="d003cf6e-ed25-45fa-8706-5841241c5d7b" providerId="ADAL" clId="{874696E0-6906-4642-A3A4-A30E21914902}" dt="2024-09-23T05:09:56.861" v="629"/>
        <pc:sldMkLst>
          <pc:docMk/>
          <pc:sldMk cId="2017371273" sldId="558"/>
        </pc:sldMkLst>
        <pc:picChg chg="add">
          <ac:chgData name="Miller, Jonathan M Lt Col USSF USAFA DF/DFAS" userId="d003cf6e-ed25-45fa-8706-5841241c5d7b" providerId="ADAL" clId="{874696E0-6906-4642-A3A4-A30E21914902}" dt="2024-09-23T05:09:56.861" v="629"/>
          <ac:picMkLst>
            <pc:docMk/>
            <pc:sldMk cId="2017371273" sldId="558"/>
            <ac:picMk id="1026" creationId="{44CE9E64-E534-696E-3ED1-1044E14782E7}"/>
          </ac:picMkLst>
        </pc:picChg>
      </pc:sldChg>
      <pc:sldChg chg="modSp add mod">
        <pc:chgData name="Miller, Jonathan M Lt Col USSF USAFA DF/DFAS" userId="d003cf6e-ed25-45fa-8706-5841241c5d7b" providerId="ADAL" clId="{874696E0-6906-4642-A3A4-A30E21914902}" dt="2024-09-23T05:13:12.868" v="771" actId="20577"/>
        <pc:sldMkLst>
          <pc:docMk/>
          <pc:sldMk cId="3927366902" sldId="559"/>
        </pc:sldMkLst>
        <pc:spChg chg="mod">
          <ac:chgData name="Miller, Jonathan M Lt Col USSF USAFA DF/DFAS" userId="d003cf6e-ed25-45fa-8706-5841241c5d7b" providerId="ADAL" clId="{874696E0-6906-4642-A3A4-A30E21914902}" dt="2024-09-23T05:13:12.868" v="771" actId="20577"/>
          <ac:spMkLst>
            <pc:docMk/>
            <pc:sldMk cId="3927366902" sldId="559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11:49.579" v="637" actId="20577"/>
          <ac:spMkLst>
            <pc:docMk/>
            <pc:sldMk cId="3927366902" sldId="559"/>
            <ac:spMk id="7170" creationId="{00000000-0000-0000-0000-000000000000}"/>
          </ac:spMkLst>
        </pc:spChg>
      </pc:sldChg>
      <pc:sldChg chg="new del">
        <pc:chgData name="Miller, Jonathan M Lt Col USSF USAFA DF/DFAS" userId="d003cf6e-ed25-45fa-8706-5841241c5d7b" providerId="ADAL" clId="{874696E0-6906-4642-A3A4-A30E21914902}" dt="2024-09-23T05:16:11.156" v="774" actId="47"/>
        <pc:sldMkLst>
          <pc:docMk/>
          <pc:sldMk cId="658363567" sldId="560"/>
        </pc:sldMkLst>
      </pc:sldChg>
      <pc:sldChg chg="modSp add mod">
        <pc:chgData name="Miller, Jonathan M Lt Col USSF USAFA DF/DFAS" userId="d003cf6e-ed25-45fa-8706-5841241c5d7b" providerId="ADAL" clId="{874696E0-6906-4642-A3A4-A30E21914902}" dt="2024-09-23T05:31:44.524" v="1173" actId="20577"/>
        <pc:sldMkLst>
          <pc:docMk/>
          <pc:sldMk cId="1112580602" sldId="560"/>
        </pc:sldMkLst>
        <pc:spChg chg="mod">
          <ac:chgData name="Miller, Jonathan M Lt Col USSF USAFA DF/DFAS" userId="d003cf6e-ed25-45fa-8706-5841241c5d7b" providerId="ADAL" clId="{874696E0-6906-4642-A3A4-A30E21914902}" dt="2024-09-23T05:31:44.524" v="1173" actId="20577"/>
          <ac:spMkLst>
            <pc:docMk/>
            <pc:sldMk cId="1112580602" sldId="560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18:34.019" v="792" actId="20577"/>
          <ac:spMkLst>
            <pc:docMk/>
            <pc:sldMk cId="1112580602" sldId="560"/>
            <ac:spMk id="7170" creationId="{00000000-0000-0000-0000-000000000000}"/>
          </ac:spMkLst>
        </pc:spChg>
      </pc:sldChg>
      <pc:sldChg chg="modSp add mod">
        <pc:chgData name="Miller, Jonathan M Lt Col USSF USAFA DF/DFAS" userId="d003cf6e-ed25-45fa-8706-5841241c5d7b" providerId="ADAL" clId="{874696E0-6906-4642-A3A4-A30E21914902}" dt="2024-09-23T05:33:36.813" v="1222" actId="207"/>
        <pc:sldMkLst>
          <pc:docMk/>
          <pc:sldMk cId="3937313288" sldId="561"/>
        </pc:sldMkLst>
        <pc:spChg chg="mod">
          <ac:chgData name="Miller, Jonathan M Lt Col USSF USAFA DF/DFAS" userId="d003cf6e-ed25-45fa-8706-5841241c5d7b" providerId="ADAL" clId="{874696E0-6906-4642-A3A4-A30E21914902}" dt="2024-09-23T05:33:36.813" v="1222" actId="207"/>
          <ac:spMkLst>
            <pc:docMk/>
            <pc:sldMk cId="3937313288" sldId="561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32:48.415" v="1219" actId="20577"/>
          <ac:spMkLst>
            <pc:docMk/>
            <pc:sldMk cId="3937313288" sldId="561"/>
            <ac:spMk id="7170" creationId="{00000000-0000-0000-0000-000000000000}"/>
          </ac:spMkLst>
        </pc:spChg>
      </pc:sldChg>
      <pc:sldChg chg="add del">
        <pc:chgData name="Miller, Jonathan M Lt Col USSF USAFA DF/DFAS" userId="d003cf6e-ed25-45fa-8706-5841241c5d7b" providerId="ADAL" clId="{874696E0-6906-4642-A3A4-A30E21914902}" dt="2024-09-23T05:35:05.995" v="1224" actId="47"/>
        <pc:sldMkLst>
          <pc:docMk/>
          <pc:sldMk cId="2547785747" sldId="562"/>
        </pc:sldMkLst>
      </pc:sldChg>
      <pc:sldChg chg="modSp add mod">
        <pc:chgData name="Miller, Jonathan M Lt Col USSF USAFA DF/DFAS" userId="d003cf6e-ed25-45fa-8706-5841241c5d7b" providerId="ADAL" clId="{874696E0-6906-4642-A3A4-A30E21914902}" dt="2024-09-23T05:36:14.111" v="1283" actId="15"/>
        <pc:sldMkLst>
          <pc:docMk/>
          <pc:sldMk cId="2902036047" sldId="562"/>
        </pc:sldMkLst>
        <pc:spChg chg="mod">
          <ac:chgData name="Miller, Jonathan M Lt Col USSF USAFA DF/DFAS" userId="d003cf6e-ed25-45fa-8706-5841241c5d7b" providerId="ADAL" clId="{874696E0-6906-4642-A3A4-A30E21914902}" dt="2024-09-23T05:36:14.111" v="1283" actId="15"/>
          <ac:spMkLst>
            <pc:docMk/>
            <pc:sldMk cId="2902036047" sldId="562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35:18.276" v="1242" actId="20577"/>
          <ac:spMkLst>
            <pc:docMk/>
            <pc:sldMk cId="2902036047" sldId="562"/>
            <ac:spMk id="7170" creationId="{00000000-0000-0000-0000-000000000000}"/>
          </ac:spMkLst>
        </pc:spChg>
      </pc:sldChg>
      <pc:sldChg chg="modSp add mod">
        <pc:chgData name="Miller, Jonathan M Lt Col USSF USAFA DF/DFAS" userId="d003cf6e-ed25-45fa-8706-5841241c5d7b" providerId="ADAL" clId="{874696E0-6906-4642-A3A4-A30E21914902}" dt="2024-09-23T05:36:51.119" v="1289" actId="15"/>
        <pc:sldMkLst>
          <pc:docMk/>
          <pc:sldMk cId="1375248897" sldId="563"/>
        </pc:sldMkLst>
        <pc:spChg chg="mod">
          <ac:chgData name="Miller, Jonathan M Lt Col USSF USAFA DF/DFAS" userId="d003cf6e-ed25-45fa-8706-5841241c5d7b" providerId="ADAL" clId="{874696E0-6906-4642-A3A4-A30E21914902}" dt="2024-09-23T05:36:51.119" v="1289" actId="15"/>
          <ac:spMkLst>
            <pc:docMk/>
            <pc:sldMk cId="1375248897" sldId="563"/>
            <ac:spMk id="5" creationId="{45FE3DE1-73EC-C939-95CB-4147BD8AA7DC}"/>
          </ac:spMkLst>
        </pc:spChg>
      </pc:sldChg>
      <pc:sldChg chg="modSp add mod">
        <pc:chgData name="Miller, Jonathan M Lt Col USSF USAFA DF/DFAS" userId="d003cf6e-ed25-45fa-8706-5841241c5d7b" providerId="ADAL" clId="{874696E0-6906-4642-A3A4-A30E21914902}" dt="2024-09-23T15:20:01.513" v="1763" actId="20577"/>
        <pc:sldMkLst>
          <pc:docMk/>
          <pc:sldMk cId="2027154565" sldId="564"/>
        </pc:sldMkLst>
        <pc:spChg chg="mod">
          <ac:chgData name="Miller, Jonathan M Lt Col USSF USAFA DF/DFAS" userId="d003cf6e-ed25-45fa-8706-5841241c5d7b" providerId="ADAL" clId="{874696E0-6906-4642-A3A4-A30E21914902}" dt="2024-09-23T15:20:01.513" v="1763" actId="20577"/>
          <ac:spMkLst>
            <pc:docMk/>
            <pc:sldMk cId="2027154565" sldId="564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38:34.786" v="1296" actId="20577"/>
          <ac:spMkLst>
            <pc:docMk/>
            <pc:sldMk cId="2027154565" sldId="564"/>
            <ac:spMk id="7170" creationId="{00000000-0000-0000-0000-000000000000}"/>
          </ac:spMkLst>
        </pc:spChg>
      </pc:sldChg>
      <pc:sldChg chg="addSp modSp add mod">
        <pc:chgData name="Miller, Jonathan M Lt Col USSF USAFA DF/DFAS" userId="d003cf6e-ed25-45fa-8706-5841241c5d7b" providerId="ADAL" clId="{874696E0-6906-4642-A3A4-A30E21914902}" dt="2024-09-23T15:18:52.511" v="1737" actId="13926"/>
        <pc:sldMkLst>
          <pc:docMk/>
          <pc:sldMk cId="2300080471" sldId="565"/>
        </pc:sldMkLst>
        <pc:spChg chg="add mod">
          <ac:chgData name="Miller, Jonathan M Lt Col USSF USAFA DF/DFAS" userId="d003cf6e-ed25-45fa-8706-5841241c5d7b" providerId="ADAL" clId="{874696E0-6906-4642-A3A4-A30E21914902}" dt="2024-09-23T15:18:52.511" v="1737" actId="13926"/>
          <ac:spMkLst>
            <pc:docMk/>
            <pc:sldMk cId="2300080471" sldId="565"/>
            <ac:spMk id="2" creationId="{BC57E395-D43C-29EF-B68E-5100F789AA6E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39:55.312" v="1305" actId="20577"/>
          <ac:spMkLst>
            <pc:docMk/>
            <pc:sldMk cId="2300080471" sldId="565"/>
            <ac:spMk id="5" creationId="{45FE3DE1-73EC-C939-95CB-4147BD8AA7DC}"/>
          </ac:spMkLst>
        </pc:spChg>
      </pc:sldChg>
      <pc:sldChg chg="new del">
        <pc:chgData name="Miller, Jonathan M Lt Col USSF USAFA DF/DFAS" userId="d003cf6e-ed25-45fa-8706-5841241c5d7b" providerId="ADAL" clId="{874696E0-6906-4642-A3A4-A30E21914902}" dt="2024-09-23T05:39:16.453" v="1301" actId="47"/>
        <pc:sldMkLst>
          <pc:docMk/>
          <pc:sldMk cId="3514882099" sldId="565"/>
        </pc:sldMkLst>
      </pc:sldChg>
      <pc:sldChg chg="modSp add mod">
        <pc:chgData name="Miller, Jonathan M Lt Col USSF USAFA DF/DFAS" userId="d003cf6e-ed25-45fa-8706-5841241c5d7b" providerId="ADAL" clId="{874696E0-6906-4642-A3A4-A30E21914902}" dt="2024-09-23T05:40:37.221" v="1308" actId="207"/>
        <pc:sldMkLst>
          <pc:docMk/>
          <pc:sldMk cId="4036835529" sldId="566"/>
        </pc:sldMkLst>
        <pc:spChg chg="mod">
          <ac:chgData name="Miller, Jonathan M Lt Col USSF USAFA DF/DFAS" userId="d003cf6e-ed25-45fa-8706-5841241c5d7b" providerId="ADAL" clId="{874696E0-6906-4642-A3A4-A30E21914902}" dt="2024-09-23T05:40:37.221" v="1308" actId="207"/>
          <ac:spMkLst>
            <pc:docMk/>
            <pc:sldMk cId="4036835529" sldId="566"/>
            <ac:spMk id="5" creationId="{45FE3DE1-73EC-C939-95CB-4147BD8AA7DC}"/>
          </ac:spMkLst>
        </pc:spChg>
      </pc:sldChg>
      <pc:sldChg chg="addSp delSp modSp new">
        <pc:chgData name="Miller, Jonathan M Lt Col USSF USAFA DF/DFAS" userId="d003cf6e-ed25-45fa-8706-5841241c5d7b" providerId="ADAL" clId="{874696E0-6906-4642-A3A4-A30E21914902}" dt="2024-09-23T05:41:30.574" v="1312" actId="1076"/>
        <pc:sldMkLst>
          <pc:docMk/>
          <pc:sldMk cId="2414661740" sldId="567"/>
        </pc:sldMkLst>
        <pc:spChg chg="del">
          <ac:chgData name="Miller, Jonathan M Lt Col USSF USAFA DF/DFAS" userId="d003cf6e-ed25-45fa-8706-5841241c5d7b" providerId="ADAL" clId="{874696E0-6906-4642-A3A4-A30E21914902}" dt="2024-09-23T05:41:22.283" v="1310"/>
          <ac:spMkLst>
            <pc:docMk/>
            <pc:sldMk cId="2414661740" sldId="567"/>
            <ac:spMk id="3" creationId="{61317CD9-B6B1-05CF-EB1C-5EA5E22784C2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05:41:30.574" v="1312" actId="1076"/>
          <ac:picMkLst>
            <pc:docMk/>
            <pc:sldMk cId="2414661740" sldId="567"/>
            <ac:picMk id="2050" creationId="{2A21AF38-B999-2F0C-A2D0-E348E41740B9}"/>
          </ac:picMkLst>
        </pc:picChg>
      </pc:sldChg>
      <pc:sldChg chg="addSp modSp new del">
        <pc:chgData name="Miller, Jonathan M Lt Col USSF USAFA DF/DFAS" userId="d003cf6e-ed25-45fa-8706-5841241c5d7b" providerId="ADAL" clId="{874696E0-6906-4642-A3A4-A30E21914902}" dt="2024-09-23T05:42:46.051" v="1319" actId="680"/>
        <pc:sldMkLst>
          <pc:docMk/>
          <pc:sldMk cId="1022057210" sldId="568"/>
        </pc:sldMkLst>
        <pc:picChg chg="add mod">
          <ac:chgData name="Miller, Jonathan M Lt Col USSF USAFA DF/DFAS" userId="d003cf6e-ed25-45fa-8706-5841241c5d7b" providerId="ADAL" clId="{874696E0-6906-4642-A3A4-A30E21914902}" dt="2024-09-23T05:42:43.983" v="1318" actId="14100"/>
          <ac:picMkLst>
            <pc:docMk/>
            <pc:sldMk cId="1022057210" sldId="568"/>
            <ac:picMk id="3074" creationId="{298C1B6A-B7E6-01A6-9590-3576C1301679}"/>
          </ac:picMkLst>
        </pc:picChg>
      </pc:sldChg>
      <pc:sldChg chg="addSp modSp new">
        <pc:chgData name="Miller, Jonathan M Lt Col USSF USAFA DF/DFAS" userId="d003cf6e-ed25-45fa-8706-5841241c5d7b" providerId="ADAL" clId="{874696E0-6906-4642-A3A4-A30E21914902}" dt="2024-09-23T05:43:02.239" v="1323" actId="1076"/>
        <pc:sldMkLst>
          <pc:docMk/>
          <pc:sldMk cId="3056063348" sldId="568"/>
        </pc:sldMkLst>
        <pc:picChg chg="add mod">
          <ac:chgData name="Miller, Jonathan M Lt Col USSF USAFA DF/DFAS" userId="d003cf6e-ed25-45fa-8706-5841241c5d7b" providerId="ADAL" clId="{874696E0-6906-4642-A3A4-A30E21914902}" dt="2024-09-23T05:43:02.239" v="1323" actId="1076"/>
          <ac:picMkLst>
            <pc:docMk/>
            <pc:sldMk cId="3056063348" sldId="568"/>
            <ac:picMk id="4098" creationId="{6ED188AA-AF3C-85B2-6ABE-A8A795977D0F}"/>
          </ac:picMkLst>
        </pc:picChg>
      </pc:sldChg>
      <pc:sldChg chg="addSp modSp add mod">
        <pc:chgData name="Miller, Jonathan M Lt Col USSF USAFA DF/DFAS" userId="d003cf6e-ed25-45fa-8706-5841241c5d7b" providerId="ADAL" clId="{874696E0-6906-4642-A3A4-A30E21914902}" dt="2024-09-23T15:20:34.990" v="1764" actId="313"/>
        <pc:sldMkLst>
          <pc:docMk/>
          <pc:sldMk cId="2258052643" sldId="569"/>
        </pc:sldMkLst>
        <pc:spChg chg="mod">
          <ac:chgData name="Miller, Jonathan M Lt Col USSF USAFA DF/DFAS" userId="d003cf6e-ed25-45fa-8706-5841241c5d7b" providerId="ADAL" clId="{874696E0-6906-4642-A3A4-A30E21914902}" dt="2024-09-23T15:20:34.990" v="1764" actId="313"/>
          <ac:spMkLst>
            <pc:docMk/>
            <pc:sldMk cId="2258052643" sldId="569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43:47.099" v="1345" actId="20577"/>
          <ac:spMkLst>
            <pc:docMk/>
            <pc:sldMk cId="2258052643" sldId="569"/>
            <ac:spMk id="7170" creationId="{00000000-0000-0000-0000-000000000000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05:46:32.901" v="1436" actId="1076"/>
          <ac:picMkLst>
            <pc:docMk/>
            <pc:sldMk cId="2258052643" sldId="569"/>
            <ac:picMk id="3" creationId="{AF0C67BC-4C54-B370-4F14-FEE73EA6315F}"/>
          </ac:picMkLst>
        </pc:picChg>
      </pc:sldChg>
      <pc:sldChg chg="addSp delSp modSp add mod">
        <pc:chgData name="Miller, Jonathan M Lt Col USSF USAFA DF/DFAS" userId="d003cf6e-ed25-45fa-8706-5841241c5d7b" providerId="ADAL" clId="{874696E0-6906-4642-A3A4-A30E21914902}" dt="2024-09-23T05:49:32.915" v="1508" actId="478"/>
        <pc:sldMkLst>
          <pc:docMk/>
          <pc:sldMk cId="4217388382" sldId="570"/>
        </pc:sldMkLst>
        <pc:spChg chg="mod">
          <ac:chgData name="Miller, Jonathan M Lt Col USSF USAFA DF/DFAS" userId="d003cf6e-ed25-45fa-8706-5841241c5d7b" providerId="ADAL" clId="{874696E0-6906-4642-A3A4-A30E21914902}" dt="2024-09-23T05:47:28.200" v="1501" actId="20577"/>
          <ac:spMkLst>
            <pc:docMk/>
            <pc:sldMk cId="4217388382" sldId="570"/>
            <ac:spMk id="5" creationId="{45FE3DE1-73EC-C939-95CB-4147BD8AA7DC}"/>
          </ac:spMkLst>
        </pc:spChg>
        <pc:picChg chg="del">
          <ac:chgData name="Miller, Jonathan M Lt Col USSF USAFA DF/DFAS" userId="d003cf6e-ed25-45fa-8706-5841241c5d7b" providerId="ADAL" clId="{874696E0-6906-4642-A3A4-A30E21914902}" dt="2024-09-23T05:47:31.571" v="1502" actId="478"/>
          <ac:picMkLst>
            <pc:docMk/>
            <pc:sldMk cId="4217388382" sldId="570"/>
            <ac:picMk id="3" creationId="{AF0C67BC-4C54-B370-4F14-FEE73EA6315F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5:48:55.069" v="1506" actId="1076"/>
          <ac:picMkLst>
            <pc:docMk/>
            <pc:sldMk cId="4217388382" sldId="570"/>
            <ac:picMk id="4" creationId="{40FBD08C-4605-CC68-6E2F-A9CFE712552B}"/>
          </ac:picMkLst>
        </pc:picChg>
        <pc:picChg chg="add del">
          <ac:chgData name="Miller, Jonathan M Lt Col USSF USAFA DF/DFAS" userId="d003cf6e-ed25-45fa-8706-5841241c5d7b" providerId="ADAL" clId="{874696E0-6906-4642-A3A4-A30E21914902}" dt="2024-09-23T05:49:32.915" v="1508" actId="478"/>
          <ac:picMkLst>
            <pc:docMk/>
            <pc:sldMk cId="4217388382" sldId="570"/>
            <ac:picMk id="7" creationId="{B2181094-9166-E06C-53C8-AEAF282D3C24}"/>
          </ac:picMkLst>
        </pc:picChg>
      </pc:sldChg>
      <pc:sldChg chg="addSp delSp modSp add mod">
        <pc:chgData name="Miller, Jonathan M Lt Col USSF USAFA DF/DFAS" userId="d003cf6e-ed25-45fa-8706-5841241c5d7b" providerId="ADAL" clId="{874696E0-6906-4642-A3A4-A30E21914902}" dt="2024-09-23T05:51:04.817" v="1539" actId="962"/>
        <pc:sldMkLst>
          <pc:docMk/>
          <pc:sldMk cId="874169872" sldId="571"/>
        </pc:sldMkLst>
        <pc:spChg chg="add del mod">
          <ac:chgData name="Miller, Jonathan M Lt Col USSF USAFA DF/DFAS" userId="d003cf6e-ed25-45fa-8706-5841241c5d7b" providerId="ADAL" clId="{874696E0-6906-4642-A3A4-A30E21914902}" dt="2024-09-23T05:51:03.684" v="1537" actId="931"/>
          <ac:spMkLst>
            <pc:docMk/>
            <pc:sldMk cId="874169872" sldId="571"/>
            <ac:spMk id="2" creationId="{A94051FD-A194-237E-B3EB-B0A32892C586}"/>
          </ac:spMkLst>
        </pc:spChg>
        <pc:spChg chg="del">
          <ac:chgData name="Miller, Jonathan M Lt Col USSF USAFA DF/DFAS" userId="d003cf6e-ed25-45fa-8706-5841241c5d7b" providerId="ADAL" clId="{874696E0-6906-4642-A3A4-A30E21914902}" dt="2024-09-23T05:50:02.023" v="1535" actId="478"/>
          <ac:spMkLst>
            <pc:docMk/>
            <pc:sldMk cId="874169872" sldId="571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49:54.525" v="1534" actId="20577"/>
          <ac:spMkLst>
            <pc:docMk/>
            <pc:sldMk cId="874169872" sldId="571"/>
            <ac:spMk id="7170" creationId="{00000000-0000-0000-0000-000000000000}"/>
          </ac:spMkLst>
        </pc:spChg>
        <pc:picChg chg="del">
          <ac:chgData name="Miller, Jonathan M Lt Col USSF USAFA DF/DFAS" userId="d003cf6e-ed25-45fa-8706-5841241c5d7b" providerId="ADAL" clId="{874696E0-6906-4642-A3A4-A30E21914902}" dt="2024-09-23T05:50:06.648" v="1536" actId="478"/>
          <ac:picMkLst>
            <pc:docMk/>
            <pc:sldMk cId="874169872" sldId="571"/>
            <ac:picMk id="4" creationId="{40FBD08C-4605-CC68-6E2F-A9CFE712552B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5:51:04.817" v="1539" actId="962"/>
          <ac:picMkLst>
            <pc:docMk/>
            <pc:sldMk cId="874169872" sldId="571"/>
            <ac:picMk id="6" creationId="{74B9FBE6-F2CA-3C27-575B-39CA94EC1BCC}"/>
          </ac:picMkLst>
        </pc:picChg>
      </pc:sldChg>
      <pc:sldChg chg="delSp modSp add mod">
        <pc:chgData name="Miller, Jonathan M Lt Col USSF USAFA DF/DFAS" userId="d003cf6e-ed25-45fa-8706-5841241c5d7b" providerId="ADAL" clId="{874696E0-6906-4642-A3A4-A30E21914902}" dt="2024-09-23T05:53:16.782" v="1617" actId="20577"/>
        <pc:sldMkLst>
          <pc:docMk/>
          <pc:sldMk cId="1232521678" sldId="572"/>
        </pc:sldMkLst>
        <pc:spChg chg="mod">
          <ac:chgData name="Miller, Jonathan M Lt Col USSF USAFA DF/DFAS" userId="d003cf6e-ed25-45fa-8706-5841241c5d7b" providerId="ADAL" clId="{874696E0-6906-4642-A3A4-A30E21914902}" dt="2024-09-23T05:53:16.782" v="1617" actId="20577"/>
          <ac:spMkLst>
            <pc:docMk/>
            <pc:sldMk cId="1232521678" sldId="572"/>
            <ac:spMk id="5" creationId="{45FE3DE1-73EC-C939-95CB-4147BD8AA7DC}"/>
          </ac:spMkLst>
        </pc:spChg>
        <pc:spChg chg="mod">
          <ac:chgData name="Miller, Jonathan M Lt Col USSF USAFA DF/DFAS" userId="d003cf6e-ed25-45fa-8706-5841241c5d7b" providerId="ADAL" clId="{874696E0-6906-4642-A3A4-A30E21914902}" dt="2024-09-23T05:52:13.047" v="1565" actId="20577"/>
          <ac:spMkLst>
            <pc:docMk/>
            <pc:sldMk cId="1232521678" sldId="572"/>
            <ac:spMk id="7170" creationId="{00000000-0000-0000-0000-000000000000}"/>
          </ac:spMkLst>
        </pc:spChg>
        <pc:picChg chg="del">
          <ac:chgData name="Miller, Jonathan M Lt Col USSF USAFA DF/DFAS" userId="d003cf6e-ed25-45fa-8706-5841241c5d7b" providerId="ADAL" clId="{874696E0-6906-4642-A3A4-A30E21914902}" dt="2024-09-23T05:52:26.618" v="1566" actId="478"/>
          <ac:picMkLst>
            <pc:docMk/>
            <pc:sldMk cId="1232521678" sldId="572"/>
            <ac:picMk id="4" creationId="{40FBD08C-4605-CC68-6E2F-A9CFE712552B}"/>
          </ac:picMkLst>
        </pc:picChg>
      </pc:sldChg>
      <pc:sldChg chg="addSp delSp modSp new mod">
        <pc:chgData name="Miller, Jonathan M Lt Col USSF USAFA DF/DFAS" userId="d003cf6e-ed25-45fa-8706-5841241c5d7b" providerId="ADAL" clId="{874696E0-6906-4642-A3A4-A30E21914902}" dt="2024-09-23T15:22:13.354" v="1767" actId="478"/>
        <pc:sldMkLst>
          <pc:docMk/>
          <pc:sldMk cId="981646670" sldId="573"/>
        </pc:sldMkLst>
        <pc:spChg chg="mod">
          <ac:chgData name="Miller, Jonathan M Lt Col USSF USAFA DF/DFAS" userId="d003cf6e-ed25-45fa-8706-5841241c5d7b" providerId="ADAL" clId="{874696E0-6906-4642-A3A4-A30E21914902}" dt="2024-09-23T05:54:26.112" v="1629" actId="20577"/>
          <ac:spMkLst>
            <pc:docMk/>
            <pc:sldMk cId="981646670" sldId="573"/>
            <ac:spMk id="2" creationId="{75D2A15E-FC8C-D575-663D-9709D5F25740}"/>
          </ac:spMkLst>
        </pc:spChg>
        <pc:spChg chg="del">
          <ac:chgData name="Miller, Jonathan M Lt Col USSF USAFA DF/DFAS" userId="d003cf6e-ed25-45fa-8706-5841241c5d7b" providerId="ADAL" clId="{874696E0-6906-4642-A3A4-A30E21914902}" dt="2024-09-23T05:55:19.756" v="1630" actId="931"/>
          <ac:spMkLst>
            <pc:docMk/>
            <pc:sldMk cId="981646670" sldId="573"/>
            <ac:spMk id="3" creationId="{E8A2700B-77B1-6CE9-951E-A0BB2BCA435E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05:59:04.814" v="1644" actId="1076"/>
          <ac:picMkLst>
            <pc:docMk/>
            <pc:sldMk cId="981646670" sldId="573"/>
            <ac:picMk id="5" creationId="{C721E58D-93FC-305B-92D4-BB83D12F1D9C}"/>
          </ac:picMkLst>
        </pc:picChg>
        <pc:picChg chg="add del mod">
          <ac:chgData name="Miller, Jonathan M Lt Col USSF USAFA DF/DFAS" userId="d003cf6e-ed25-45fa-8706-5841241c5d7b" providerId="ADAL" clId="{874696E0-6906-4642-A3A4-A30E21914902}" dt="2024-09-23T15:22:13.354" v="1767" actId="478"/>
          <ac:picMkLst>
            <pc:docMk/>
            <pc:sldMk cId="981646670" sldId="573"/>
            <ac:picMk id="7" creationId="{63705B42-A872-4976-9D2B-5E083C9C5182}"/>
          </ac:picMkLst>
        </pc:picChg>
      </pc:sldChg>
      <pc:sldChg chg="addSp delSp modSp new mod">
        <pc:chgData name="Miller, Jonathan M Lt Col USSF USAFA DF/DFAS" userId="d003cf6e-ed25-45fa-8706-5841241c5d7b" providerId="ADAL" clId="{874696E0-6906-4642-A3A4-A30E21914902}" dt="2024-09-23T15:30:08.409" v="1768" actId="478"/>
        <pc:sldMkLst>
          <pc:docMk/>
          <pc:sldMk cId="1719541765" sldId="574"/>
        </pc:sldMkLst>
        <pc:picChg chg="add del mod">
          <ac:chgData name="Miller, Jonathan M Lt Col USSF USAFA DF/DFAS" userId="d003cf6e-ed25-45fa-8706-5841241c5d7b" providerId="ADAL" clId="{874696E0-6906-4642-A3A4-A30E21914902}" dt="2024-09-23T15:30:08.409" v="1768" actId="478"/>
          <ac:picMkLst>
            <pc:docMk/>
            <pc:sldMk cId="1719541765" sldId="574"/>
            <ac:picMk id="4" creationId="{68FFE806-4BF0-F3A0-2BD5-9DFAF594C5DB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5:56:56.136" v="1639" actId="1076"/>
          <ac:picMkLst>
            <pc:docMk/>
            <pc:sldMk cId="1719541765" sldId="574"/>
            <ac:picMk id="5122" creationId="{FB33DB9B-EB15-E555-FB3B-6C728B715787}"/>
          </ac:picMkLst>
        </pc:picChg>
      </pc:sldChg>
      <pc:sldChg chg="addSp modSp new">
        <pc:chgData name="Miller, Jonathan M Lt Col USSF USAFA DF/DFAS" userId="d003cf6e-ed25-45fa-8706-5841241c5d7b" providerId="ADAL" clId="{874696E0-6906-4642-A3A4-A30E21914902}" dt="2024-09-23T06:00:06.547" v="1649" actId="1076"/>
        <pc:sldMkLst>
          <pc:docMk/>
          <pc:sldMk cId="3797826255" sldId="575"/>
        </pc:sldMkLst>
        <pc:picChg chg="add mod">
          <ac:chgData name="Miller, Jonathan M Lt Col USSF USAFA DF/DFAS" userId="d003cf6e-ed25-45fa-8706-5841241c5d7b" providerId="ADAL" clId="{874696E0-6906-4642-A3A4-A30E21914902}" dt="2024-09-23T06:00:06.547" v="1649" actId="1076"/>
          <ac:picMkLst>
            <pc:docMk/>
            <pc:sldMk cId="3797826255" sldId="575"/>
            <ac:picMk id="6146" creationId="{3A5809C6-C882-36CE-9F9E-329921625D9A}"/>
          </ac:picMkLst>
        </pc:picChg>
      </pc:sldChg>
      <pc:sldChg chg="addSp modSp new ord">
        <pc:chgData name="Miller, Jonathan M Lt Col USSF USAFA DF/DFAS" userId="d003cf6e-ed25-45fa-8706-5841241c5d7b" providerId="ADAL" clId="{874696E0-6906-4642-A3A4-A30E21914902}" dt="2024-09-23T06:06:16.380" v="1667"/>
        <pc:sldMkLst>
          <pc:docMk/>
          <pc:sldMk cId="3845922361" sldId="576"/>
        </pc:sldMkLst>
        <pc:picChg chg="add mod">
          <ac:chgData name="Miller, Jonathan M Lt Col USSF USAFA DF/DFAS" userId="d003cf6e-ed25-45fa-8706-5841241c5d7b" providerId="ADAL" clId="{874696E0-6906-4642-A3A4-A30E21914902}" dt="2024-09-23T06:00:43.573" v="1653" actId="14100"/>
          <ac:picMkLst>
            <pc:docMk/>
            <pc:sldMk cId="3845922361" sldId="576"/>
            <ac:picMk id="7170" creationId="{6471B0C6-76C1-8ECE-DD9A-6749798D1723}"/>
          </ac:picMkLst>
        </pc:picChg>
      </pc:sldChg>
      <pc:sldChg chg="addSp delSp modSp new mod">
        <pc:chgData name="Miller, Jonathan M Lt Col USSF USAFA DF/DFAS" userId="d003cf6e-ed25-45fa-8706-5841241c5d7b" providerId="ADAL" clId="{874696E0-6906-4642-A3A4-A30E21914902}" dt="2024-09-23T06:04:03.794" v="1662" actId="1076"/>
        <pc:sldMkLst>
          <pc:docMk/>
          <pc:sldMk cId="3834491437" sldId="577"/>
        </pc:sldMkLst>
        <pc:spChg chg="del">
          <ac:chgData name="Miller, Jonathan M Lt Col USSF USAFA DF/DFAS" userId="d003cf6e-ed25-45fa-8706-5841241c5d7b" providerId="ADAL" clId="{874696E0-6906-4642-A3A4-A30E21914902}" dt="2024-09-23T06:03:12.236" v="1655" actId="931"/>
          <ac:spMkLst>
            <pc:docMk/>
            <pc:sldMk cId="3834491437" sldId="577"/>
            <ac:spMk id="3" creationId="{DFD34910-4445-F20D-A4C4-75DC6A0342B5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06:03:15.449" v="1658" actId="1076"/>
          <ac:picMkLst>
            <pc:docMk/>
            <pc:sldMk cId="3834491437" sldId="577"/>
            <ac:picMk id="5" creationId="{E6B0995A-4CDE-32DE-077D-84DF32508C46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06:04:03.794" v="1662" actId="1076"/>
          <ac:picMkLst>
            <pc:docMk/>
            <pc:sldMk cId="3834491437" sldId="577"/>
            <ac:picMk id="7" creationId="{6F12E95C-98E2-09A5-FA26-413FB26D92B2}"/>
          </ac:picMkLst>
        </pc:picChg>
      </pc:sldChg>
      <pc:sldChg chg="addSp delSp modSp new">
        <pc:chgData name="Miller, Jonathan M Lt Col USSF USAFA DF/DFAS" userId="d003cf6e-ed25-45fa-8706-5841241c5d7b" providerId="ADAL" clId="{874696E0-6906-4642-A3A4-A30E21914902}" dt="2024-09-23T15:17:30.210" v="1714" actId="1076"/>
        <pc:sldMkLst>
          <pc:docMk/>
          <pc:sldMk cId="1050975481" sldId="578"/>
        </pc:sldMkLst>
        <pc:spChg chg="del">
          <ac:chgData name="Miller, Jonathan M Lt Col USSF USAFA DF/DFAS" userId="d003cf6e-ed25-45fa-8706-5841241c5d7b" providerId="ADAL" clId="{874696E0-6906-4642-A3A4-A30E21914902}" dt="2024-09-23T15:17:24.210" v="1711"/>
          <ac:spMkLst>
            <pc:docMk/>
            <pc:sldMk cId="1050975481" sldId="578"/>
            <ac:spMk id="3" creationId="{11F038BF-203D-4381-9EA7-8E9D6226C94F}"/>
          </ac:spMkLst>
        </pc:spChg>
        <pc:picChg chg="add mod">
          <ac:chgData name="Miller, Jonathan M Lt Col USSF USAFA DF/DFAS" userId="d003cf6e-ed25-45fa-8706-5841241c5d7b" providerId="ADAL" clId="{874696E0-6906-4642-A3A4-A30E21914902}" dt="2024-09-23T15:17:30.210" v="1714" actId="1076"/>
          <ac:picMkLst>
            <pc:docMk/>
            <pc:sldMk cId="1050975481" sldId="578"/>
            <ac:picMk id="4" creationId="{6CD0539F-8A56-DB05-DD4D-79D151EC9394}"/>
          </ac:picMkLst>
        </pc:picChg>
        <pc:picChg chg="add mod">
          <ac:chgData name="Miller, Jonathan M Lt Col USSF USAFA DF/DFAS" userId="d003cf6e-ed25-45fa-8706-5841241c5d7b" providerId="ADAL" clId="{874696E0-6906-4642-A3A4-A30E21914902}" dt="2024-09-23T15:15:44.621" v="1710" actId="1076"/>
          <ac:picMkLst>
            <pc:docMk/>
            <pc:sldMk cId="1050975481" sldId="578"/>
            <ac:picMk id="2050" creationId="{F50AA484-480E-923C-5986-E98019E667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C700060-645B-4174-BA0F-37A3BDAD98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40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Quickbird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700060-645B-4174-BA0F-37A3BDAD98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1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6723A-0476-4EF8-9DCD-4C4870C6C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2717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E9795-CA3F-4932-BCD5-B0BDAFFBEC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8918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BA001-C630-4E86-8DAB-F029543B5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235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6B337-300E-41B8-8D4F-AAD006F4B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4871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95564-CA9B-4E0E-8AA3-CE5E9478AC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621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B0F5A-3FDD-4E5F-B012-48A3A88A1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4736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EF955-1E5A-4B74-9782-1F03635D7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6944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C8368-DD99-4391-BE9E-1104AA421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1231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965EA-071C-4ED0-A07B-58D5A66A20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6240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B988B-8B21-49DF-A3F4-518E931587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6366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8CF63-3872-48B8-88AD-153B9DFE8A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6765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55C52-30B6-44D0-AFB4-428D8DD8F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9671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59A95E39-8EA8-464B-9311-D4C0540CCB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344750" y="384720"/>
            <a:ext cx="7961050" cy="1390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0" kern="0" dirty="0"/>
              <a:t>On Board Computing</a:t>
            </a:r>
          </a:p>
        </p:txBody>
      </p:sp>
      <p:sp>
        <p:nvSpPr>
          <p:cNvPr id="5" name="Subtitle 1"/>
          <p:cNvSpPr txBox="1">
            <a:spLocks/>
          </p:cNvSpPr>
          <p:nvPr/>
        </p:nvSpPr>
        <p:spPr>
          <a:xfrm>
            <a:off x="1292441" y="1466882"/>
            <a:ext cx="6556159" cy="165731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dirty="0"/>
              <a:t>		Lt Col Miller</a:t>
            </a:r>
          </a:p>
        </p:txBody>
      </p:sp>
      <p:pic>
        <p:nvPicPr>
          <p:cNvPr id="3" name="Content Placeholder 4" descr="A person looking through binoculars&#10;&#10;Description automatically generated">
            <a:extLst>
              <a:ext uri="{FF2B5EF4-FFF2-40B4-BE49-F238E27FC236}">
                <a16:creationId xmlns:a16="http://schemas.microsoft.com/office/drawing/2014/main" id="{CD8ACE83-55C5-818C-9C8E-6CF9EBF5C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124387"/>
            <a:ext cx="5292485" cy="43815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5E3AE8D-3A95-704C-27A4-F194C4F847FA}"/>
              </a:ext>
            </a:extLst>
          </p:cNvPr>
          <p:cNvSpPr/>
          <p:nvPr/>
        </p:nvSpPr>
        <p:spPr>
          <a:xfrm>
            <a:off x="2971800" y="3484648"/>
            <a:ext cx="914400" cy="721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03B0D8-181A-79A9-90A5-4A9ACAF88CF6}"/>
              </a:ext>
            </a:extLst>
          </p:cNvPr>
          <p:cNvSpPr/>
          <p:nvPr/>
        </p:nvSpPr>
        <p:spPr>
          <a:xfrm>
            <a:off x="4942115" y="3656039"/>
            <a:ext cx="914400" cy="6330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C68D7A-908E-0600-3404-DF776DB762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" t="12736" r="59641" b="8727"/>
          <a:stretch/>
        </p:blipFill>
        <p:spPr bwMode="auto">
          <a:xfrm>
            <a:off x="3200400" y="3657600"/>
            <a:ext cx="444367" cy="4515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99B752-B439-1571-6949-A9D6177E99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" t="12736" r="59641" b="8727"/>
          <a:stretch/>
        </p:blipFill>
        <p:spPr bwMode="auto">
          <a:xfrm>
            <a:off x="5181600" y="3733800"/>
            <a:ext cx="465062" cy="4725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9920913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Commanding</a:t>
            </a:r>
            <a:endParaRPr lang="en-US" alt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9409-24EE-C51F-43B8-A3A39481E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3"/>
          </a:xfrm>
        </p:spPr>
        <p:txBody>
          <a:bodyPr/>
          <a:lstStyle/>
          <a:p>
            <a:r>
              <a:rPr lang="en-US" dirty="0"/>
              <a:t>Telemetry</a:t>
            </a:r>
          </a:p>
          <a:p>
            <a:r>
              <a:rPr lang="en-US" dirty="0"/>
              <a:t>C&amp;DHS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7070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TT&amp;C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r>
              <a:rPr lang="en-US" dirty="0"/>
              <a:t>Telemetry - </a:t>
            </a:r>
            <a:r>
              <a:rPr lang="en-US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in situ collection of measurements or other data at remote points and their automatic transmission to receiving equipment for monitoring.</a:t>
            </a:r>
          </a:p>
          <a:p>
            <a:pPr lvl="1"/>
            <a:r>
              <a:rPr lang="en-US" dirty="0">
                <a:latin typeface="-apple-system"/>
              </a:rPr>
              <a:t>Telecommand</a:t>
            </a:r>
          </a:p>
          <a:p>
            <a:pPr lvl="1"/>
            <a:r>
              <a:rPr lang="en-US" dirty="0">
                <a:latin typeface="-apple-system"/>
              </a:rPr>
              <a:t>Tracking</a:t>
            </a:r>
          </a:p>
          <a:p>
            <a:pPr lvl="1"/>
            <a:r>
              <a:rPr lang="en-US" dirty="0">
                <a:latin typeface="-apple-system"/>
              </a:rPr>
              <a:t>Status of Health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4156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CD&amp;H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r>
              <a:rPr lang="en-US" dirty="0"/>
              <a:t>Command Data and Handling</a:t>
            </a:r>
          </a:p>
          <a:p>
            <a:pPr lvl="1"/>
            <a:r>
              <a:rPr lang="en-US" dirty="0"/>
              <a:t>Telecommand</a:t>
            </a:r>
          </a:p>
          <a:p>
            <a:pPr lvl="1"/>
            <a:r>
              <a:rPr lang="en-US" dirty="0"/>
              <a:t>Data handling</a:t>
            </a:r>
          </a:p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On board Computer</a:t>
            </a:r>
          </a:p>
          <a:p>
            <a:pPr lvl="1"/>
            <a:r>
              <a:rPr lang="en-US" dirty="0"/>
              <a:t>Radio</a:t>
            </a:r>
          </a:p>
          <a:p>
            <a:pPr lvl="1"/>
            <a:r>
              <a:rPr lang="en-US" dirty="0"/>
              <a:t>Ground Station Equipment</a:t>
            </a:r>
          </a:p>
          <a:p>
            <a:pPr lvl="2"/>
            <a:r>
              <a:rPr lang="en-US" dirty="0"/>
              <a:t>Wire Harnesses</a:t>
            </a:r>
          </a:p>
          <a:p>
            <a:pPr lvl="2"/>
            <a:r>
              <a:rPr lang="en-US" dirty="0"/>
              <a:t>Protocols</a:t>
            </a:r>
          </a:p>
          <a:p>
            <a:pPr lvl="2"/>
            <a:r>
              <a:rPr lang="en-US" dirty="0"/>
              <a:t>Modulation</a:t>
            </a:r>
          </a:p>
          <a:p>
            <a:pPr lvl="2"/>
            <a:r>
              <a:rPr lang="en-US" dirty="0"/>
              <a:t>Data Frames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35317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 Path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76" y="1169698"/>
            <a:ext cx="8083555" cy="2809208"/>
          </a:xfrm>
        </p:spPr>
        <p:txBody>
          <a:bodyPr/>
          <a:lstStyle/>
          <a:p>
            <a:r>
              <a:rPr lang="en-US" dirty="0"/>
              <a:t>S/C to ground</a:t>
            </a:r>
          </a:p>
          <a:p>
            <a:pPr lvl="1"/>
            <a:r>
              <a:rPr lang="en-US" dirty="0"/>
              <a:t>ADC</a:t>
            </a:r>
          </a:p>
          <a:p>
            <a:pPr lvl="1"/>
            <a:r>
              <a:rPr lang="en-US" dirty="0"/>
              <a:t>Multiplexing – combining multiple signals</a:t>
            </a:r>
          </a:p>
          <a:p>
            <a:pPr lvl="1"/>
            <a:r>
              <a:rPr lang="en-US" dirty="0"/>
              <a:t>Modulation – putting info onto EM wave</a:t>
            </a:r>
          </a:p>
          <a:p>
            <a:pPr lvl="1"/>
            <a:r>
              <a:rPr lang="en-US" dirty="0"/>
              <a:t>Amplification</a:t>
            </a:r>
          </a:p>
          <a:p>
            <a:r>
              <a:rPr lang="en-US" dirty="0"/>
              <a:t>Ground to S/C</a:t>
            </a:r>
          </a:p>
          <a:p>
            <a:pPr lvl="1"/>
            <a:r>
              <a:rPr lang="en-US" dirty="0"/>
              <a:t>Amplification</a:t>
            </a:r>
          </a:p>
          <a:p>
            <a:pPr lvl="1"/>
            <a:r>
              <a:rPr lang="en-US" dirty="0"/>
              <a:t>Demodulation</a:t>
            </a:r>
          </a:p>
          <a:p>
            <a:pPr lvl="1"/>
            <a:r>
              <a:rPr lang="en-US" dirty="0"/>
              <a:t>Demultiplexing</a:t>
            </a:r>
          </a:p>
          <a:p>
            <a:pPr lvl="1"/>
            <a:r>
              <a:rPr lang="en-US" dirty="0"/>
              <a:t>DAC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8" name="Picture 4" descr="TDRSS SUCCESSES – Northrop Grumman">
            <a:extLst>
              <a:ext uri="{FF2B5EF4-FFF2-40B4-BE49-F238E27FC236}">
                <a16:creationId xmlns:a16="http://schemas.microsoft.com/office/drawing/2014/main" id="{0BCCE5E9-E637-610A-2302-32448259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720" y="3505200"/>
            <a:ext cx="2745214" cy="194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.S. Air Force keeping an eye on DMSP-17's sea ice sensor - SpaceNews">
            <a:extLst>
              <a:ext uri="{FF2B5EF4-FFF2-40B4-BE49-F238E27FC236}">
                <a16:creationId xmlns:a16="http://schemas.microsoft.com/office/drawing/2014/main" id="{600E6370-A91F-2A13-6C37-EA12212BD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822633"/>
            <a:ext cx="2667108" cy="147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KING Phoenix  Dish LNB and Universal Mount KIT">
            <a:extLst>
              <a:ext uri="{FF2B5EF4-FFF2-40B4-BE49-F238E27FC236}">
                <a16:creationId xmlns:a16="http://schemas.microsoft.com/office/drawing/2014/main" id="{90286C9D-8EBB-830A-82D8-20EF635FB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790351"/>
            <a:ext cx="2026668" cy="202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8743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C29D-344F-0E98-DD9F-CF2F87E3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7BD9-1882-9F5E-21BC-4061B892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CE9E64-E534-696E-3ED1-1044E147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0"/>
            <a:ext cx="8689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37127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 331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r>
              <a:rPr lang="en-US" dirty="0"/>
              <a:t>Computer</a:t>
            </a:r>
          </a:p>
          <a:p>
            <a:pPr lvl="1"/>
            <a:r>
              <a:rPr lang="en-US" dirty="0"/>
              <a:t>On board computing</a:t>
            </a:r>
          </a:p>
          <a:p>
            <a:pPr lvl="1"/>
            <a:r>
              <a:rPr lang="en-US" dirty="0"/>
              <a:t>Faults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Radio – Comm lesson from before</a:t>
            </a:r>
          </a:p>
          <a:p>
            <a:endParaRPr lang="en-US" dirty="0"/>
          </a:p>
          <a:p>
            <a:r>
              <a:rPr lang="en-US" dirty="0"/>
              <a:t>Both COTS materials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6690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066800"/>
            <a:ext cx="672434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62687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90600"/>
            <a:ext cx="3352800" cy="48489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924" y="1433892"/>
            <a:ext cx="511277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7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On Board Computer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r>
              <a:rPr lang="en-US" dirty="0"/>
              <a:t>Flight Computer</a:t>
            </a:r>
          </a:p>
          <a:p>
            <a:pPr lvl="1"/>
            <a:r>
              <a:rPr lang="en-US" dirty="0" err="1"/>
              <a:t>FlatSat</a:t>
            </a:r>
            <a:r>
              <a:rPr lang="en-US" dirty="0"/>
              <a:t> – Arduino</a:t>
            </a:r>
          </a:p>
          <a:p>
            <a:pPr lvl="1"/>
            <a:r>
              <a:rPr lang="en-US" dirty="0"/>
              <a:t>Apollo – Bespoke 15 (16 bit computer)</a:t>
            </a:r>
          </a:p>
          <a:p>
            <a:pPr lvl="1"/>
            <a:r>
              <a:rPr lang="en-US" dirty="0"/>
              <a:t>DMSP – 32 K of memory</a:t>
            </a:r>
          </a:p>
          <a:p>
            <a:pPr lvl="1"/>
            <a:r>
              <a:rPr lang="en-US" dirty="0"/>
              <a:t>Space Shuttle – Intel 8086 (1MB of memory)</a:t>
            </a:r>
          </a:p>
          <a:p>
            <a:pPr lvl="1"/>
            <a:r>
              <a:rPr lang="en-US" dirty="0"/>
              <a:t>ISS – Intel i386 (state of the art for 1985)</a:t>
            </a:r>
          </a:p>
          <a:p>
            <a:pPr lvl="1"/>
            <a:r>
              <a:rPr lang="en-US" dirty="0"/>
              <a:t>Dragon – Linux based dual core x86 (2012)</a:t>
            </a:r>
          </a:p>
          <a:p>
            <a:pPr lvl="2"/>
            <a:r>
              <a:rPr lang="en-US" dirty="0"/>
              <a:t>C++, Python, HTML </a:t>
            </a:r>
          </a:p>
        </p:txBody>
      </p:sp>
    </p:spTree>
    <p:extLst>
      <p:ext uri="{BB962C8B-B14F-4D97-AF65-F5344CB8AC3E}">
        <p14:creationId xmlns:p14="http://schemas.microsoft.com/office/powerpoint/2010/main" val="111258060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i="1" dirty="0"/>
              <a:t>What could go wrong?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software bugs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electrical design flaws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radiation effects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pre-launch corrosion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thermal-electrical 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thermal-mechanical 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mechanical stress during launch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manufacturing and assembly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1328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Radiation Effects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/>
            <a:r>
              <a:rPr lang="en-US" b="1" i="0" dirty="0">
                <a:effectLst/>
                <a:latin typeface="-apple-system"/>
              </a:rPr>
              <a:t>single event effects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single event transient (SET) spurious signal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single event upset (SEU) state change (memory, storage, etc.)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single event </a:t>
            </a:r>
            <a:r>
              <a:rPr lang="en-US" b="0" i="0" dirty="0" err="1">
                <a:effectLst/>
                <a:latin typeface="-apple-system"/>
              </a:rPr>
              <a:t>latchup</a:t>
            </a:r>
            <a:r>
              <a:rPr lang="en-US" b="0" i="0" dirty="0">
                <a:effectLst/>
                <a:latin typeface="-apple-system"/>
              </a:rPr>
              <a:t> (SEL) switch closes and stays closed until a power cycle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bad if it shorts power to ground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36047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Radiation Effects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/>
            <a:r>
              <a:rPr lang="en-US" b="1" i="0" dirty="0">
                <a:effectLst/>
                <a:latin typeface="-apple-system"/>
              </a:rPr>
              <a:t>total ionizing dose effects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cumulative radiation exposure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COTS tolerance: 1–10 </a:t>
            </a:r>
            <a:r>
              <a:rPr lang="en-US" b="0" i="0" dirty="0" err="1">
                <a:effectLst/>
                <a:latin typeface="-apple-system"/>
              </a:rPr>
              <a:t>krad</a:t>
            </a:r>
            <a:endParaRPr lang="en-US" b="0" i="0" dirty="0">
              <a:effectLst/>
              <a:latin typeface="-apple-system"/>
            </a:endParaRP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rad hard tolerance: 0.1–1 </a:t>
            </a:r>
            <a:r>
              <a:rPr lang="en-US" b="0" i="0" dirty="0" err="1">
                <a:effectLst/>
                <a:latin typeface="-apple-system"/>
              </a:rPr>
              <a:t>Mrad</a:t>
            </a:r>
            <a:endParaRPr lang="en-US" b="0" i="0" dirty="0"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4889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E47A-7A52-1B56-71AF-B3A3D997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aging antiquetiger: Buzz Aldrin is auctioning off the NASA jacket he ...">
            <a:extLst>
              <a:ext uri="{FF2B5EF4-FFF2-40B4-BE49-F238E27FC236}">
                <a16:creationId xmlns:a16="http://schemas.microsoft.com/office/drawing/2014/main" id="{F50AA484-480E-923C-5986-E98019E6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413090"/>
            <a:ext cx="5181600" cy="323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D0539F-8A56-DB05-DD4D-79D151EC9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208209"/>
            <a:ext cx="4586817" cy="344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7548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Faults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Fault</a:t>
            </a:r>
            <a:r>
              <a:rPr lang="en-US" b="0" i="0" dirty="0">
                <a:effectLst/>
                <a:latin typeface="-apple-system"/>
              </a:rPr>
              <a:t>: an unexpected response whereby the function is recoverable, either by fixing it, managing around it, or by redundancy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Fault tolerance</a:t>
            </a:r>
            <a:r>
              <a:rPr lang="en-US" b="0" i="0" dirty="0">
                <a:effectLst/>
                <a:latin typeface="-apple-system"/>
              </a:rPr>
              <a:t>: the number of faults that the system must tolerate to meet its specifications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Fault mitigation</a:t>
            </a:r>
            <a:r>
              <a:rPr lang="en-US" b="0" i="0" dirty="0">
                <a:effectLst/>
                <a:latin typeface="-apple-system"/>
              </a:rPr>
              <a:t>: the passive mitigation of faults through design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Examples: ARM/EXECUTE command pairs for hazardous commands, extra solar array strings</a:t>
            </a:r>
          </a:p>
        </p:txBody>
      </p:sp>
    </p:spTree>
    <p:extLst>
      <p:ext uri="{BB962C8B-B14F-4D97-AF65-F5344CB8AC3E}">
        <p14:creationId xmlns:p14="http://schemas.microsoft.com/office/powerpoint/2010/main" val="2027154565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Faults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Fault protection</a:t>
            </a:r>
            <a:r>
              <a:rPr lang="en-US" b="0" i="0" dirty="0">
                <a:effectLst/>
                <a:latin typeface="-apple-system"/>
              </a:rPr>
              <a:t>: the implementation of design intended to actively control the effects of a fault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Limited to detecting and responding to discrete defects which may arise in the operation of an otherwise healthy space vehicle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Intended to detect faults (or the effect of a fault) and intervene so that the fault does not permanently affect the safety of the space vehicle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7E395-D43C-29EF-B68E-5100F789AA6E}"/>
              </a:ext>
            </a:extLst>
          </p:cNvPr>
          <p:cNvSpPr txBox="1"/>
          <p:nvPr/>
        </p:nvSpPr>
        <p:spPr>
          <a:xfrm>
            <a:off x="3019388" y="6022871"/>
            <a:ext cx="3257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1111"/>
                </a:highlight>
              </a:rPr>
              <a:t>Safe Hold Mode</a:t>
            </a:r>
          </a:p>
        </p:txBody>
      </p:sp>
    </p:spTree>
    <p:extLst>
      <p:ext uri="{BB962C8B-B14F-4D97-AF65-F5344CB8AC3E}">
        <p14:creationId xmlns:p14="http://schemas.microsoft.com/office/powerpoint/2010/main" val="230008047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Faults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Fault management</a:t>
            </a:r>
            <a:r>
              <a:rPr lang="en-US" b="0" i="0" dirty="0">
                <a:effectLst/>
                <a:latin typeface="-apple-system"/>
              </a:rPr>
              <a:t>: an engineering discipline that addresses the occurrence of faults on the space vehicle and provides a means for reducing their effect through cooperative design of both the space vehicle and ground elements and operator actions; includes fault tolerance, fault mitigation and fault protection</a:t>
            </a:r>
          </a:p>
        </p:txBody>
      </p:sp>
    </p:spTree>
    <p:extLst>
      <p:ext uri="{BB962C8B-B14F-4D97-AF65-F5344CB8AC3E}">
        <p14:creationId xmlns:p14="http://schemas.microsoft.com/office/powerpoint/2010/main" val="403683552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1A2F-F1B8-1272-9E2A-B184FBEE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21AF38-B999-2F0C-A2D0-E348E41740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7200"/>
            <a:ext cx="6707986" cy="566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66174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9F79-F090-7EA9-2B2B-268EAB4B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134A-4CDD-ED6C-EC0B-A2A4383C2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ED188AA-AF3C-85B2-6ABE-A8A795977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3" y="857155"/>
            <a:ext cx="8663553" cy="532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06334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Non-Computer Failures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/>
            <a:r>
              <a:rPr lang="en-US" b="1" i="0" dirty="0">
                <a:effectLst/>
                <a:latin typeface="-apple-system"/>
              </a:rPr>
              <a:t>Part Screening – screen out part that are likely to fail in service</a:t>
            </a:r>
            <a:endParaRPr lang="en-US" b="0" i="0" dirty="0">
              <a:effectLst/>
              <a:latin typeface="-apple-system"/>
            </a:endParaRPr>
          </a:p>
        </p:txBody>
      </p:sp>
      <p:pic>
        <p:nvPicPr>
          <p:cNvPr id="3" name="Picture 2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AF0C67BC-4C54-B370-4F14-FEE73EA63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815630"/>
            <a:ext cx="4445228" cy="37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52643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Non-Computer Failures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/>
            <a:r>
              <a:rPr lang="en-US" b="1" i="0" dirty="0">
                <a:effectLst/>
                <a:latin typeface="-apple-system"/>
              </a:rPr>
              <a:t>Process Control– screening the process of manufacturing the part</a:t>
            </a:r>
            <a:endParaRPr lang="en-US" b="0" i="0" dirty="0">
              <a:effectLst/>
              <a:latin typeface="-apple-system"/>
            </a:endParaRPr>
          </a:p>
        </p:txBody>
      </p:sp>
      <p:pic>
        <p:nvPicPr>
          <p:cNvPr id="4" name="Picture 3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40FBD08C-4605-CC68-6E2F-A9CFE7125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743200"/>
            <a:ext cx="4254719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88382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Reliability over Time</a:t>
            </a:r>
            <a:endParaRPr lang="en-US" altLang="en-US" sz="3200" i="1" dirty="0"/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4B9FBE6-F2CA-3C27-575B-39CA94EC1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2" y="1707245"/>
            <a:ext cx="7512436" cy="4311872"/>
          </a:xfrm>
        </p:spPr>
      </p:pic>
    </p:spTree>
    <p:extLst>
      <p:ext uri="{BB962C8B-B14F-4D97-AF65-F5344CB8AC3E}">
        <p14:creationId xmlns:p14="http://schemas.microsoft.com/office/powerpoint/2010/main" val="87416987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deal with Failures</a:t>
            </a:r>
            <a:endParaRPr lang="en-US" altLang="en-US" sz="32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FE3DE1-73EC-C939-95CB-4147BD8A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2"/>
          </a:xfrm>
        </p:spPr>
        <p:txBody>
          <a:bodyPr/>
          <a:lstStyle/>
          <a:p>
            <a:pPr algn="l"/>
            <a:r>
              <a:rPr lang="en-US" b="1" i="0" dirty="0">
                <a:effectLst/>
                <a:latin typeface="-apple-system"/>
              </a:rPr>
              <a:t>Testing to prevent</a:t>
            </a:r>
          </a:p>
          <a:p>
            <a:pPr algn="l"/>
            <a:r>
              <a:rPr lang="en-US" b="1" dirty="0">
                <a:latin typeface="-apple-system"/>
              </a:rPr>
              <a:t>Redundancy</a:t>
            </a:r>
          </a:p>
          <a:p>
            <a:pPr algn="l"/>
            <a:r>
              <a:rPr lang="en-US" b="1" i="0" dirty="0">
                <a:effectLst/>
                <a:latin typeface="-apple-system"/>
              </a:rPr>
              <a:t>Graceful Degradation</a:t>
            </a:r>
            <a:endParaRPr lang="en-US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3252167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2A15E-FC8C-D575-663D-9709D5F2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721E58D-93FC-305B-92D4-BB83D12F1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71" y="1192345"/>
            <a:ext cx="7875257" cy="4898782"/>
          </a:xfrm>
        </p:spPr>
      </p:pic>
    </p:spTree>
    <p:extLst>
      <p:ext uri="{BB962C8B-B14F-4D97-AF65-F5344CB8AC3E}">
        <p14:creationId xmlns:p14="http://schemas.microsoft.com/office/powerpoint/2010/main" val="98164667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2BAA-C161-B866-BE95-E11BADD3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45F4-53AC-CF84-6F38-A9A3D3F36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B33DB9B-EB15-E555-FB3B-6C728B715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1204"/>
            <a:ext cx="7527925" cy="641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541765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5088-45D3-C44A-8190-6635438C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647F-B8D5-05FE-4586-C0D388CD4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A5809C6-C882-36CE-9F9E-329921625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731837"/>
            <a:ext cx="8610600" cy="555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826255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CE18-736A-7E0C-D3EF-F94A6148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330A5-A16F-576E-E8C9-3514993F0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71B0C6-76C1-8ECE-DD9A-6749798D1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610600" cy="645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22361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A6C0-E8D3-B805-2807-F9C71FD0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E6B0995A-4CDE-32DE-077D-84DF32508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23" y="821350"/>
            <a:ext cx="7855354" cy="2330570"/>
          </a:xfrm>
        </p:spPr>
      </p:pic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6F12E95C-98E2-09A5-FA26-413FB26D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23" y="3962400"/>
            <a:ext cx="7925207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9143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lack">
  <a:themeElements>
    <a:clrScheme name="Blac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>
            <a:alpha val="89999"/>
          </a:srgb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>
            <a:alpha val="89999"/>
          </a:srgb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c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24CA0D-80B9-427C-A38F-2BF64D4668C2}"/>
</file>

<file path=customXml/itemProps2.xml><?xml version="1.0" encoding="utf-8"?>
<ds:datastoreItem xmlns:ds="http://schemas.openxmlformats.org/officeDocument/2006/customXml" ds:itemID="{0674A70E-3CC4-4E2B-9C30-E7EF1ED677BE}"/>
</file>

<file path=customXml/itemProps3.xml><?xml version="1.0" encoding="utf-8"?>
<ds:datastoreItem xmlns:ds="http://schemas.openxmlformats.org/officeDocument/2006/customXml" ds:itemID="{BFE179FD-9551-44B6-9A81-DB378585942B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8807</TotalTime>
  <Words>498</Words>
  <Application>Microsoft Office PowerPoint</Application>
  <PresentationFormat>On-screen Show (4:3)</PresentationFormat>
  <Paragraphs>95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-apple-system</vt:lpstr>
      <vt:lpstr>Arial</vt:lpstr>
      <vt:lpstr>Black</vt:lpstr>
      <vt:lpstr>PowerPoint Presentation</vt:lpstr>
      <vt:lpstr>Commanding</vt:lpstr>
      <vt:lpstr>TT&amp;C</vt:lpstr>
      <vt:lpstr>CD&amp;H</vt:lpstr>
      <vt:lpstr>Comm Path</vt:lpstr>
      <vt:lpstr>PowerPoint Presentation</vt:lpstr>
      <vt:lpstr>For 331</vt:lpstr>
      <vt:lpstr>PowerPoint Presentation</vt:lpstr>
      <vt:lpstr>PowerPoint Presentation</vt:lpstr>
      <vt:lpstr>On Board Computer</vt:lpstr>
      <vt:lpstr>What could go wrong?</vt:lpstr>
      <vt:lpstr>Radiation Effects</vt:lpstr>
      <vt:lpstr>Radiation Effects</vt:lpstr>
      <vt:lpstr>PowerPoint Presentation</vt:lpstr>
      <vt:lpstr>Faults</vt:lpstr>
      <vt:lpstr>Faults</vt:lpstr>
      <vt:lpstr>Faults</vt:lpstr>
      <vt:lpstr>PowerPoint Presentation</vt:lpstr>
      <vt:lpstr>PowerPoint Presentation</vt:lpstr>
      <vt:lpstr>Non-Computer Failures</vt:lpstr>
      <vt:lpstr>Non-Computer Failures</vt:lpstr>
      <vt:lpstr>Reliability over Time</vt:lpstr>
      <vt:lpstr>How to deal with Failures</vt:lpstr>
      <vt:lpstr>Reliability</vt:lpstr>
      <vt:lpstr>PowerPoint Presentation</vt:lpstr>
      <vt:lpstr>PowerPoint Presentation</vt:lpstr>
      <vt:lpstr>PowerPoint Presentation</vt:lpstr>
      <vt:lpstr>PowerPoint Presentation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Miller, Jonathan M Lt Col USSF USAFA DF/DFAS</cp:lastModifiedBy>
  <cp:revision>275</cp:revision>
  <dcterms:created xsi:type="dcterms:W3CDTF">2005-08-29T21:27:48Z</dcterms:created>
  <dcterms:modified xsi:type="dcterms:W3CDTF">2024-09-23T15:30:17Z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