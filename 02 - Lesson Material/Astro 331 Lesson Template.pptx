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Metadata/LabelInfo.xml" ContentType="application/vnd.ms-office.classificationlabels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6" Type="http://schemas.openxmlformats.org/officeDocument/2006/relationships/custom-properties" Target="docProps/custom.xml"/><Relationship Id="rId5" Type="http://schemas.microsoft.com/office/2020/02/relationships/classificationlabels" Target="docMetadata/LabelInfo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60" r:id="rId1"/>
  </p:sldMasterIdLst>
  <p:notesMasterIdLst>
    <p:notesMasterId r:id="rId12"/>
  </p:notesMasterIdLst>
  <p:sldIdLst>
    <p:sldId id="256" r:id="rId2"/>
    <p:sldId id="261" r:id="rId3"/>
    <p:sldId id="257" r:id="rId4"/>
    <p:sldId id="263" r:id="rId5"/>
    <p:sldId id="258" r:id="rId6"/>
    <p:sldId id="259" r:id="rId7"/>
    <p:sldId id="262" r:id="rId8"/>
    <p:sldId id="260" r:id="rId9"/>
    <p:sldId id="265" r:id="rId10"/>
    <p:sldId id="264" r:id="rId11"/>
  </p:sldIdLst>
  <p:sldSz cx="9144000" cy="6858000" type="letter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DAA6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7120FF0F-E59A-4409-8838-57DE0E427545}" v="27" dt="2025-08-05T22:32:58.317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66" d="100"/>
          <a:sy n="66" d="100"/>
        </p:scale>
        <p:origin x="1886" y="27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18" Type="http://schemas.microsoft.com/office/2015/10/relationships/revisionInfo" Target="revisionInfo.xml"/><Relationship Id="rId3" Type="http://schemas.openxmlformats.org/officeDocument/2006/relationships/slide" Target="slides/slide2.xml"/><Relationship Id="rId21" Type="http://schemas.openxmlformats.org/officeDocument/2006/relationships/customXml" Target="../customXml/item3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17" Type="http://schemas.microsoft.com/office/2016/11/relationships/changesInfo" Target="changesInfos/changesInfo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20" Type="http://schemas.openxmlformats.org/officeDocument/2006/relationships/customXml" Target="../customXml/item2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customXml" Target="../customXml/item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Harris, Wyatt J Lt Col USAF USAFA DF/DFAS" userId="768bfb95-c272-4014-8fa2-010c15306053" providerId="ADAL" clId="{B8FF8279-D3F5-4E60-9AA8-F3EE5FD65929}"/>
    <pc:docChg chg="undo custSel modSld modMainMaster modNotesMaster">
      <pc:chgData name="Harris, Wyatt J Lt Col USAF USAFA DF/DFAS" userId="768bfb95-c272-4014-8fa2-010c15306053" providerId="ADAL" clId="{B8FF8279-D3F5-4E60-9AA8-F3EE5FD65929}" dt="2025-08-01T16:54:14.420" v="689" actId="403"/>
      <pc:docMkLst>
        <pc:docMk/>
      </pc:docMkLst>
      <pc:sldChg chg="modSp mod">
        <pc:chgData name="Harris, Wyatt J Lt Col USAF USAFA DF/DFAS" userId="768bfb95-c272-4014-8fa2-010c15306053" providerId="ADAL" clId="{B8FF8279-D3F5-4E60-9AA8-F3EE5FD65929}" dt="2025-07-31T22:43:05.278" v="144" actId="113"/>
        <pc:sldMkLst>
          <pc:docMk/>
          <pc:sldMk cId="3188062351" sldId="256"/>
        </pc:sldMkLst>
        <pc:spChg chg="mod">
          <ac:chgData name="Harris, Wyatt J Lt Col USAF USAFA DF/DFAS" userId="768bfb95-c272-4014-8fa2-010c15306053" providerId="ADAL" clId="{B8FF8279-D3F5-4E60-9AA8-F3EE5FD65929}" dt="2025-07-31T22:43:02.241" v="143" actId="113"/>
          <ac:spMkLst>
            <pc:docMk/>
            <pc:sldMk cId="3188062351" sldId="256"/>
            <ac:spMk id="2" creationId="{1560E2C4-BC94-2EEF-55E0-A1575A57F58F}"/>
          </ac:spMkLst>
        </pc:spChg>
        <pc:spChg chg="mod">
          <ac:chgData name="Harris, Wyatt J Lt Col USAF USAFA DF/DFAS" userId="768bfb95-c272-4014-8fa2-010c15306053" providerId="ADAL" clId="{B8FF8279-D3F5-4E60-9AA8-F3EE5FD65929}" dt="2025-07-31T22:43:05.278" v="144" actId="113"/>
          <ac:spMkLst>
            <pc:docMk/>
            <pc:sldMk cId="3188062351" sldId="256"/>
            <ac:spMk id="3" creationId="{1D63E707-3906-1580-6A39-D3696F120305}"/>
          </ac:spMkLst>
        </pc:spChg>
      </pc:sldChg>
      <pc:sldChg chg="modSp mod">
        <pc:chgData name="Harris, Wyatt J Lt Col USAF USAFA DF/DFAS" userId="768bfb95-c272-4014-8fa2-010c15306053" providerId="ADAL" clId="{B8FF8279-D3F5-4E60-9AA8-F3EE5FD65929}" dt="2025-08-01T16:32:07.259" v="544" actId="1076"/>
        <pc:sldMkLst>
          <pc:docMk/>
          <pc:sldMk cId="1434979562" sldId="259"/>
        </pc:sldMkLst>
      </pc:sldChg>
      <pc:sldChg chg="modSp mod">
        <pc:chgData name="Harris, Wyatt J Lt Col USAF USAFA DF/DFAS" userId="768bfb95-c272-4014-8fa2-010c15306053" providerId="ADAL" clId="{B8FF8279-D3F5-4E60-9AA8-F3EE5FD65929}" dt="2025-08-01T16:32:13.873" v="552" actId="1035"/>
        <pc:sldMkLst>
          <pc:docMk/>
          <pc:sldMk cId="4048435689" sldId="260"/>
        </pc:sldMkLst>
      </pc:sldChg>
      <pc:sldChg chg="modSp mod">
        <pc:chgData name="Harris, Wyatt J Lt Col USAF USAFA DF/DFAS" userId="768bfb95-c272-4014-8fa2-010c15306053" providerId="ADAL" clId="{B8FF8279-D3F5-4E60-9AA8-F3EE5FD65929}" dt="2025-08-01T16:54:14.420" v="689" actId="403"/>
        <pc:sldMkLst>
          <pc:docMk/>
          <pc:sldMk cId="570581100" sldId="262"/>
        </pc:sldMkLst>
      </pc:sldChg>
      <pc:sldChg chg="modSp mod modNotes">
        <pc:chgData name="Harris, Wyatt J Lt Col USAF USAFA DF/DFAS" userId="768bfb95-c272-4014-8fa2-010c15306053" providerId="ADAL" clId="{B8FF8279-D3F5-4E60-9AA8-F3EE5FD65929}" dt="2025-08-01T16:34:07.125" v="627" actId="1076"/>
        <pc:sldMkLst>
          <pc:docMk/>
          <pc:sldMk cId="3710215438" sldId="263"/>
        </pc:sldMkLst>
      </pc:sldChg>
      <pc:sldChg chg="addSp delSp modSp mod">
        <pc:chgData name="Harris, Wyatt J Lt Col USAF USAFA DF/DFAS" userId="768bfb95-c272-4014-8fa2-010c15306053" providerId="ADAL" clId="{B8FF8279-D3F5-4E60-9AA8-F3EE5FD65929}" dt="2025-08-01T16:35:13.330" v="656" actId="404"/>
        <pc:sldMkLst>
          <pc:docMk/>
          <pc:sldMk cId="1094884155" sldId="265"/>
        </pc:sldMkLst>
      </pc:sldChg>
      <pc:sldChg chg="modSp mod">
        <pc:chgData name="Harris, Wyatt J Lt Col USAF USAFA DF/DFAS" userId="768bfb95-c272-4014-8fa2-010c15306053" providerId="ADAL" clId="{B8FF8279-D3F5-4E60-9AA8-F3EE5FD65929}" dt="2025-08-01T16:35:31.724" v="673" actId="20577"/>
        <pc:sldMkLst>
          <pc:docMk/>
          <pc:sldMk cId="3701618559" sldId="266"/>
        </pc:sldMkLst>
      </pc:sldChg>
      <pc:sldChg chg="modSp mod">
        <pc:chgData name="Harris, Wyatt J Lt Col USAF USAFA DF/DFAS" userId="768bfb95-c272-4014-8fa2-010c15306053" providerId="ADAL" clId="{B8FF8279-D3F5-4E60-9AA8-F3EE5FD65929}" dt="2025-08-01T16:33:04.232" v="598" actId="404"/>
        <pc:sldMkLst>
          <pc:docMk/>
          <pc:sldMk cId="4019064821" sldId="267"/>
        </pc:sldMkLst>
      </pc:sldChg>
      <pc:sldChg chg="modSp mod modNotes">
        <pc:chgData name="Harris, Wyatt J Lt Col USAF USAFA DF/DFAS" userId="768bfb95-c272-4014-8fa2-010c15306053" providerId="ADAL" clId="{B8FF8279-D3F5-4E60-9AA8-F3EE5FD65929}" dt="2025-08-01T16:32:32.732" v="577" actId="1036"/>
        <pc:sldMkLst>
          <pc:docMk/>
          <pc:sldMk cId="1423098466" sldId="268"/>
        </pc:sldMkLst>
      </pc:sldChg>
      <pc:sldChg chg="modSp mod">
        <pc:chgData name="Harris, Wyatt J Lt Col USAF USAFA DF/DFAS" userId="768bfb95-c272-4014-8fa2-010c15306053" providerId="ADAL" clId="{B8FF8279-D3F5-4E60-9AA8-F3EE5FD65929}" dt="2025-08-01T16:32:41.386" v="589" actId="1076"/>
        <pc:sldMkLst>
          <pc:docMk/>
          <pc:sldMk cId="3198728827" sldId="269"/>
        </pc:sldMkLst>
      </pc:sldChg>
      <pc:sldChg chg="modSp mod">
        <pc:chgData name="Harris, Wyatt J Lt Col USAF USAFA DF/DFAS" userId="768bfb95-c272-4014-8fa2-010c15306053" providerId="ADAL" clId="{B8FF8279-D3F5-4E60-9AA8-F3EE5FD65929}" dt="2025-08-01T16:35:27.757" v="666" actId="20577"/>
        <pc:sldMkLst>
          <pc:docMk/>
          <pc:sldMk cId="3835083646" sldId="271"/>
        </pc:sldMkLst>
      </pc:sldChg>
      <pc:sldChg chg="addSp modSp mod">
        <pc:chgData name="Harris, Wyatt J Lt Col USAF USAFA DF/DFAS" userId="768bfb95-c272-4014-8fa2-010c15306053" providerId="ADAL" clId="{B8FF8279-D3F5-4E60-9AA8-F3EE5FD65929}" dt="2025-08-01T16:33:22.275" v="602" actId="1076"/>
        <pc:sldMkLst>
          <pc:docMk/>
          <pc:sldMk cId="4248991531" sldId="272"/>
        </pc:sldMkLst>
      </pc:sldChg>
      <pc:sldChg chg="modSp mod modNotes">
        <pc:chgData name="Harris, Wyatt J Lt Col USAF USAFA DF/DFAS" userId="768bfb95-c272-4014-8fa2-010c15306053" providerId="ADAL" clId="{B8FF8279-D3F5-4E60-9AA8-F3EE5FD65929}" dt="2025-08-01T16:34:15.263" v="629" actId="1076"/>
        <pc:sldMkLst>
          <pc:docMk/>
          <pc:sldMk cId="84334701" sldId="273"/>
        </pc:sldMkLst>
      </pc:sldChg>
      <pc:sldMasterChg chg="modSp modSldLayout">
        <pc:chgData name="Harris, Wyatt J Lt Col USAF USAFA DF/DFAS" userId="768bfb95-c272-4014-8fa2-010c15306053" providerId="ADAL" clId="{B8FF8279-D3F5-4E60-9AA8-F3EE5FD65929}" dt="2025-07-31T22:36:19.288" v="42"/>
        <pc:sldMasterMkLst>
          <pc:docMk/>
          <pc:sldMasterMk cId="1949152982" sldId="2147483648"/>
        </pc:sldMasterMkLst>
        <pc:sldLayoutChg chg="modSp">
          <pc:chgData name="Harris, Wyatt J Lt Col USAF USAFA DF/DFAS" userId="768bfb95-c272-4014-8fa2-010c15306053" providerId="ADAL" clId="{B8FF8279-D3F5-4E60-9AA8-F3EE5FD65929}" dt="2025-07-31T22:36:19.288" v="42"/>
          <pc:sldLayoutMkLst>
            <pc:docMk/>
            <pc:sldMasterMk cId="1949152982" sldId="2147483648"/>
            <pc:sldLayoutMk cId="1409373098" sldId="2147483649"/>
          </pc:sldLayoutMkLst>
        </pc:sldLayoutChg>
        <pc:sldLayoutChg chg="modSp">
          <pc:chgData name="Harris, Wyatt J Lt Col USAF USAFA DF/DFAS" userId="768bfb95-c272-4014-8fa2-010c15306053" providerId="ADAL" clId="{B8FF8279-D3F5-4E60-9AA8-F3EE5FD65929}" dt="2025-07-31T22:36:19.288" v="42"/>
          <pc:sldLayoutMkLst>
            <pc:docMk/>
            <pc:sldMasterMk cId="1949152982" sldId="2147483648"/>
            <pc:sldLayoutMk cId="973642923" sldId="2147483650"/>
          </pc:sldLayoutMkLst>
        </pc:sldLayoutChg>
        <pc:sldLayoutChg chg="modSp">
          <pc:chgData name="Harris, Wyatt J Lt Col USAF USAFA DF/DFAS" userId="768bfb95-c272-4014-8fa2-010c15306053" providerId="ADAL" clId="{B8FF8279-D3F5-4E60-9AA8-F3EE5FD65929}" dt="2025-07-31T22:36:19.288" v="42"/>
          <pc:sldLayoutMkLst>
            <pc:docMk/>
            <pc:sldMasterMk cId="1949152982" sldId="2147483648"/>
            <pc:sldLayoutMk cId="3840818068" sldId="2147483651"/>
          </pc:sldLayoutMkLst>
        </pc:sldLayoutChg>
        <pc:sldLayoutChg chg="modSp">
          <pc:chgData name="Harris, Wyatt J Lt Col USAF USAFA DF/DFAS" userId="768bfb95-c272-4014-8fa2-010c15306053" providerId="ADAL" clId="{B8FF8279-D3F5-4E60-9AA8-F3EE5FD65929}" dt="2025-07-31T22:36:19.288" v="42"/>
          <pc:sldLayoutMkLst>
            <pc:docMk/>
            <pc:sldMasterMk cId="1949152982" sldId="2147483648"/>
            <pc:sldLayoutMk cId="3062430415" sldId="2147483652"/>
          </pc:sldLayoutMkLst>
        </pc:sldLayoutChg>
        <pc:sldLayoutChg chg="modSp">
          <pc:chgData name="Harris, Wyatt J Lt Col USAF USAFA DF/DFAS" userId="768bfb95-c272-4014-8fa2-010c15306053" providerId="ADAL" clId="{B8FF8279-D3F5-4E60-9AA8-F3EE5FD65929}" dt="2025-07-31T22:36:19.288" v="42"/>
          <pc:sldLayoutMkLst>
            <pc:docMk/>
            <pc:sldMasterMk cId="1949152982" sldId="2147483648"/>
            <pc:sldLayoutMk cId="1510780076" sldId="2147483653"/>
          </pc:sldLayoutMkLst>
        </pc:sldLayoutChg>
        <pc:sldLayoutChg chg="modSp">
          <pc:chgData name="Harris, Wyatt J Lt Col USAF USAFA DF/DFAS" userId="768bfb95-c272-4014-8fa2-010c15306053" providerId="ADAL" clId="{B8FF8279-D3F5-4E60-9AA8-F3EE5FD65929}" dt="2025-07-31T22:36:19.288" v="42"/>
          <pc:sldLayoutMkLst>
            <pc:docMk/>
            <pc:sldMasterMk cId="1949152982" sldId="2147483648"/>
            <pc:sldLayoutMk cId="1105182688" sldId="2147483656"/>
          </pc:sldLayoutMkLst>
        </pc:sldLayoutChg>
        <pc:sldLayoutChg chg="modSp">
          <pc:chgData name="Harris, Wyatt J Lt Col USAF USAFA DF/DFAS" userId="768bfb95-c272-4014-8fa2-010c15306053" providerId="ADAL" clId="{B8FF8279-D3F5-4E60-9AA8-F3EE5FD65929}" dt="2025-07-31T22:36:19.288" v="42"/>
          <pc:sldLayoutMkLst>
            <pc:docMk/>
            <pc:sldMasterMk cId="1949152982" sldId="2147483648"/>
            <pc:sldLayoutMk cId="1333698843" sldId="2147483657"/>
          </pc:sldLayoutMkLst>
        </pc:sldLayoutChg>
        <pc:sldLayoutChg chg="modSp">
          <pc:chgData name="Harris, Wyatt J Lt Col USAF USAFA DF/DFAS" userId="768bfb95-c272-4014-8fa2-010c15306053" providerId="ADAL" clId="{B8FF8279-D3F5-4E60-9AA8-F3EE5FD65929}" dt="2025-07-31T22:36:19.288" v="42"/>
          <pc:sldLayoutMkLst>
            <pc:docMk/>
            <pc:sldMasterMk cId="1949152982" sldId="2147483648"/>
            <pc:sldLayoutMk cId="847977028" sldId="2147483659"/>
          </pc:sldLayoutMkLst>
        </pc:sldLayoutChg>
      </pc:sldMasterChg>
      <pc:sldMasterChg chg="addSp delSp modSp mod modSldLayout">
        <pc:chgData name="Harris, Wyatt J Lt Col USAF USAFA DF/DFAS" userId="768bfb95-c272-4014-8fa2-010c15306053" providerId="ADAL" clId="{B8FF8279-D3F5-4E60-9AA8-F3EE5FD65929}" dt="2025-08-01T16:36:23.228" v="682" actId="1035"/>
        <pc:sldMasterMkLst>
          <pc:docMk/>
          <pc:sldMasterMk cId="85601226" sldId="2147483660"/>
        </pc:sldMasterMkLst>
        <pc:spChg chg="mod">
          <ac:chgData name="Harris, Wyatt J Lt Col USAF USAFA DF/DFAS" userId="768bfb95-c272-4014-8fa2-010c15306053" providerId="ADAL" clId="{B8FF8279-D3F5-4E60-9AA8-F3EE5FD65929}" dt="2025-08-01T16:31:46.530" v="538" actId="14100"/>
          <ac:spMkLst>
            <pc:docMk/>
            <pc:sldMasterMk cId="85601226" sldId="2147483660"/>
            <ac:spMk id="2" creationId="{00000000-0000-0000-0000-000000000000}"/>
          </ac:spMkLst>
        </pc:spChg>
        <pc:spChg chg="mod">
          <ac:chgData name="Harris, Wyatt J Lt Col USAF USAFA DF/DFAS" userId="768bfb95-c272-4014-8fa2-010c15306053" providerId="ADAL" clId="{B8FF8279-D3F5-4E60-9AA8-F3EE5FD65929}" dt="2025-07-31T22:37:17.618" v="52" actId="2711"/>
          <ac:spMkLst>
            <pc:docMk/>
            <pc:sldMasterMk cId="85601226" sldId="2147483660"/>
            <ac:spMk id="3" creationId="{00000000-0000-0000-0000-000000000000}"/>
          </ac:spMkLst>
        </pc:spChg>
        <pc:spChg chg="mod">
          <ac:chgData name="Harris, Wyatt J Lt Col USAF USAFA DF/DFAS" userId="768bfb95-c272-4014-8fa2-010c15306053" providerId="ADAL" clId="{B8FF8279-D3F5-4E60-9AA8-F3EE5FD65929}" dt="2025-07-31T22:37:24.579" v="54" actId="1076"/>
          <ac:spMkLst>
            <pc:docMk/>
            <pc:sldMasterMk cId="85601226" sldId="2147483660"/>
            <ac:spMk id="4" creationId="{00000000-0000-0000-0000-000000000000}"/>
          </ac:spMkLst>
        </pc:spChg>
        <pc:spChg chg="mod">
          <ac:chgData name="Harris, Wyatt J Lt Col USAF USAFA DF/DFAS" userId="768bfb95-c272-4014-8fa2-010c15306053" providerId="ADAL" clId="{B8FF8279-D3F5-4E60-9AA8-F3EE5FD65929}" dt="2025-07-31T22:37:29.266" v="55" actId="1076"/>
          <ac:spMkLst>
            <pc:docMk/>
            <pc:sldMasterMk cId="85601226" sldId="2147483660"/>
            <ac:spMk id="5" creationId="{00000000-0000-0000-0000-000000000000}"/>
          </ac:spMkLst>
        </pc:spChg>
        <pc:spChg chg="mod">
          <ac:chgData name="Harris, Wyatt J Lt Col USAF USAFA DF/DFAS" userId="768bfb95-c272-4014-8fa2-010c15306053" providerId="ADAL" clId="{B8FF8279-D3F5-4E60-9AA8-F3EE5FD65929}" dt="2025-07-31T22:37:32.093" v="56" actId="1076"/>
          <ac:spMkLst>
            <pc:docMk/>
            <pc:sldMasterMk cId="85601226" sldId="2147483660"/>
            <ac:spMk id="6" creationId="{00000000-0000-0000-0000-000000000000}"/>
          </ac:spMkLst>
        </pc:spChg>
        <pc:spChg chg="mod">
          <ac:chgData name="Harris, Wyatt J Lt Col USAF USAFA DF/DFAS" userId="768bfb95-c272-4014-8fa2-010c15306053" providerId="ADAL" clId="{B8FF8279-D3F5-4E60-9AA8-F3EE5FD65929}" dt="2025-08-01T16:31:49.356" v="540" actId="1035"/>
          <ac:spMkLst>
            <pc:docMk/>
            <pc:sldMasterMk cId="85601226" sldId="2147483660"/>
            <ac:spMk id="9" creationId="{30CFB5F7-9C45-8CB0-F5C4-6BF493EF4BCD}"/>
          </ac:spMkLst>
        </pc:spChg>
        <pc:picChg chg="add mod">
          <ac:chgData name="Harris, Wyatt J Lt Col USAF USAFA DF/DFAS" userId="768bfb95-c272-4014-8fa2-010c15306053" providerId="ADAL" clId="{B8FF8279-D3F5-4E60-9AA8-F3EE5FD65929}" dt="2025-07-31T22:37:38.881" v="59" actId="1076"/>
          <ac:picMkLst>
            <pc:docMk/>
            <pc:sldMasterMk cId="85601226" sldId="2147483660"/>
            <ac:picMk id="11" creationId="{DF49DA28-CF7C-1CE3-C307-FC252DA9EBC7}"/>
          </ac:picMkLst>
        </pc:picChg>
        <pc:sldLayoutChg chg="addSp delSp modSp mod">
          <pc:chgData name="Harris, Wyatt J Lt Col USAF USAFA DF/DFAS" userId="768bfb95-c272-4014-8fa2-010c15306053" providerId="ADAL" clId="{B8FF8279-D3F5-4E60-9AA8-F3EE5FD65929}" dt="2025-08-01T16:36:23.228" v="682" actId="1035"/>
          <pc:sldLayoutMkLst>
            <pc:docMk/>
            <pc:sldMasterMk cId="85601226" sldId="2147483660"/>
            <pc:sldLayoutMk cId="652688712" sldId="2147483661"/>
          </pc:sldLayoutMkLst>
          <pc:spChg chg="mod">
            <ac:chgData name="Harris, Wyatt J Lt Col USAF USAFA DF/DFAS" userId="768bfb95-c272-4014-8fa2-010c15306053" providerId="ADAL" clId="{B8FF8279-D3F5-4E60-9AA8-F3EE5FD65929}" dt="2025-07-31T22:38:04.507" v="64" actId="14100"/>
            <ac:spMkLst>
              <pc:docMk/>
              <pc:sldMasterMk cId="85601226" sldId="2147483660"/>
              <pc:sldLayoutMk cId="652688712" sldId="2147483661"/>
              <ac:spMk id="2" creationId="{00000000-0000-0000-0000-000000000000}"/>
            </ac:spMkLst>
          </pc:spChg>
          <pc:spChg chg="mod">
            <ac:chgData name="Harris, Wyatt J Lt Col USAF USAFA DF/DFAS" userId="768bfb95-c272-4014-8fa2-010c15306053" providerId="ADAL" clId="{B8FF8279-D3F5-4E60-9AA8-F3EE5FD65929}" dt="2025-07-31T22:38:00.323" v="62" actId="1076"/>
            <ac:spMkLst>
              <pc:docMk/>
              <pc:sldMasterMk cId="85601226" sldId="2147483660"/>
              <pc:sldLayoutMk cId="652688712" sldId="2147483661"/>
              <ac:spMk id="3" creationId="{00000000-0000-0000-0000-000000000000}"/>
            </ac:spMkLst>
          </pc:spChg>
          <pc:spChg chg="add del">
            <ac:chgData name="Harris, Wyatt J Lt Col USAF USAFA DF/DFAS" userId="768bfb95-c272-4014-8fa2-010c15306053" providerId="ADAL" clId="{B8FF8279-D3F5-4E60-9AA8-F3EE5FD65929}" dt="2025-07-31T22:38:20.058" v="68" actId="478"/>
            <ac:spMkLst>
              <pc:docMk/>
              <pc:sldMasterMk cId="85601226" sldId="2147483660"/>
              <pc:sldLayoutMk cId="652688712" sldId="2147483661"/>
              <ac:spMk id="5" creationId="{00000000-0000-0000-0000-000000000000}"/>
            </ac:spMkLst>
          </pc:spChg>
          <pc:spChg chg="mod">
            <ac:chgData name="Harris, Wyatt J Lt Col USAF USAFA DF/DFAS" userId="768bfb95-c272-4014-8fa2-010c15306053" providerId="ADAL" clId="{B8FF8279-D3F5-4E60-9AA8-F3EE5FD65929}" dt="2025-08-01T16:36:23.228" v="682" actId="1035"/>
            <ac:spMkLst>
              <pc:docMk/>
              <pc:sldMasterMk cId="85601226" sldId="2147483660"/>
              <pc:sldLayoutMk cId="652688712" sldId="2147483661"/>
              <ac:spMk id="7" creationId="{CF1DE720-C36A-2EFC-0954-335249276F1A}"/>
            </ac:spMkLst>
          </pc:spChg>
          <pc:spChg chg="mod">
            <ac:chgData name="Harris, Wyatt J Lt Col USAF USAFA DF/DFAS" userId="768bfb95-c272-4014-8fa2-010c15306053" providerId="ADAL" clId="{B8FF8279-D3F5-4E60-9AA8-F3EE5FD65929}" dt="2025-07-31T22:38:15.353" v="66" actId="1076"/>
            <ac:spMkLst>
              <pc:docMk/>
              <pc:sldMasterMk cId="85601226" sldId="2147483660"/>
              <pc:sldLayoutMk cId="652688712" sldId="2147483661"/>
              <ac:spMk id="8" creationId="{6FD864A1-DC7B-C6C8-87CB-D0D681030469}"/>
            </ac:spMkLst>
          </pc:spChg>
        </pc:sldLayoutChg>
      </pc:sldMasterChg>
      <pc:sldMasterChg chg="addSp modSp modSldLayout">
        <pc:chgData name="Harris, Wyatt J Lt Col USAF USAFA DF/DFAS" userId="768bfb95-c272-4014-8fa2-010c15306053" providerId="ADAL" clId="{B8FF8279-D3F5-4E60-9AA8-F3EE5FD65929}" dt="2025-07-31T22:35:35.459" v="14"/>
        <pc:sldMasterMkLst>
          <pc:docMk/>
          <pc:sldMasterMk cId="1908683770" sldId="2147483660"/>
        </pc:sldMasterMkLst>
        <pc:sldLayoutChg chg="addSp modSp">
          <pc:chgData name="Harris, Wyatt J Lt Col USAF USAFA DF/DFAS" userId="768bfb95-c272-4014-8fa2-010c15306053" providerId="ADAL" clId="{B8FF8279-D3F5-4E60-9AA8-F3EE5FD65929}" dt="2025-07-31T22:35:35.459" v="14"/>
          <pc:sldLayoutMkLst>
            <pc:docMk/>
            <pc:sldMasterMk cId="1908683770" sldId="2147483660"/>
            <pc:sldLayoutMk cId="897744453" sldId="2147483661"/>
          </pc:sldLayoutMkLst>
        </pc:sldLayoutChg>
        <pc:sldLayoutChg chg="modSp">
          <pc:chgData name="Harris, Wyatt J Lt Col USAF USAFA DF/DFAS" userId="768bfb95-c272-4014-8fa2-010c15306053" providerId="ADAL" clId="{B8FF8279-D3F5-4E60-9AA8-F3EE5FD65929}" dt="2025-07-31T22:35:35.459" v="14"/>
          <pc:sldLayoutMkLst>
            <pc:docMk/>
            <pc:sldMasterMk cId="1908683770" sldId="2147483660"/>
            <pc:sldLayoutMk cId="3481305371" sldId="2147483663"/>
          </pc:sldLayoutMkLst>
        </pc:sldLayoutChg>
        <pc:sldLayoutChg chg="modSp">
          <pc:chgData name="Harris, Wyatt J Lt Col USAF USAFA DF/DFAS" userId="768bfb95-c272-4014-8fa2-010c15306053" providerId="ADAL" clId="{B8FF8279-D3F5-4E60-9AA8-F3EE5FD65929}" dt="2025-07-31T22:35:35.459" v="14"/>
          <pc:sldLayoutMkLst>
            <pc:docMk/>
            <pc:sldMasterMk cId="1908683770" sldId="2147483660"/>
            <pc:sldLayoutMk cId="3762882364" sldId="2147483664"/>
          </pc:sldLayoutMkLst>
        </pc:sldLayoutChg>
        <pc:sldLayoutChg chg="modSp">
          <pc:chgData name="Harris, Wyatt J Lt Col USAF USAFA DF/DFAS" userId="768bfb95-c272-4014-8fa2-010c15306053" providerId="ADAL" clId="{B8FF8279-D3F5-4E60-9AA8-F3EE5FD65929}" dt="2025-07-31T22:35:35.459" v="14"/>
          <pc:sldLayoutMkLst>
            <pc:docMk/>
            <pc:sldMasterMk cId="1908683770" sldId="2147483660"/>
            <pc:sldLayoutMk cId="2134047962" sldId="2147483665"/>
          </pc:sldLayoutMkLst>
        </pc:sldLayoutChg>
        <pc:sldLayoutChg chg="modSp">
          <pc:chgData name="Harris, Wyatt J Lt Col USAF USAFA DF/DFAS" userId="768bfb95-c272-4014-8fa2-010c15306053" providerId="ADAL" clId="{B8FF8279-D3F5-4E60-9AA8-F3EE5FD65929}" dt="2025-07-31T22:35:35.459" v="14"/>
          <pc:sldLayoutMkLst>
            <pc:docMk/>
            <pc:sldMasterMk cId="1908683770" sldId="2147483660"/>
            <pc:sldLayoutMk cId="877868870" sldId="2147483668"/>
          </pc:sldLayoutMkLst>
        </pc:sldLayoutChg>
        <pc:sldLayoutChg chg="modSp">
          <pc:chgData name="Harris, Wyatt J Lt Col USAF USAFA DF/DFAS" userId="768bfb95-c272-4014-8fa2-010c15306053" providerId="ADAL" clId="{B8FF8279-D3F5-4E60-9AA8-F3EE5FD65929}" dt="2025-07-31T22:35:35.459" v="14"/>
          <pc:sldLayoutMkLst>
            <pc:docMk/>
            <pc:sldMasterMk cId="1908683770" sldId="2147483660"/>
            <pc:sldLayoutMk cId="488043797" sldId="2147483669"/>
          </pc:sldLayoutMkLst>
        </pc:sldLayoutChg>
        <pc:sldLayoutChg chg="modSp">
          <pc:chgData name="Harris, Wyatt J Lt Col USAF USAFA DF/DFAS" userId="768bfb95-c272-4014-8fa2-010c15306053" providerId="ADAL" clId="{B8FF8279-D3F5-4E60-9AA8-F3EE5FD65929}" dt="2025-07-31T22:35:35.459" v="14"/>
          <pc:sldLayoutMkLst>
            <pc:docMk/>
            <pc:sldMasterMk cId="1908683770" sldId="2147483660"/>
            <pc:sldLayoutMk cId="2025879053" sldId="2147483671"/>
          </pc:sldLayoutMkLst>
        </pc:sldLayoutChg>
        <pc:sldLayoutChg chg="modSp">
          <pc:chgData name="Harris, Wyatt J Lt Col USAF USAFA DF/DFAS" userId="768bfb95-c272-4014-8fa2-010c15306053" providerId="ADAL" clId="{B8FF8279-D3F5-4E60-9AA8-F3EE5FD65929}" dt="2025-07-31T22:35:35.459" v="14"/>
          <pc:sldLayoutMkLst>
            <pc:docMk/>
            <pc:sldMasterMk cId="1908683770" sldId="2147483660"/>
            <pc:sldLayoutMk cId="2924268935" sldId="2147483672"/>
          </pc:sldLayoutMkLst>
        </pc:sldLayoutChg>
        <pc:sldLayoutChg chg="modSp">
          <pc:chgData name="Harris, Wyatt J Lt Col USAF USAFA DF/DFAS" userId="768bfb95-c272-4014-8fa2-010c15306053" providerId="ADAL" clId="{B8FF8279-D3F5-4E60-9AA8-F3EE5FD65929}" dt="2025-07-31T22:35:35.459" v="14"/>
          <pc:sldLayoutMkLst>
            <pc:docMk/>
            <pc:sldMasterMk cId="1908683770" sldId="2147483660"/>
            <pc:sldLayoutMk cId="1634599191" sldId="2147483673"/>
          </pc:sldLayoutMkLst>
        </pc:sldLayoutChg>
        <pc:sldLayoutChg chg="modSp">
          <pc:chgData name="Harris, Wyatt J Lt Col USAF USAFA DF/DFAS" userId="768bfb95-c272-4014-8fa2-010c15306053" providerId="ADAL" clId="{B8FF8279-D3F5-4E60-9AA8-F3EE5FD65929}" dt="2025-07-31T22:35:35.459" v="14"/>
          <pc:sldLayoutMkLst>
            <pc:docMk/>
            <pc:sldMasterMk cId="1908683770" sldId="2147483660"/>
            <pc:sldLayoutMk cId="1189305551" sldId="2147483674"/>
          </pc:sldLayoutMkLst>
        </pc:sldLayoutChg>
        <pc:sldLayoutChg chg="modSp">
          <pc:chgData name="Harris, Wyatt J Lt Col USAF USAFA DF/DFAS" userId="768bfb95-c272-4014-8fa2-010c15306053" providerId="ADAL" clId="{B8FF8279-D3F5-4E60-9AA8-F3EE5FD65929}" dt="2025-07-31T22:35:35.459" v="14"/>
          <pc:sldLayoutMkLst>
            <pc:docMk/>
            <pc:sldMasterMk cId="1908683770" sldId="2147483660"/>
            <pc:sldLayoutMk cId="1604982282" sldId="2147483675"/>
          </pc:sldLayoutMkLst>
        </pc:sldLayoutChg>
        <pc:sldLayoutChg chg="modSp">
          <pc:chgData name="Harris, Wyatt J Lt Col USAF USAFA DF/DFAS" userId="768bfb95-c272-4014-8fa2-010c15306053" providerId="ADAL" clId="{B8FF8279-D3F5-4E60-9AA8-F3EE5FD65929}" dt="2025-07-31T22:35:35.459" v="14"/>
          <pc:sldLayoutMkLst>
            <pc:docMk/>
            <pc:sldMasterMk cId="1908683770" sldId="2147483660"/>
            <pc:sldLayoutMk cId="1541036130" sldId="2147483676"/>
          </pc:sldLayoutMkLst>
        </pc:sldLayoutChg>
        <pc:sldLayoutChg chg="modSp">
          <pc:chgData name="Harris, Wyatt J Lt Col USAF USAFA DF/DFAS" userId="768bfb95-c272-4014-8fa2-010c15306053" providerId="ADAL" clId="{B8FF8279-D3F5-4E60-9AA8-F3EE5FD65929}" dt="2025-07-31T22:35:35.459" v="14"/>
          <pc:sldLayoutMkLst>
            <pc:docMk/>
            <pc:sldMasterMk cId="1908683770" sldId="2147483660"/>
            <pc:sldLayoutMk cId="3234692670" sldId="2147483677"/>
          </pc:sldLayoutMkLst>
        </pc:sldLayoutChg>
        <pc:sldLayoutChg chg="modSp">
          <pc:chgData name="Harris, Wyatt J Lt Col USAF USAFA DF/DFAS" userId="768bfb95-c272-4014-8fa2-010c15306053" providerId="ADAL" clId="{B8FF8279-D3F5-4E60-9AA8-F3EE5FD65929}" dt="2025-07-31T22:35:35.459" v="14"/>
          <pc:sldLayoutMkLst>
            <pc:docMk/>
            <pc:sldMasterMk cId="1908683770" sldId="2147483660"/>
            <pc:sldLayoutMk cId="1368513698" sldId="2147483678"/>
          </pc:sldLayoutMkLst>
        </pc:sldLayoutChg>
        <pc:sldLayoutChg chg="modSp">
          <pc:chgData name="Harris, Wyatt J Lt Col USAF USAFA DF/DFAS" userId="768bfb95-c272-4014-8fa2-010c15306053" providerId="ADAL" clId="{B8FF8279-D3F5-4E60-9AA8-F3EE5FD65929}" dt="2025-07-31T22:35:35.459" v="14"/>
          <pc:sldLayoutMkLst>
            <pc:docMk/>
            <pc:sldMasterMk cId="1908683770" sldId="2147483660"/>
            <pc:sldLayoutMk cId="3971146198" sldId="2147483679"/>
          </pc:sldLayoutMkLst>
        </pc:sldLayoutChg>
        <pc:sldLayoutChg chg="modSp">
          <pc:chgData name="Harris, Wyatt J Lt Col USAF USAFA DF/DFAS" userId="768bfb95-c272-4014-8fa2-010c15306053" providerId="ADAL" clId="{B8FF8279-D3F5-4E60-9AA8-F3EE5FD65929}" dt="2025-07-31T22:35:35.459" v="14"/>
          <pc:sldLayoutMkLst>
            <pc:docMk/>
            <pc:sldMasterMk cId="1908683770" sldId="2147483660"/>
            <pc:sldLayoutMk cId="2241639823" sldId="2147483680"/>
          </pc:sldLayoutMkLst>
        </pc:sldLayoutChg>
        <pc:sldLayoutChg chg="modSp">
          <pc:chgData name="Harris, Wyatt J Lt Col USAF USAFA DF/DFAS" userId="768bfb95-c272-4014-8fa2-010c15306053" providerId="ADAL" clId="{B8FF8279-D3F5-4E60-9AA8-F3EE5FD65929}" dt="2025-07-31T22:35:35.459" v="14"/>
          <pc:sldLayoutMkLst>
            <pc:docMk/>
            <pc:sldMasterMk cId="1908683770" sldId="2147483660"/>
            <pc:sldLayoutMk cId="1738501178" sldId="2147483681"/>
          </pc:sldLayoutMkLst>
        </pc:sldLayoutChg>
        <pc:sldLayoutChg chg="modSp">
          <pc:chgData name="Harris, Wyatt J Lt Col USAF USAFA DF/DFAS" userId="768bfb95-c272-4014-8fa2-010c15306053" providerId="ADAL" clId="{B8FF8279-D3F5-4E60-9AA8-F3EE5FD65929}" dt="2025-07-31T22:35:35.459" v="14"/>
          <pc:sldLayoutMkLst>
            <pc:docMk/>
            <pc:sldMasterMk cId="1908683770" sldId="2147483660"/>
            <pc:sldLayoutMk cId="1025634726" sldId="2147483682"/>
          </pc:sldLayoutMkLst>
        </pc:sldLayoutChg>
        <pc:sldLayoutChg chg="modSp">
          <pc:chgData name="Harris, Wyatt J Lt Col USAF USAFA DF/DFAS" userId="768bfb95-c272-4014-8fa2-010c15306053" providerId="ADAL" clId="{B8FF8279-D3F5-4E60-9AA8-F3EE5FD65929}" dt="2025-07-31T22:35:35.459" v="14"/>
          <pc:sldLayoutMkLst>
            <pc:docMk/>
            <pc:sldMasterMk cId="1908683770" sldId="2147483660"/>
            <pc:sldLayoutMk cId="3351293179" sldId="2147483683"/>
          </pc:sldLayoutMkLst>
        </pc:sldLayoutChg>
      </pc:sldMasterChg>
      <pc:sldMasterChg chg="modSp mod">
        <pc:chgData name="Harris, Wyatt J Lt Col USAF USAFA DF/DFAS" userId="768bfb95-c272-4014-8fa2-010c15306053" providerId="ADAL" clId="{B8FF8279-D3F5-4E60-9AA8-F3EE5FD65929}" dt="2025-07-31T22:35:34.185" v="13" actId="14100"/>
        <pc:sldMasterMkLst>
          <pc:docMk/>
          <pc:sldMasterMk cId="3641646455" sldId="2147483684"/>
        </pc:sldMasterMkLst>
      </pc:sldMasterChg>
    </pc:docChg>
  </pc:docChgLst>
  <pc:docChgLst>
    <pc:chgData name="Harris, Wyatt J Lt Col USAF USAFA DF/DFAS" userId="768bfb95-c272-4014-8fa2-010c15306053" providerId="ADAL" clId="{7120FF0F-E59A-4409-8838-57DE0E427545}"/>
    <pc:docChg chg="undo custSel addSld delSld modSld modMainMaster">
      <pc:chgData name="Harris, Wyatt J Lt Col USAF USAFA DF/DFAS" userId="768bfb95-c272-4014-8fa2-010c15306053" providerId="ADAL" clId="{7120FF0F-E59A-4409-8838-57DE0E427545}" dt="2025-08-06T14:30:26.308" v="1505" actId="20577"/>
      <pc:docMkLst>
        <pc:docMk/>
      </pc:docMkLst>
      <pc:sldChg chg="modSp mod">
        <pc:chgData name="Harris, Wyatt J Lt Col USAF USAFA DF/DFAS" userId="768bfb95-c272-4014-8fa2-010c15306053" providerId="ADAL" clId="{7120FF0F-E59A-4409-8838-57DE0E427545}" dt="2025-08-05T21:45:31.606" v="12" actId="113"/>
        <pc:sldMkLst>
          <pc:docMk/>
          <pc:sldMk cId="3188062351" sldId="256"/>
        </pc:sldMkLst>
        <pc:spChg chg="mod">
          <ac:chgData name="Harris, Wyatt J Lt Col USAF USAFA DF/DFAS" userId="768bfb95-c272-4014-8fa2-010c15306053" providerId="ADAL" clId="{7120FF0F-E59A-4409-8838-57DE0E427545}" dt="2025-08-05T21:44:48.866" v="7" actId="20577"/>
          <ac:spMkLst>
            <pc:docMk/>
            <pc:sldMk cId="3188062351" sldId="256"/>
            <ac:spMk id="2" creationId="{1560E2C4-BC94-2EEF-55E0-A1575A57F58F}"/>
          </ac:spMkLst>
        </pc:spChg>
        <pc:spChg chg="mod">
          <ac:chgData name="Harris, Wyatt J Lt Col USAF USAFA DF/DFAS" userId="768bfb95-c272-4014-8fa2-010c15306053" providerId="ADAL" clId="{7120FF0F-E59A-4409-8838-57DE0E427545}" dt="2025-08-05T21:45:31.606" v="12" actId="113"/>
          <ac:spMkLst>
            <pc:docMk/>
            <pc:sldMk cId="3188062351" sldId="256"/>
            <ac:spMk id="3" creationId="{1D63E707-3906-1580-6A39-D3696F120305}"/>
          </ac:spMkLst>
        </pc:spChg>
      </pc:sldChg>
      <pc:sldChg chg="modSp new mod">
        <pc:chgData name="Harris, Wyatt J Lt Col USAF USAFA DF/DFAS" userId="768bfb95-c272-4014-8fa2-010c15306053" providerId="ADAL" clId="{7120FF0F-E59A-4409-8838-57DE0E427545}" dt="2025-08-06T14:30:26.308" v="1505" actId="20577"/>
        <pc:sldMkLst>
          <pc:docMk/>
          <pc:sldMk cId="1444282480" sldId="257"/>
        </pc:sldMkLst>
        <pc:spChg chg="mod">
          <ac:chgData name="Harris, Wyatt J Lt Col USAF USAFA DF/DFAS" userId="768bfb95-c272-4014-8fa2-010c15306053" providerId="ADAL" clId="{7120FF0F-E59A-4409-8838-57DE0E427545}" dt="2025-08-05T21:52:14.491" v="78" actId="20577"/>
          <ac:spMkLst>
            <pc:docMk/>
            <pc:sldMk cId="1444282480" sldId="257"/>
            <ac:spMk id="2" creationId="{0B4BC783-0DA8-F773-63D5-3B2F0C0DDF70}"/>
          </ac:spMkLst>
        </pc:spChg>
        <pc:spChg chg="mod">
          <ac:chgData name="Harris, Wyatt J Lt Col USAF USAFA DF/DFAS" userId="768bfb95-c272-4014-8fa2-010c15306053" providerId="ADAL" clId="{7120FF0F-E59A-4409-8838-57DE0E427545}" dt="2025-08-06T14:30:26.308" v="1505" actId="20577"/>
          <ac:spMkLst>
            <pc:docMk/>
            <pc:sldMk cId="1444282480" sldId="257"/>
            <ac:spMk id="3" creationId="{9DF76F0A-3D1B-88BD-8025-2D56AD0BC800}"/>
          </ac:spMkLst>
        </pc:spChg>
      </pc:sldChg>
      <pc:sldChg chg="addSp modSp new mod">
        <pc:chgData name="Harris, Wyatt J Lt Col USAF USAFA DF/DFAS" userId="768bfb95-c272-4014-8fa2-010c15306053" providerId="ADAL" clId="{7120FF0F-E59A-4409-8838-57DE0E427545}" dt="2025-08-05T22:10:56.987" v="603" actId="6549"/>
        <pc:sldMkLst>
          <pc:docMk/>
          <pc:sldMk cId="2422111351" sldId="258"/>
        </pc:sldMkLst>
        <pc:spChg chg="mod">
          <ac:chgData name="Harris, Wyatt J Lt Col USAF USAFA DF/DFAS" userId="768bfb95-c272-4014-8fa2-010c15306053" providerId="ADAL" clId="{7120FF0F-E59A-4409-8838-57DE0E427545}" dt="2025-08-05T22:10:56.987" v="603" actId="6549"/>
          <ac:spMkLst>
            <pc:docMk/>
            <pc:sldMk cId="2422111351" sldId="258"/>
            <ac:spMk id="2" creationId="{7C95358A-895C-1078-4805-43C35F659A28}"/>
          </ac:spMkLst>
        </pc:spChg>
        <pc:spChg chg="mod">
          <ac:chgData name="Harris, Wyatt J Lt Col USAF USAFA DF/DFAS" userId="768bfb95-c272-4014-8fa2-010c15306053" providerId="ADAL" clId="{7120FF0F-E59A-4409-8838-57DE0E427545}" dt="2025-08-05T22:10:50.330" v="602" actId="27636"/>
          <ac:spMkLst>
            <pc:docMk/>
            <pc:sldMk cId="2422111351" sldId="258"/>
            <ac:spMk id="3" creationId="{E152A201-E5A4-7240-6308-D90B86F46AD5}"/>
          </ac:spMkLst>
        </pc:spChg>
        <pc:graphicFrameChg chg="add mod">
          <ac:chgData name="Harris, Wyatt J Lt Col USAF USAFA DF/DFAS" userId="768bfb95-c272-4014-8fa2-010c15306053" providerId="ADAL" clId="{7120FF0F-E59A-4409-8838-57DE0E427545}" dt="2025-08-05T22:10:04.554" v="582"/>
          <ac:graphicFrameMkLst>
            <pc:docMk/>
            <pc:sldMk cId="2422111351" sldId="258"/>
            <ac:graphicFrameMk id="6" creationId="{4CCBB1F1-7259-785F-8B5A-8A745E3A1696}"/>
          </ac:graphicFrameMkLst>
        </pc:graphicFrameChg>
      </pc:sldChg>
      <pc:sldChg chg="del">
        <pc:chgData name="Harris, Wyatt J Lt Col USAF USAFA DF/DFAS" userId="768bfb95-c272-4014-8fa2-010c15306053" providerId="ADAL" clId="{7120FF0F-E59A-4409-8838-57DE0E427545}" dt="2025-08-05T21:44:42.113" v="0" actId="47"/>
        <pc:sldMkLst>
          <pc:docMk/>
          <pc:sldMk cId="1434979562" sldId="259"/>
        </pc:sldMkLst>
      </pc:sldChg>
      <pc:sldChg chg="modSp new mod">
        <pc:chgData name="Harris, Wyatt J Lt Col USAF USAFA DF/DFAS" userId="768bfb95-c272-4014-8fa2-010c15306053" providerId="ADAL" clId="{7120FF0F-E59A-4409-8838-57DE0E427545}" dt="2025-08-05T22:15:29.291" v="896" actId="20577"/>
        <pc:sldMkLst>
          <pc:docMk/>
          <pc:sldMk cId="1548505821" sldId="259"/>
        </pc:sldMkLst>
        <pc:spChg chg="mod">
          <ac:chgData name="Harris, Wyatt J Lt Col USAF USAFA DF/DFAS" userId="768bfb95-c272-4014-8fa2-010c15306053" providerId="ADAL" clId="{7120FF0F-E59A-4409-8838-57DE0E427545}" dt="2025-08-05T22:14:02.122" v="757" actId="20577"/>
          <ac:spMkLst>
            <pc:docMk/>
            <pc:sldMk cId="1548505821" sldId="259"/>
            <ac:spMk id="2" creationId="{BB24A5AC-602E-4767-2AE9-97FE90415BB9}"/>
          </ac:spMkLst>
        </pc:spChg>
        <pc:spChg chg="mod">
          <ac:chgData name="Harris, Wyatt J Lt Col USAF USAFA DF/DFAS" userId="768bfb95-c272-4014-8fa2-010c15306053" providerId="ADAL" clId="{7120FF0F-E59A-4409-8838-57DE0E427545}" dt="2025-08-05T22:15:29.291" v="896" actId="20577"/>
          <ac:spMkLst>
            <pc:docMk/>
            <pc:sldMk cId="1548505821" sldId="259"/>
            <ac:spMk id="3" creationId="{82237E52-2830-EF73-B923-1AA00591F9C6}"/>
          </ac:spMkLst>
        </pc:spChg>
      </pc:sldChg>
      <pc:sldChg chg="addSp modSp new mod">
        <pc:chgData name="Harris, Wyatt J Lt Col USAF USAFA DF/DFAS" userId="768bfb95-c272-4014-8fa2-010c15306053" providerId="ADAL" clId="{7120FF0F-E59A-4409-8838-57DE0E427545}" dt="2025-08-05T22:33:53.716" v="1484" actId="1076"/>
        <pc:sldMkLst>
          <pc:docMk/>
          <pc:sldMk cId="809330457" sldId="260"/>
        </pc:sldMkLst>
        <pc:spChg chg="mod">
          <ac:chgData name="Harris, Wyatt J Lt Col USAF USAFA DF/DFAS" userId="768bfb95-c272-4014-8fa2-010c15306053" providerId="ADAL" clId="{7120FF0F-E59A-4409-8838-57DE0E427545}" dt="2025-08-05T22:28:01.209" v="1155" actId="20577"/>
          <ac:spMkLst>
            <pc:docMk/>
            <pc:sldMk cId="809330457" sldId="260"/>
            <ac:spMk id="2" creationId="{35FBF489-0E50-218F-E040-B9D36D0FBCDD}"/>
          </ac:spMkLst>
        </pc:spChg>
        <pc:spChg chg="mod">
          <ac:chgData name="Harris, Wyatt J Lt Col USAF USAFA DF/DFAS" userId="768bfb95-c272-4014-8fa2-010c15306053" providerId="ADAL" clId="{7120FF0F-E59A-4409-8838-57DE0E427545}" dt="2025-08-05T22:33:44.766" v="1481" actId="27636"/>
          <ac:spMkLst>
            <pc:docMk/>
            <pc:sldMk cId="809330457" sldId="260"/>
            <ac:spMk id="3" creationId="{680016AA-AB32-9015-F1E5-81B07A8F8099}"/>
          </ac:spMkLst>
        </pc:spChg>
        <pc:graphicFrameChg chg="add mod modGraphic">
          <ac:chgData name="Harris, Wyatt J Lt Col USAF USAFA DF/DFAS" userId="768bfb95-c272-4014-8fa2-010c15306053" providerId="ADAL" clId="{7120FF0F-E59A-4409-8838-57DE0E427545}" dt="2025-08-05T22:33:53.716" v="1484" actId="1076"/>
          <ac:graphicFrameMkLst>
            <pc:docMk/>
            <pc:sldMk cId="809330457" sldId="260"/>
            <ac:graphicFrameMk id="6" creationId="{D40CFC73-58CC-9DA9-77CA-44A6E4F86074}"/>
          </ac:graphicFrameMkLst>
        </pc:graphicFrameChg>
      </pc:sldChg>
      <pc:sldChg chg="del">
        <pc:chgData name="Harris, Wyatt J Lt Col USAF USAFA DF/DFAS" userId="768bfb95-c272-4014-8fa2-010c15306053" providerId="ADAL" clId="{7120FF0F-E59A-4409-8838-57DE0E427545}" dt="2025-08-05T21:44:42.113" v="0" actId="47"/>
        <pc:sldMkLst>
          <pc:docMk/>
          <pc:sldMk cId="4048435689" sldId="260"/>
        </pc:sldMkLst>
      </pc:sldChg>
      <pc:sldChg chg="addSp delSp modSp new mod modClrScheme chgLayout">
        <pc:chgData name="Harris, Wyatt J Lt Col USAF USAFA DF/DFAS" userId="768bfb95-c272-4014-8fa2-010c15306053" providerId="ADAL" clId="{7120FF0F-E59A-4409-8838-57DE0E427545}" dt="2025-08-05T22:16:09.209" v="898" actId="122"/>
        <pc:sldMkLst>
          <pc:docMk/>
          <pc:sldMk cId="1708282618" sldId="261"/>
        </pc:sldMkLst>
        <pc:spChg chg="del mod ord">
          <ac:chgData name="Harris, Wyatt J Lt Col USAF USAFA DF/DFAS" userId="768bfb95-c272-4014-8fa2-010c15306053" providerId="ADAL" clId="{7120FF0F-E59A-4409-8838-57DE0E427545}" dt="2025-08-05T21:56:44.201" v="281" actId="700"/>
          <ac:spMkLst>
            <pc:docMk/>
            <pc:sldMk cId="1708282618" sldId="261"/>
            <ac:spMk id="2" creationId="{86DBDA18-AE5A-78FC-3C46-AF069D10D98C}"/>
          </ac:spMkLst>
        </pc:spChg>
        <pc:spChg chg="del mod ord">
          <ac:chgData name="Harris, Wyatt J Lt Col USAF USAFA DF/DFAS" userId="768bfb95-c272-4014-8fa2-010c15306053" providerId="ADAL" clId="{7120FF0F-E59A-4409-8838-57DE0E427545}" dt="2025-08-05T21:56:44.201" v="281" actId="700"/>
          <ac:spMkLst>
            <pc:docMk/>
            <pc:sldMk cId="1708282618" sldId="261"/>
            <ac:spMk id="3" creationId="{5D1FC657-DA0B-0928-2D28-3AF1C2667AC1}"/>
          </ac:spMkLst>
        </pc:spChg>
        <pc:spChg chg="mod ord">
          <ac:chgData name="Harris, Wyatt J Lt Col USAF USAFA DF/DFAS" userId="768bfb95-c272-4014-8fa2-010c15306053" providerId="ADAL" clId="{7120FF0F-E59A-4409-8838-57DE0E427545}" dt="2025-08-05T21:56:44.201" v="281" actId="700"/>
          <ac:spMkLst>
            <pc:docMk/>
            <pc:sldMk cId="1708282618" sldId="261"/>
            <ac:spMk id="4" creationId="{3068C509-23B6-D76B-A834-3D9EACD003DB}"/>
          </ac:spMkLst>
        </pc:spChg>
        <pc:spChg chg="mod ord">
          <ac:chgData name="Harris, Wyatt J Lt Col USAF USAFA DF/DFAS" userId="768bfb95-c272-4014-8fa2-010c15306053" providerId="ADAL" clId="{7120FF0F-E59A-4409-8838-57DE0E427545}" dt="2025-08-05T21:56:44.201" v="281" actId="700"/>
          <ac:spMkLst>
            <pc:docMk/>
            <pc:sldMk cId="1708282618" sldId="261"/>
            <ac:spMk id="5" creationId="{E760AE94-9042-41CC-B619-3B922DD3B27E}"/>
          </ac:spMkLst>
        </pc:spChg>
        <pc:spChg chg="add mod ord">
          <ac:chgData name="Harris, Wyatt J Lt Col USAF USAFA DF/DFAS" userId="768bfb95-c272-4014-8fa2-010c15306053" providerId="ADAL" clId="{7120FF0F-E59A-4409-8838-57DE0E427545}" dt="2025-08-05T22:16:09.209" v="898" actId="122"/>
          <ac:spMkLst>
            <pc:docMk/>
            <pc:sldMk cId="1708282618" sldId="261"/>
            <ac:spMk id="6" creationId="{1DFB8A84-B35D-09A5-7FA1-FA82AF30F0A8}"/>
          </ac:spMkLst>
        </pc:spChg>
        <pc:spChg chg="add del mod ord">
          <ac:chgData name="Harris, Wyatt J Lt Col USAF USAFA DF/DFAS" userId="768bfb95-c272-4014-8fa2-010c15306053" providerId="ADAL" clId="{7120FF0F-E59A-4409-8838-57DE0E427545}" dt="2025-08-05T21:59:30.395" v="305" actId="478"/>
          <ac:spMkLst>
            <pc:docMk/>
            <pc:sldMk cId="1708282618" sldId="261"/>
            <ac:spMk id="7" creationId="{A4E46500-D0CF-F8C4-8634-D89DC79B43A8}"/>
          </ac:spMkLst>
        </pc:spChg>
      </pc:sldChg>
      <pc:sldChg chg="del">
        <pc:chgData name="Harris, Wyatt J Lt Col USAF USAFA DF/DFAS" userId="768bfb95-c272-4014-8fa2-010c15306053" providerId="ADAL" clId="{7120FF0F-E59A-4409-8838-57DE0E427545}" dt="2025-08-05T21:44:42.113" v="0" actId="47"/>
        <pc:sldMkLst>
          <pc:docMk/>
          <pc:sldMk cId="570581100" sldId="262"/>
        </pc:sldMkLst>
      </pc:sldChg>
      <pc:sldChg chg="modSp add mod">
        <pc:chgData name="Harris, Wyatt J Lt Col USAF USAFA DF/DFAS" userId="768bfb95-c272-4014-8fa2-010c15306053" providerId="ADAL" clId="{7120FF0F-E59A-4409-8838-57DE0E427545}" dt="2025-08-05T22:16:01.513" v="897" actId="122"/>
        <pc:sldMkLst>
          <pc:docMk/>
          <pc:sldMk cId="1484606815" sldId="262"/>
        </pc:sldMkLst>
        <pc:spChg chg="mod">
          <ac:chgData name="Harris, Wyatt J Lt Col USAF USAFA DF/DFAS" userId="768bfb95-c272-4014-8fa2-010c15306053" providerId="ADAL" clId="{7120FF0F-E59A-4409-8838-57DE0E427545}" dt="2025-08-05T22:16:01.513" v="897" actId="122"/>
          <ac:spMkLst>
            <pc:docMk/>
            <pc:sldMk cId="1484606815" sldId="262"/>
            <ac:spMk id="6" creationId="{46639D79-54B9-ACBD-5D28-E749F54F07C0}"/>
          </ac:spMkLst>
        </pc:spChg>
      </pc:sldChg>
      <pc:sldChg chg="del">
        <pc:chgData name="Harris, Wyatt J Lt Col USAF USAFA DF/DFAS" userId="768bfb95-c272-4014-8fa2-010c15306053" providerId="ADAL" clId="{7120FF0F-E59A-4409-8838-57DE0E427545}" dt="2025-08-05T21:44:42.113" v="0" actId="47"/>
        <pc:sldMkLst>
          <pc:docMk/>
          <pc:sldMk cId="3710215438" sldId="263"/>
        </pc:sldMkLst>
      </pc:sldChg>
      <pc:sldChg chg="modSp new mod">
        <pc:chgData name="Harris, Wyatt J Lt Col USAF USAFA DF/DFAS" userId="768bfb95-c272-4014-8fa2-010c15306053" providerId="ADAL" clId="{7120FF0F-E59A-4409-8838-57DE0E427545}" dt="2025-08-05T22:26:14.633" v="1104" actId="20577"/>
        <pc:sldMkLst>
          <pc:docMk/>
          <pc:sldMk cId="3918575943" sldId="263"/>
        </pc:sldMkLst>
        <pc:spChg chg="mod">
          <ac:chgData name="Harris, Wyatt J Lt Col USAF USAFA DF/DFAS" userId="768bfb95-c272-4014-8fa2-010c15306053" providerId="ADAL" clId="{7120FF0F-E59A-4409-8838-57DE0E427545}" dt="2025-08-05T22:21:14.118" v="913" actId="20577"/>
          <ac:spMkLst>
            <pc:docMk/>
            <pc:sldMk cId="3918575943" sldId="263"/>
            <ac:spMk id="2" creationId="{811A8084-1289-12E7-AD4B-B42A2B9D9C77}"/>
          </ac:spMkLst>
        </pc:spChg>
        <pc:spChg chg="mod">
          <ac:chgData name="Harris, Wyatt J Lt Col USAF USAFA DF/DFAS" userId="768bfb95-c272-4014-8fa2-010c15306053" providerId="ADAL" clId="{7120FF0F-E59A-4409-8838-57DE0E427545}" dt="2025-08-05T22:26:14.633" v="1104" actId="20577"/>
          <ac:spMkLst>
            <pc:docMk/>
            <pc:sldMk cId="3918575943" sldId="263"/>
            <ac:spMk id="3" creationId="{72A36D1B-2101-608F-7768-35C6743AE113}"/>
          </ac:spMkLst>
        </pc:spChg>
      </pc:sldChg>
      <pc:sldChg chg="modSp new mod">
        <pc:chgData name="Harris, Wyatt J Lt Col USAF USAFA DF/DFAS" userId="768bfb95-c272-4014-8fa2-010c15306053" providerId="ADAL" clId="{7120FF0F-E59A-4409-8838-57DE0E427545}" dt="2025-08-05T22:29:55.866" v="1408" actId="5793"/>
        <pc:sldMkLst>
          <pc:docMk/>
          <pc:sldMk cId="3690975180" sldId="264"/>
        </pc:sldMkLst>
        <pc:spChg chg="mod">
          <ac:chgData name="Harris, Wyatt J Lt Col USAF USAFA DF/DFAS" userId="768bfb95-c272-4014-8fa2-010c15306053" providerId="ADAL" clId="{7120FF0F-E59A-4409-8838-57DE0E427545}" dt="2025-08-05T22:28:11.053" v="1174" actId="20577"/>
          <ac:spMkLst>
            <pc:docMk/>
            <pc:sldMk cId="3690975180" sldId="264"/>
            <ac:spMk id="2" creationId="{A1EE9E88-12AB-AF2F-ED35-88D937EC4C10}"/>
          </ac:spMkLst>
        </pc:spChg>
        <pc:spChg chg="mod">
          <ac:chgData name="Harris, Wyatt J Lt Col USAF USAFA DF/DFAS" userId="768bfb95-c272-4014-8fa2-010c15306053" providerId="ADAL" clId="{7120FF0F-E59A-4409-8838-57DE0E427545}" dt="2025-08-05T22:29:55.866" v="1408" actId="5793"/>
          <ac:spMkLst>
            <pc:docMk/>
            <pc:sldMk cId="3690975180" sldId="264"/>
            <ac:spMk id="3" creationId="{76F8D770-D4B9-7FD4-DD24-623526A48314}"/>
          </ac:spMkLst>
        </pc:spChg>
      </pc:sldChg>
      <pc:sldChg chg="new">
        <pc:chgData name="Harris, Wyatt J Lt Col USAF USAFA DF/DFAS" userId="768bfb95-c272-4014-8fa2-010c15306053" providerId="ADAL" clId="{7120FF0F-E59A-4409-8838-57DE0E427545}" dt="2025-08-05T22:34:23.932" v="1485" actId="680"/>
        <pc:sldMkLst>
          <pc:docMk/>
          <pc:sldMk cId="825316764" sldId="265"/>
        </pc:sldMkLst>
      </pc:sldChg>
      <pc:sldChg chg="del">
        <pc:chgData name="Harris, Wyatt J Lt Col USAF USAFA DF/DFAS" userId="768bfb95-c272-4014-8fa2-010c15306053" providerId="ADAL" clId="{7120FF0F-E59A-4409-8838-57DE0E427545}" dt="2025-08-05T21:44:42.113" v="0" actId="47"/>
        <pc:sldMkLst>
          <pc:docMk/>
          <pc:sldMk cId="1094884155" sldId="265"/>
        </pc:sldMkLst>
      </pc:sldChg>
      <pc:sldChg chg="del">
        <pc:chgData name="Harris, Wyatt J Lt Col USAF USAFA DF/DFAS" userId="768bfb95-c272-4014-8fa2-010c15306053" providerId="ADAL" clId="{7120FF0F-E59A-4409-8838-57DE0E427545}" dt="2025-08-05T21:44:42.113" v="0" actId="47"/>
        <pc:sldMkLst>
          <pc:docMk/>
          <pc:sldMk cId="3701618559" sldId="266"/>
        </pc:sldMkLst>
      </pc:sldChg>
      <pc:sldChg chg="del">
        <pc:chgData name="Harris, Wyatt J Lt Col USAF USAFA DF/DFAS" userId="768bfb95-c272-4014-8fa2-010c15306053" providerId="ADAL" clId="{7120FF0F-E59A-4409-8838-57DE0E427545}" dt="2025-08-05T21:44:42.113" v="0" actId="47"/>
        <pc:sldMkLst>
          <pc:docMk/>
          <pc:sldMk cId="4019064821" sldId="267"/>
        </pc:sldMkLst>
      </pc:sldChg>
      <pc:sldChg chg="del">
        <pc:chgData name="Harris, Wyatt J Lt Col USAF USAFA DF/DFAS" userId="768bfb95-c272-4014-8fa2-010c15306053" providerId="ADAL" clId="{7120FF0F-E59A-4409-8838-57DE0E427545}" dt="2025-08-05T21:44:42.113" v="0" actId="47"/>
        <pc:sldMkLst>
          <pc:docMk/>
          <pc:sldMk cId="1423098466" sldId="268"/>
        </pc:sldMkLst>
      </pc:sldChg>
      <pc:sldChg chg="del">
        <pc:chgData name="Harris, Wyatt J Lt Col USAF USAFA DF/DFAS" userId="768bfb95-c272-4014-8fa2-010c15306053" providerId="ADAL" clId="{7120FF0F-E59A-4409-8838-57DE0E427545}" dt="2025-08-05T21:44:42.113" v="0" actId="47"/>
        <pc:sldMkLst>
          <pc:docMk/>
          <pc:sldMk cId="3198728827" sldId="269"/>
        </pc:sldMkLst>
      </pc:sldChg>
      <pc:sldChg chg="del">
        <pc:chgData name="Harris, Wyatt J Lt Col USAF USAFA DF/DFAS" userId="768bfb95-c272-4014-8fa2-010c15306053" providerId="ADAL" clId="{7120FF0F-E59A-4409-8838-57DE0E427545}" dt="2025-08-05T21:44:42.113" v="0" actId="47"/>
        <pc:sldMkLst>
          <pc:docMk/>
          <pc:sldMk cId="3835083646" sldId="271"/>
        </pc:sldMkLst>
      </pc:sldChg>
      <pc:sldChg chg="del">
        <pc:chgData name="Harris, Wyatt J Lt Col USAF USAFA DF/DFAS" userId="768bfb95-c272-4014-8fa2-010c15306053" providerId="ADAL" clId="{7120FF0F-E59A-4409-8838-57DE0E427545}" dt="2025-08-05T21:44:42.113" v="0" actId="47"/>
        <pc:sldMkLst>
          <pc:docMk/>
          <pc:sldMk cId="4248991531" sldId="272"/>
        </pc:sldMkLst>
      </pc:sldChg>
      <pc:sldChg chg="del">
        <pc:chgData name="Harris, Wyatt J Lt Col USAF USAFA DF/DFAS" userId="768bfb95-c272-4014-8fa2-010c15306053" providerId="ADAL" clId="{7120FF0F-E59A-4409-8838-57DE0E427545}" dt="2025-08-05T21:44:42.113" v="0" actId="47"/>
        <pc:sldMkLst>
          <pc:docMk/>
          <pc:sldMk cId="84334701" sldId="273"/>
        </pc:sldMkLst>
      </pc:sldChg>
      <pc:sldMasterChg chg="delSp modSp mod delSldLayout modSldLayout">
        <pc:chgData name="Harris, Wyatt J Lt Col USAF USAFA DF/DFAS" userId="768bfb95-c272-4014-8fa2-010c15306053" providerId="ADAL" clId="{7120FF0F-E59A-4409-8838-57DE0E427545}" dt="2025-08-05T21:59:23.591" v="304" actId="242"/>
        <pc:sldMasterMkLst>
          <pc:docMk/>
          <pc:sldMasterMk cId="85601226" sldId="2147483660"/>
        </pc:sldMasterMkLst>
        <pc:spChg chg="mod">
          <ac:chgData name="Harris, Wyatt J Lt Col USAF USAFA DF/DFAS" userId="768bfb95-c272-4014-8fa2-010c15306053" providerId="ADAL" clId="{7120FF0F-E59A-4409-8838-57DE0E427545}" dt="2025-08-05T21:47:21.485" v="57" actId="1076"/>
          <ac:spMkLst>
            <pc:docMk/>
            <pc:sldMasterMk cId="85601226" sldId="2147483660"/>
            <ac:spMk id="2" creationId="{00000000-0000-0000-0000-000000000000}"/>
          </ac:spMkLst>
        </pc:spChg>
        <pc:spChg chg="mod">
          <ac:chgData name="Harris, Wyatt J Lt Col USAF USAFA DF/DFAS" userId="768bfb95-c272-4014-8fa2-010c15306053" providerId="ADAL" clId="{7120FF0F-E59A-4409-8838-57DE0E427545}" dt="2025-08-05T21:46:14.082" v="45" actId="14100"/>
          <ac:spMkLst>
            <pc:docMk/>
            <pc:sldMasterMk cId="85601226" sldId="2147483660"/>
            <ac:spMk id="3" creationId="{00000000-0000-0000-0000-000000000000}"/>
          </ac:spMkLst>
        </pc:spChg>
        <pc:spChg chg="mod">
          <ac:chgData name="Harris, Wyatt J Lt Col USAF USAFA DF/DFAS" userId="768bfb95-c272-4014-8fa2-010c15306053" providerId="ADAL" clId="{7120FF0F-E59A-4409-8838-57DE0E427545}" dt="2025-08-05T21:46:17.696" v="46" actId="1076"/>
          <ac:spMkLst>
            <pc:docMk/>
            <pc:sldMasterMk cId="85601226" sldId="2147483660"/>
            <ac:spMk id="4" creationId="{00000000-0000-0000-0000-000000000000}"/>
          </ac:spMkLst>
        </pc:spChg>
        <pc:spChg chg="mod">
          <ac:chgData name="Harris, Wyatt J Lt Col USAF USAFA DF/DFAS" userId="768bfb95-c272-4014-8fa2-010c15306053" providerId="ADAL" clId="{7120FF0F-E59A-4409-8838-57DE0E427545}" dt="2025-08-05T21:46:41.372" v="52" actId="20577"/>
          <ac:spMkLst>
            <pc:docMk/>
            <pc:sldMasterMk cId="85601226" sldId="2147483660"/>
            <ac:spMk id="5" creationId="{00000000-0000-0000-0000-000000000000}"/>
          </ac:spMkLst>
        </pc:spChg>
        <pc:spChg chg="del">
          <ac:chgData name="Harris, Wyatt J Lt Col USAF USAFA DF/DFAS" userId="768bfb95-c272-4014-8fa2-010c15306053" providerId="ADAL" clId="{7120FF0F-E59A-4409-8838-57DE0E427545}" dt="2025-08-05T21:45:44.354" v="13" actId="478"/>
          <ac:spMkLst>
            <pc:docMk/>
            <pc:sldMasterMk cId="85601226" sldId="2147483660"/>
            <ac:spMk id="7" creationId="{77E8A6C5-C92C-8448-0311-8A5C323071D8}"/>
          </ac:spMkLst>
        </pc:spChg>
        <pc:spChg chg="mod">
          <ac:chgData name="Harris, Wyatt J Lt Col USAF USAFA DF/DFAS" userId="768bfb95-c272-4014-8fa2-010c15306053" providerId="ADAL" clId="{7120FF0F-E59A-4409-8838-57DE0E427545}" dt="2025-08-05T21:47:15.117" v="56" actId="14100"/>
          <ac:spMkLst>
            <pc:docMk/>
            <pc:sldMasterMk cId="85601226" sldId="2147483660"/>
            <ac:spMk id="9" creationId="{30CFB5F7-9C45-8CB0-F5C4-6BF493EF4BCD}"/>
          </ac:spMkLst>
        </pc:spChg>
        <pc:picChg chg="mod">
          <ac:chgData name="Harris, Wyatt J Lt Col USAF USAFA DF/DFAS" userId="768bfb95-c272-4014-8fa2-010c15306053" providerId="ADAL" clId="{7120FF0F-E59A-4409-8838-57DE0E427545}" dt="2025-08-05T21:46:03.657" v="33" actId="14100"/>
          <ac:picMkLst>
            <pc:docMk/>
            <pc:sldMasterMk cId="85601226" sldId="2147483660"/>
            <ac:picMk id="11" creationId="{DF49DA28-CF7C-1CE3-C307-FC252DA9EBC7}"/>
          </ac:picMkLst>
        </pc:picChg>
        <pc:sldLayoutChg chg="modSp mod">
          <pc:chgData name="Harris, Wyatt J Lt Col USAF USAFA DF/DFAS" userId="768bfb95-c272-4014-8fa2-010c15306053" providerId="ADAL" clId="{7120FF0F-E59A-4409-8838-57DE0E427545}" dt="2025-08-05T21:48:27.335" v="62" actId="1076"/>
          <pc:sldLayoutMkLst>
            <pc:docMk/>
            <pc:sldMasterMk cId="85601226" sldId="2147483660"/>
            <pc:sldLayoutMk cId="652688712" sldId="2147483661"/>
          </pc:sldLayoutMkLst>
          <pc:spChg chg="mod">
            <ac:chgData name="Harris, Wyatt J Lt Col USAF USAFA DF/DFAS" userId="768bfb95-c272-4014-8fa2-010c15306053" providerId="ADAL" clId="{7120FF0F-E59A-4409-8838-57DE0E427545}" dt="2025-08-05T21:48:27.335" v="62" actId="1076"/>
            <ac:spMkLst>
              <pc:docMk/>
              <pc:sldMasterMk cId="85601226" sldId="2147483660"/>
              <pc:sldLayoutMk cId="652688712" sldId="2147483661"/>
              <ac:spMk id="2" creationId="{00000000-0000-0000-0000-000000000000}"/>
            </ac:spMkLst>
          </pc:spChg>
          <pc:spChg chg="mod">
            <ac:chgData name="Harris, Wyatt J Lt Col USAF USAFA DF/DFAS" userId="768bfb95-c272-4014-8fa2-010c15306053" providerId="ADAL" clId="{7120FF0F-E59A-4409-8838-57DE0E427545}" dt="2025-08-05T21:47:45.683" v="60" actId="122"/>
            <ac:spMkLst>
              <pc:docMk/>
              <pc:sldMasterMk cId="85601226" sldId="2147483660"/>
              <pc:sldLayoutMk cId="652688712" sldId="2147483661"/>
              <ac:spMk id="7" creationId="{CF1DE720-C36A-2EFC-0954-335249276F1A}"/>
            </ac:spMkLst>
          </pc:spChg>
        </pc:sldLayoutChg>
        <pc:sldLayoutChg chg="modSp mod">
          <pc:chgData name="Harris, Wyatt J Lt Col USAF USAFA DF/DFAS" userId="768bfb95-c272-4014-8fa2-010c15306053" providerId="ADAL" clId="{7120FF0F-E59A-4409-8838-57DE0E427545}" dt="2025-08-05T21:59:23.591" v="304" actId="242"/>
          <pc:sldLayoutMkLst>
            <pc:docMk/>
            <pc:sldMasterMk cId="85601226" sldId="2147483660"/>
            <pc:sldLayoutMk cId="389590491" sldId="2147483663"/>
          </pc:sldLayoutMkLst>
          <pc:spChg chg="mod">
            <ac:chgData name="Harris, Wyatt J Lt Col USAF USAFA DF/DFAS" userId="768bfb95-c272-4014-8fa2-010c15306053" providerId="ADAL" clId="{7120FF0F-E59A-4409-8838-57DE0E427545}" dt="2025-08-05T21:59:23.591" v="304" actId="242"/>
            <ac:spMkLst>
              <pc:docMk/>
              <pc:sldMasterMk cId="85601226" sldId="2147483660"/>
              <pc:sldLayoutMk cId="389590491" sldId="2147483663"/>
              <ac:spMk id="2" creationId="{00000000-0000-0000-0000-000000000000}"/>
            </ac:spMkLst>
          </pc:spChg>
        </pc:sldLayoutChg>
        <pc:sldLayoutChg chg="del">
          <pc:chgData name="Harris, Wyatt J Lt Col USAF USAFA DF/DFAS" userId="768bfb95-c272-4014-8fa2-010c15306053" providerId="ADAL" clId="{7120FF0F-E59A-4409-8838-57DE0E427545}" dt="2025-08-05T21:44:42.113" v="0" actId="47"/>
          <pc:sldLayoutMkLst>
            <pc:docMk/>
            <pc:sldMasterMk cId="85601226" sldId="2147483660"/>
            <pc:sldLayoutMk cId="952917647" sldId="2147483672"/>
          </pc:sldLayoutMkLst>
        </pc:sldLayoutChg>
        <pc:sldLayoutChg chg="del">
          <pc:chgData name="Harris, Wyatt J Lt Col USAF USAFA DF/DFAS" userId="768bfb95-c272-4014-8fa2-010c15306053" providerId="ADAL" clId="{7120FF0F-E59A-4409-8838-57DE0E427545}" dt="2025-08-05T21:44:42.113" v="0" actId="47"/>
          <pc:sldLayoutMkLst>
            <pc:docMk/>
            <pc:sldMasterMk cId="85601226" sldId="2147483660"/>
            <pc:sldLayoutMk cId="1645863849" sldId="2147483673"/>
          </pc:sldLayoutMkLst>
        </pc:sldLayoutChg>
        <pc:sldLayoutChg chg="del">
          <pc:chgData name="Harris, Wyatt J Lt Col USAF USAFA DF/DFAS" userId="768bfb95-c272-4014-8fa2-010c15306053" providerId="ADAL" clId="{7120FF0F-E59A-4409-8838-57DE0E427545}" dt="2025-08-05T21:44:42.113" v="0" actId="47"/>
          <pc:sldLayoutMkLst>
            <pc:docMk/>
            <pc:sldMasterMk cId="85601226" sldId="2147483660"/>
            <pc:sldLayoutMk cId="215500032" sldId="2147483674"/>
          </pc:sldLayoutMkLst>
        </pc:sldLayoutChg>
        <pc:sldLayoutChg chg="del">
          <pc:chgData name="Harris, Wyatt J Lt Col USAF USAFA DF/DFAS" userId="768bfb95-c272-4014-8fa2-010c15306053" providerId="ADAL" clId="{7120FF0F-E59A-4409-8838-57DE0E427545}" dt="2025-08-05T21:44:42.113" v="0" actId="47"/>
          <pc:sldLayoutMkLst>
            <pc:docMk/>
            <pc:sldMasterMk cId="85601226" sldId="2147483660"/>
            <pc:sldLayoutMk cId="3477783815" sldId="2147483675"/>
          </pc:sldLayoutMkLst>
        </pc:sldLayoutChg>
        <pc:sldLayoutChg chg="del">
          <pc:chgData name="Harris, Wyatt J Lt Col USAF USAFA DF/DFAS" userId="768bfb95-c272-4014-8fa2-010c15306053" providerId="ADAL" clId="{7120FF0F-E59A-4409-8838-57DE0E427545}" dt="2025-08-05T21:44:42.113" v="0" actId="47"/>
          <pc:sldLayoutMkLst>
            <pc:docMk/>
            <pc:sldMasterMk cId="85601226" sldId="2147483660"/>
            <pc:sldLayoutMk cId="1764766162" sldId="2147483676"/>
          </pc:sldLayoutMkLst>
        </pc:sldLayoutChg>
        <pc:sldLayoutChg chg="del">
          <pc:chgData name="Harris, Wyatt J Lt Col USAF USAFA DF/DFAS" userId="768bfb95-c272-4014-8fa2-010c15306053" providerId="ADAL" clId="{7120FF0F-E59A-4409-8838-57DE0E427545}" dt="2025-08-05T21:44:42.113" v="0" actId="47"/>
          <pc:sldLayoutMkLst>
            <pc:docMk/>
            <pc:sldMasterMk cId="85601226" sldId="2147483660"/>
            <pc:sldLayoutMk cId="620485307" sldId="2147483677"/>
          </pc:sldLayoutMkLst>
        </pc:sldLayoutChg>
        <pc:sldLayoutChg chg="del">
          <pc:chgData name="Harris, Wyatt J Lt Col USAF USAFA DF/DFAS" userId="768bfb95-c272-4014-8fa2-010c15306053" providerId="ADAL" clId="{7120FF0F-E59A-4409-8838-57DE0E427545}" dt="2025-08-05T21:44:42.113" v="0" actId="47"/>
          <pc:sldLayoutMkLst>
            <pc:docMk/>
            <pc:sldMasterMk cId="85601226" sldId="2147483660"/>
            <pc:sldLayoutMk cId="1386079429" sldId="2147483678"/>
          </pc:sldLayoutMkLst>
        </pc:sldLayoutChg>
        <pc:sldLayoutChg chg="del">
          <pc:chgData name="Harris, Wyatt J Lt Col USAF USAFA DF/DFAS" userId="768bfb95-c272-4014-8fa2-010c15306053" providerId="ADAL" clId="{7120FF0F-E59A-4409-8838-57DE0E427545}" dt="2025-08-05T21:44:42.113" v="0" actId="47"/>
          <pc:sldLayoutMkLst>
            <pc:docMk/>
            <pc:sldMasterMk cId="85601226" sldId="2147483660"/>
            <pc:sldLayoutMk cId="1493533842" sldId="2147483679"/>
          </pc:sldLayoutMkLst>
        </pc:sldLayoutChg>
        <pc:sldLayoutChg chg="del">
          <pc:chgData name="Harris, Wyatt J Lt Col USAF USAFA DF/DFAS" userId="768bfb95-c272-4014-8fa2-010c15306053" providerId="ADAL" clId="{7120FF0F-E59A-4409-8838-57DE0E427545}" dt="2025-08-05T21:44:42.113" v="0" actId="47"/>
          <pc:sldLayoutMkLst>
            <pc:docMk/>
            <pc:sldMasterMk cId="85601226" sldId="2147483660"/>
            <pc:sldLayoutMk cId="1303089317" sldId="2147483680"/>
          </pc:sldLayoutMkLst>
        </pc:sldLayoutChg>
        <pc:sldLayoutChg chg="del">
          <pc:chgData name="Harris, Wyatt J Lt Col USAF USAFA DF/DFAS" userId="768bfb95-c272-4014-8fa2-010c15306053" providerId="ADAL" clId="{7120FF0F-E59A-4409-8838-57DE0E427545}" dt="2025-08-05T21:44:42.113" v="0" actId="47"/>
          <pc:sldLayoutMkLst>
            <pc:docMk/>
            <pc:sldMasterMk cId="85601226" sldId="2147483660"/>
            <pc:sldLayoutMk cId="2238854121" sldId="2147483681"/>
          </pc:sldLayoutMkLst>
        </pc:sldLayoutChg>
        <pc:sldLayoutChg chg="del">
          <pc:chgData name="Harris, Wyatt J Lt Col USAF USAFA DF/DFAS" userId="768bfb95-c272-4014-8fa2-010c15306053" providerId="ADAL" clId="{7120FF0F-E59A-4409-8838-57DE0E427545}" dt="2025-08-05T21:44:42.113" v="0" actId="47"/>
          <pc:sldLayoutMkLst>
            <pc:docMk/>
            <pc:sldMasterMk cId="85601226" sldId="2147483660"/>
            <pc:sldLayoutMk cId="2657409738" sldId="2147483682"/>
          </pc:sldLayoutMkLst>
        </pc:sldLayoutChg>
        <pc:sldLayoutChg chg="del">
          <pc:chgData name="Harris, Wyatt J Lt Col USAF USAFA DF/DFAS" userId="768bfb95-c272-4014-8fa2-010c15306053" providerId="ADAL" clId="{7120FF0F-E59A-4409-8838-57DE0E427545}" dt="2025-08-05T21:44:42.113" v="0" actId="47"/>
          <pc:sldLayoutMkLst>
            <pc:docMk/>
            <pc:sldMasterMk cId="85601226" sldId="2147483660"/>
            <pc:sldLayoutMk cId="1674527337" sldId="2147483683"/>
          </pc:sldLayoutMkLst>
        </pc:sldLayoutChg>
      </pc:sldMaster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32" tIns="45716" rIns="91432" bIns="45716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32" tIns="45716" rIns="91432" bIns="45716" rtlCol="0"/>
          <a:lstStyle>
            <a:lvl1pPr algn="r">
              <a:defRPr sz="1200"/>
            </a:lvl1pPr>
          </a:lstStyle>
          <a:p>
            <a:fld id="{94D2EC29-5E9A-49E8-BC12-73FDF6305747}" type="datetimeFigureOut">
              <a:rPr lang="en-US" smtClean="0"/>
              <a:t>8/5/2025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32" tIns="45716" rIns="91432" bIns="45716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32" tIns="45716" rIns="91432" bIns="45716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32" tIns="45716" rIns="91432" bIns="45716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32" tIns="45716" rIns="91432" bIns="45716" rtlCol="0" anchor="b"/>
          <a:lstStyle>
            <a:lvl1pPr algn="r">
              <a:defRPr sz="1200"/>
            </a:lvl1pPr>
          </a:lstStyle>
          <a:p>
            <a:fld id="{9EB4C982-825B-414E-ABB9-79AB251390A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4232126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315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158" algn="l" defTabSz="914315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315" algn="l" defTabSz="914315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474" algn="l" defTabSz="914315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631" algn="l" defTabSz="914315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5789" algn="l" defTabSz="914315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2947" algn="l" defTabSz="914315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104" algn="l" defTabSz="914315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263" algn="l" defTabSz="914315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77505" y="1287560"/>
            <a:ext cx="6788990" cy="2387600"/>
          </a:xfrm>
        </p:spPr>
        <p:txBody>
          <a:bodyPr anchor="ctr"/>
          <a:lstStyle>
            <a:lvl1pPr algn="ctr">
              <a:defRPr sz="60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3781865"/>
            <a:ext cx="6858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EE600E-A67F-4D2A-8A36-552C1EFBE963}" type="datetime1">
              <a:rPr lang="en-US" smtClean="0"/>
              <a:t>8/5/2025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Astro 331 Lab #1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3029B7-FE6B-4680-9049-80E8298A0825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7" name="Title 1">
            <a:extLst>
              <a:ext uri="{FF2B5EF4-FFF2-40B4-BE49-F238E27FC236}">
                <a16:creationId xmlns:a16="http://schemas.microsoft.com/office/drawing/2014/main" id="{CF1DE720-C36A-2EFC-0954-335249276F1A}"/>
              </a:ext>
            </a:extLst>
          </p:cNvPr>
          <p:cNvSpPr txBox="1">
            <a:spLocks/>
          </p:cNvSpPr>
          <p:nvPr userDrawn="1"/>
        </p:nvSpPr>
        <p:spPr>
          <a:xfrm>
            <a:off x="1028701" y="111639"/>
            <a:ext cx="7226780" cy="69637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b="1" kern="1200">
                <a:solidFill>
                  <a:schemeClr val="tx1"/>
                </a:solidFill>
                <a:latin typeface="Segoe UI" panose="020B0502040204020203" pitchFamily="34" charset="0"/>
                <a:ea typeface="+mj-ea"/>
                <a:cs typeface="Segoe UI" panose="020B0502040204020203" pitchFamily="34" charset="0"/>
              </a:defRPr>
            </a:lvl1pPr>
          </a:lstStyle>
          <a:p>
            <a:pPr algn="ctr"/>
            <a:r>
              <a:rPr lang="en-US" sz="3600" dirty="0"/>
              <a:t>USAFA ASTRO</a:t>
            </a:r>
          </a:p>
        </p:txBody>
      </p:sp>
      <p:sp>
        <p:nvSpPr>
          <p:cNvPr id="8" name="Subtitle 2">
            <a:extLst>
              <a:ext uri="{FF2B5EF4-FFF2-40B4-BE49-F238E27FC236}">
                <a16:creationId xmlns:a16="http://schemas.microsoft.com/office/drawing/2014/main" id="{6FD864A1-DC7B-C6C8-87CB-D0D681030469}"/>
              </a:ext>
            </a:extLst>
          </p:cNvPr>
          <p:cNvSpPr txBox="1">
            <a:spLocks/>
          </p:cNvSpPr>
          <p:nvPr userDrawn="1"/>
        </p:nvSpPr>
        <p:spPr>
          <a:xfrm>
            <a:off x="1143000" y="6288282"/>
            <a:ext cx="6858000" cy="501261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Segoe UI" panose="020B0502040204020203" pitchFamily="34" charset="0"/>
                <a:ea typeface="+mn-ea"/>
                <a:cs typeface="Segoe UI" panose="020B0502040204020203" pitchFamily="34" charset="0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Segoe UI" panose="020B0502040204020203" pitchFamily="34" charset="0"/>
                <a:ea typeface="+mn-ea"/>
                <a:cs typeface="Segoe UI" panose="020B0502040204020203" pitchFamily="34" charset="0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Segoe UI" panose="020B0502040204020203" pitchFamily="34" charset="0"/>
                <a:ea typeface="+mn-ea"/>
                <a:cs typeface="Segoe UI" panose="020B0502040204020203" pitchFamily="34" charset="0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Segoe UI" panose="020B0502040204020203" pitchFamily="34" charset="0"/>
                <a:ea typeface="+mn-ea"/>
                <a:cs typeface="Segoe UI" panose="020B0502040204020203" pitchFamily="34" charset="0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Segoe UI" panose="020B0502040204020203" pitchFamily="34" charset="0"/>
                <a:ea typeface="+mn-ea"/>
                <a:cs typeface="Segoe UI" panose="020B0502040204020203" pitchFamily="34" charset="0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2000" b="1" i="1" dirty="0"/>
              <a:t>ASTRO 331 – Space Systems Engineering</a:t>
            </a:r>
          </a:p>
        </p:txBody>
      </p:sp>
    </p:spTree>
    <p:extLst>
      <p:ext uri="{BB962C8B-B14F-4D97-AF65-F5344CB8AC3E}">
        <p14:creationId xmlns:p14="http://schemas.microsoft.com/office/powerpoint/2010/main" val="65268871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9D194C-E731-4CF3-8F14-16F2CEB9B5CF}" type="datetime1">
              <a:rPr lang="en-US" smtClean="0"/>
              <a:t>8/5/2025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Astro 331 Lab #1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3029B7-FE6B-4680-9049-80E8298A082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8006264"/>
      </p:ext>
    </p:extLst>
  </p:cSld>
  <p:clrMapOvr>
    <a:masterClrMapping/>
  </p:clrMapOvr>
  <p:hf hd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709739"/>
            <a:ext cx="7886700" cy="2852737"/>
          </a:xfrm>
        </p:spPr>
        <p:txBody>
          <a:bodyPr anchor="ctr">
            <a:normAutofit/>
          </a:bodyPr>
          <a:lstStyle>
            <a:lvl1pPr>
              <a:defRPr sz="48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4589464"/>
            <a:ext cx="78867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5C6FCA-E440-4A17-8C6B-54B65BC400EF}" type="datetime1">
              <a:rPr lang="en-US" smtClean="0"/>
              <a:t>8/5/2025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Astro 331 Lab #1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3029B7-FE6B-4680-9049-80E8298A082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959049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28650" y="1825625"/>
            <a:ext cx="38862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29150" y="1825625"/>
            <a:ext cx="38862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CEF287-72CA-49D4-A601-3B9D2E83EA05}" type="datetime1">
              <a:rPr lang="en-US" smtClean="0"/>
              <a:t>8/5/2025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Astro 331 Lab #1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3029B7-FE6B-4680-9049-80E8298A082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1556633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65126"/>
            <a:ext cx="78867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9842" y="1681163"/>
            <a:ext cx="3868340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9842" y="2505075"/>
            <a:ext cx="3868340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391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391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2B2832-1105-4FA1-AD49-3D1761459FB9}" type="datetime1">
              <a:rPr lang="en-US" smtClean="0"/>
              <a:t>8/5/2025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Astro 331 Lab #1</a:t>
            </a: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3029B7-FE6B-4680-9049-80E8298A082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3767108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08DF9A-2345-4D36-85FA-49730D271487}" type="datetime1">
              <a:rPr lang="en-US" smtClean="0"/>
              <a:t>8/5/2025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Astro 331 Lab #1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3029B7-FE6B-4680-9049-80E8298A082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8597917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0B4DED-4E37-473F-AD62-970655F2D578}" type="datetime1">
              <a:rPr lang="en-US" smtClean="0"/>
              <a:t>8/5/2025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Astro 331 Lab #1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3029B7-FE6B-4680-9049-80E8298A082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5785614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391" y="987426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154D36-2BA6-4632-B283-5D3E851C5410}" type="datetime1">
              <a:rPr lang="en-US" smtClean="0"/>
              <a:t>8/5/2025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Astro 331 Lab #1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3029B7-FE6B-4680-9049-80E8298A082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403636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887391" y="987426"/>
            <a:ext cx="462915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A9CD72-2059-40BB-BF30-AF971560729B}" type="datetime1">
              <a:rPr lang="en-US" smtClean="0"/>
              <a:t>8/5/2025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Astro 331 Lab #1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3029B7-FE6B-4680-9049-80E8298A082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834316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B0F733-755F-4A68-A044-3BB7487EA333}" type="datetime1">
              <a:rPr lang="en-US" smtClean="0"/>
              <a:t>8/5/2025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Astro 331 Lab #1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3029B7-FE6B-4680-9049-80E8298A082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3722118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365125"/>
            <a:ext cx="1971675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0" y="365125"/>
            <a:ext cx="5800725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CE81D12-59AE-465C-A617-7D2534E388B9}" type="datetime1">
              <a:rPr lang="en-US" smtClean="0"/>
              <a:t>8/5/2025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Astro 331 Lab #1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3029B7-FE6B-4680-9049-80E8298A082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5292963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66966" y="133186"/>
            <a:ext cx="7886700" cy="65219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00025" y="1002506"/>
            <a:ext cx="8793015" cy="522755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38291" y="6465105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A19D194C-E731-4CF3-8F14-16F2CEB9B5CF}" type="datetime1">
              <a:rPr lang="en-US" smtClean="0"/>
              <a:t>8/5/2025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028950" y="6501692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r>
              <a:rPr lang="en-US" dirty="0"/>
              <a:t>Astro 331 </a:t>
            </a:r>
            <a:r>
              <a:rPr lang="en-US" dirty="0" err="1"/>
              <a:t>Lsn</a:t>
            </a:r>
            <a:r>
              <a:rPr lang="en-US" dirty="0"/>
              <a:t> 1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7040236" y="6465106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9A3029B7-FE6B-4680-9049-80E8298A0825}" type="slidenum">
              <a:rPr lang="en-US" smtClean="0"/>
              <a:t>‹#›</a:t>
            </a:fld>
            <a:endParaRPr lang="en-US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1B2918AF-A31D-A49D-520C-D6A347912BFA}"/>
              </a:ext>
            </a:extLst>
          </p:cNvPr>
          <p:cNvSpPr txBox="1"/>
          <p:nvPr userDrawn="1"/>
        </p:nvSpPr>
        <p:spPr>
          <a:xfrm>
            <a:off x="8115301" y="72097"/>
            <a:ext cx="970472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400" b="1" dirty="0">
                <a:latin typeface="Segoe UI" panose="020B0502040204020203" pitchFamily="34" charset="0"/>
                <a:cs typeface="Segoe UI" panose="020B0502040204020203" pitchFamily="34" charset="0"/>
              </a:rPr>
              <a:t>2025 Fall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30CFB5F7-9C45-8CB0-F5C4-6BF493EF4BCD}"/>
              </a:ext>
            </a:extLst>
          </p:cNvPr>
          <p:cNvSpPr/>
          <p:nvPr userDrawn="1"/>
        </p:nvSpPr>
        <p:spPr>
          <a:xfrm>
            <a:off x="46364" y="855395"/>
            <a:ext cx="9039409" cy="59616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DF49DA28-CF7C-1CE3-C307-FC252DA9EBC7}"/>
              </a:ext>
            </a:extLst>
          </p:cNvPr>
          <p:cNvPicPr>
            <a:picLocks noChangeAspect="1"/>
          </p:cNvPicPr>
          <p:nvPr userDrawn="1"/>
        </p:nvPicPr>
        <p:blipFill>
          <a:blip r:embed="rId13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46365" y="18574"/>
            <a:ext cx="734686" cy="8274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560122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hf hd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2800" b="1" kern="1200">
          <a:solidFill>
            <a:schemeClr val="tx1"/>
          </a:solidFill>
          <a:latin typeface="Segoe UI" panose="020B0502040204020203" pitchFamily="34" charset="0"/>
          <a:ea typeface="+mj-ea"/>
          <a:cs typeface="Segoe UI" panose="020B0502040204020203" pitchFamily="34" charset="0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Segoe UI" panose="020B0502040204020203" pitchFamily="34" charset="0"/>
          <a:ea typeface="+mn-ea"/>
          <a:cs typeface="Segoe UI" panose="020B0502040204020203" pitchFamily="34" charset="0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Segoe UI" panose="020B0502040204020203" pitchFamily="34" charset="0"/>
          <a:ea typeface="+mn-ea"/>
          <a:cs typeface="Segoe UI" panose="020B0502040204020203" pitchFamily="34" charset="0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Segoe UI" panose="020B0502040204020203" pitchFamily="34" charset="0"/>
          <a:ea typeface="+mn-ea"/>
          <a:cs typeface="Segoe UI" panose="020B0502040204020203" pitchFamily="34" charset="0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Segoe UI" panose="020B0502040204020203" pitchFamily="34" charset="0"/>
          <a:ea typeface="+mn-ea"/>
          <a:cs typeface="Segoe UI" panose="020B0502040204020203" pitchFamily="34" charset="0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Segoe UI" panose="020B0502040204020203" pitchFamily="34" charset="0"/>
          <a:ea typeface="+mn-ea"/>
          <a:cs typeface="Segoe UI" panose="020B0502040204020203" pitchFamily="34" charset="0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hyperlink" Target="https://www.incose.org/" TargetMode="Externa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560E2C4-BC94-2EEF-55E0-A1575A57F58F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en-US" b="1" dirty="0"/>
              <a:t>Lesson 1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D63E707-3906-1580-6A39-D3696F120305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b="1" dirty="0"/>
              <a:t>Course Overview</a:t>
            </a:r>
          </a:p>
          <a:p>
            <a:r>
              <a:rPr lang="en-US" b="1" dirty="0"/>
              <a:t>&amp;</a:t>
            </a:r>
          </a:p>
          <a:p>
            <a:r>
              <a:rPr lang="en-US" b="1" dirty="0"/>
              <a:t>Introduction to Space Systems</a:t>
            </a:r>
          </a:p>
        </p:txBody>
      </p:sp>
    </p:spTree>
    <p:extLst>
      <p:ext uri="{BB962C8B-B14F-4D97-AF65-F5344CB8AC3E}">
        <p14:creationId xmlns:p14="http://schemas.microsoft.com/office/powerpoint/2010/main" val="318806235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>
            <a:extLst>
              <a:ext uri="{FF2B5EF4-FFF2-40B4-BE49-F238E27FC236}">
                <a16:creationId xmlns:a16="http://schemas.microsoft.com/office/drawing/2014/main" id="{1DFB8A84-B35D-09A5-7FA1-FA82AF30F0A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US" sz="4400" dirty="0"/>
              <a:t>Course Overview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068C509-23B6-D76B-A834-3D9EACD003D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Astro 331 Lab #1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760AE94-9042-41CC-B619-3B922DD3B27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3029B7-FE6B-4680-9049-80E8298A0825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0828261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B4BC783-0DA8-F773-63D5-3B2F0C0DDF7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Course Overview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DF76F0A-3D1B-88BD-8025-2D56AD0BC80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endParaRPr lang="en-US" dirty="0"/>
          </a:p>
          <a:p>
            <a:r>
              <a:rPr lang="en-US" dirty="0"/>
              <a:t>Course structure</a:t>
            </a:r>
          </a:p>
          <a:p>
            <a:pPr lvl="1"/>
            <a:r>
              <a:rPr lang="en-US" dirty="0"/>
              <a:t>34 class days</a:t>
            </a:r>
          </a:p>
          <a:p>
            <a:pPr lvl="2"/>
            <a:r>
              <a:rPr lang="en-US" dirty="0"/>
              <a:t>19 Lessons</a:t>
            </a:r>
          </a:p>
          <a:p>
            <a:pPr lvl="2"/>
            <a:r>
              <a:rPr lang="en-US" dirty="0"/>
              <a:t>9 Lab days</a:t>
            </a:r>
          </a:p>
          <a:p>
            <a:pPr lvl="2"/>
            <a:r>
              <a:rPr lang="en-US" dirty="0"/>
              <a:t>Field trip</a:t>
            </a:r>
          </a:p>
          <a:p>
            <a:pPr lvl="2"/>
            <a:r>
              <a:rPr lang="en-US" dirty="0"/>
              <a:t>Astro lab tour</a:t>
            </a:r>
          </a:p>
          <a:p>
            <a:pPr lvl="2"/>
            <a:r>
              <a:rPr lang="en-US" dirty="0"/>
              <a:t>2 GR’s</a:t>
            </a:r>
          </a:p>
          <a:p>
            <a:pPr lvl="2"/>
            <a:r>
              <a:rPr lang="en-US" dirty="0"/>
              <a:t>2-day final</a:t>
            </a:r>
          </a:p>
          <a:p>
            <a:pPr marL="0" indent="0">
              <a:buNone/>
            </a:pPr>
            <a:r>
              <a:rPr lang="en-US" dirty="0"/>
              <a:t> </a:t>
            </a:r>
          </a:p>
          <a:p>
            <a:r>
              <a:rPr lang="en-US" dirty="0"/>
              <a:t>Course Handbook </a:t>
            </a:r>
          </a:p>
          <a:p>
            <a:r>
              <a:rPr lang="en-US" dirty="0"/>
              <a:t>Syllabus</a:t>
            </a:r>
          </a:p>
          <a:p>
            <a:r>
              <a:rPr lang="en-US" dirty="0"/>
              <a:t>Course Textbook</a:t>
            </a:r>
          </a:p>
          <a:p>
            <a:r>
              <a:rPr lang="en-US" dirty="0"/>
              <a:t>Equation Sheet</a:t>
            </a:r>
          </a:p>
          <a:p>
            <a:endParaRPr lang="en-US" dirty="0"/>
          </a:p>
          <a:p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4C329C0-20DE-E387-D288-90B35AC7244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Astro 331 Lab #1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9C58F1C-8747-A479-5F6B-1C3F3E7AC1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3029B7-FE6B-4680-9049-80E8298A0825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428248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11A8084-1289-12E7-AD4B-B42A2B9D9C7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Course Admin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2A36D1B-2101-608F-7768-35C6743AE11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endParaRPr lang="en-US" dirty="0"/>
          </a:p>
          <a:p>
            <a:r>
              <a:rPr lang="en-US" dirty="0"/>
              <a:t>Missing class</a:t>
            </a:r>
          </a:p>
          <a:p>
            <a:pPr lvl="1"/>
            <a:r>
              <a:rPr lang="en-US" dirty="0"/>
              <a:t>Assignments still due on time</a:t>
            </a:r>
          </a:p>
          <a:p>
            <a:pPr marL="0" indent="0">
              <a:buNone/>
            </a:pPr>
            <a:endParaRPr lang="en-US" dirty="0"/>
          </a:p>
          <a:p>
            <a:r>
              <a:rPr lang="en-US" dirty="0"/>
              <a:t>Field trip date</a:t>
            </a:r>
          </a:p>
          <a:p>
            <a:endParaRPr lang="en-US" dirty="0"/>
          </a:p>
          <a:p>
            <a:r>
              <a:rPr lang="en-US" dirty="0"/>
              <a:t>Generative AI</a:t>
            </a:r>
          </a:p>
          <a:p>
            <a:endParaRPr lang="en-US" dirty="0"/>
          </a:p>
          <a:p>
            <a:r>
              <a:rPr lang="en-US" dirty="0"/>
              <a:t>Lab groups</a:t>
            </a:r>
          </a:p>
          <a:p>
            <a:pPr lvl="1"/>
            <a:r>
              <a:rPr lang="en-US" dirty="0" err="1"/>
              <a:t>Prelabs</a:t>
            </a:r>
            <a:r>
              <a:rPr lang="en-US" dirty="0"/>
              <a:t> (individual effort)</a:t>
            </a:r>
          </a:p>
          <a:p>
            <a:pPr lvl="1"/>
            <a:r>
              <a:rPr lang="en-US" dirty="0"/>
              <a:t>Lab reports (1x group turn-in)</a:t>
            </a:r>
          </a:p>
          <a:p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ECB7811-1486-4F58-ABE1-405040226B6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Astro 331 Lab #1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86D4C14-16D7-B285-C801-398CDA6BB82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3029B7-FE6B-4680-9049-80E8298A0825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1857594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C95358A-895C-1078-4805-43C35F659A2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331 Labs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152A201-E5A4-7240-6308-D90B86F46AD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endParaRPr lang="en-US" dirty="0"/>
          </a:p>
          <a:p>
            <a:r>
              <a:rPr lang="en-US" dirty="0"/>
              <a:t>Heritage of 331 satellite trainers</a:t>
            </a:r>
          </a:p>
          <a:p>
            <a:pPr lvl="1"/>
            <a:r>
              <a:rPr lang="en-US" dirty="0" err="1"/>
              <a:t>EyasSat</a:t>
            </a:r>
            <a:endParaRPr lang="en-US" dirty="0"/>
          </a:p>
          <a:p>
            <a:pPr lvl="1"/>
            <a:r>
              <a:rPr lang="en-US" dirty="0" err="1"/>
              <a:t>FlatSat</a:t>
            </a:r>
            <a:endParaRPr lang="en-US" dirty="0"/>
          </a:p>
          <a:p>
            <a:pPr lvl="1"/>
            <a:r>
              <a:rPr lang="en-US" dirty="0" err="1"/>
              <a:t>KestrelSAT</a:t>
            </a:r>
            <a:endParaRPr lang="en-US" dirty="0"/>
          </a:p>
          <a:p>
            <a:endParaRPr lang="en-US" dirty="0"/>
          </a:p>
          <a:p>
            <a:r>
              <a:rPr lang="en-US" dirty="0"/>
              <a:t>8 Labs:</a:t>
            </a:r>
          </a:p>
          <a:p>
            <a:pPr lvl="1"/>
            <a:r>
              <a:rPr lang="en-US" dirty="0"/>
              <a:t>Lab 1: Introduction to Embedded Systems (Individual Effort)</a:t>
            </a:r>
          </a:p>
          <a:p>
            <a:pPr lvl="1"/>
            <a:r>
              <a:rPr lang="en-US" dirty="0"/>
              <a:t>Lab 2: Soldering</a:t>
            </a:r>
          </a:p>
          <a:p>
            <a:pPr lvl="1"/>
            <a:r>
              <a:rPr lang="en-US" dirty="0"/>
              <a:t>Lab 3: Electrical Power Subsystem</a:t>
            </a:r>
          </a:p>
          <a:p>
            <a:pPr lvl="1"/>
            <a:r>
              <a:rPr lang="en-US" dirty="0"/>
              <a:t>Lab 4: Communication Subsystem</a:t>
            </a:r>
          </a:p>
          <a:p>
            <a:pPr lvl="1"/>
            <a:r>
              <a:rPr lang="en-US" dirty="0"/>
              <a:t>Lab 5: Remote Sensing</a:t>
            </a:r>
          </a:p>
          <a:p>
            <a:pPr lvl="1"/>
            <a:r>
              <a:rPr lang="en-US" dirty="0"/>
              <a:t>Lab 6: Attitude Determination</a:t>
            </a:r>
          </a:p>
          <a:p>
            <a:pPr lvl="1"/>
            <a:r>
              <a:rPr lang="en-US" dirty="0"/>
              <a:t>Lab 7: Attitude Control</a:t>
            </a:r>
          </a:p>
          <a:p>
            <a:pPr lvl="1"/>
            <a:r>
              <a:rPr lang="en-US" dirty="0"/>
              <a:t>Lab 8: Advanced Topics </a:t>
            </a:r>
          </a:p>
          <a:p>
            <a:pPr lvl="1"/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EC5BB02-B277-FC92-3A1D-DE459AEDEA9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Astro 331 Lab #1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6FAC792-2A50-5643-B6EC-D8A3F6022AA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3029B7-FE6B-4680-9049-80E8298A0825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2211135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B24A5AC-602E-4767-2AE9-97FE90415BB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Upcoming Graded Events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2237E52-2830-EF73-B923-1AA00591F9C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dirty="0"/>
          </a:p>
          <a:p>
            <a:endParaRPr lang="en-US" dirty="0"/>
          </a:p>
          <a:p>
            <a:r>
              <a:rPr lang="en-US" dirty="0"/>
              <a:t>Skills review</a:t>
            </a:r>
          </a:p>
          <a:p>
            <a:pPr lvl="1"/>
            <a:r>
              <a:rPr lang="en-US" dirty="0"/>
              <a:t>Due start of Lesson 3</a:t>
            </a:r>
          </a:p>
          <a:p>
            <a:endParaRPr lang="en-US" dirty="0"/>
          </a:p>
          <a:p>
            <a:r>
              <a:rPr lang="en-US" dirty="0"/>
              <a:t>Lab 1 </a:t>
            </a:r>
          </a:p>
          <a:p>
            <a:pPr lvl="1"/>
            <a:r>
              <a:rPr lang="en-US" dirty="0"/>
              <a:t>Beginner Kit</a:t>
            </a:r>
          </a:p>
          <a:p>
            <a:pPr lvl="1"/>
            <a:r>
              <a:rPr lang="en-US" dirty="0"/>
              <a:t>Lab Instructions </a:t>
            </a:r>
          </a:p>
          <a:p>
            <a:pPr lvl="1"/>
            <a:r>
              <a:rPr lang="en-US" dirty="0"/>
              <a:t>Tasks 0A/0B/0C complete by start of Lesson 4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1CD0977-AEC8-E6CE-807E-A66867BC226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Astro 331 Lab #1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DAEB34A-ED02-723E-BB87-B25D44CF952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3029B7-FE6B-4680-9049-80E8298A0825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4850582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851B433-E950-B12F-EEF4-19A76752D4B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>
            <a:extLst>
              <a:ext uri="{FF2B5EF4-FFF2-40B4-BE49-F238E27FC236}">
                <a16:creationId xmlns:a16="http://schemas.microsoft.com/office/drawing/2014/main" id="{46639D79-54B9-ACBD-5D28-E749F54F07C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49291" y="1709739"/>
            <a:ext cx="8435894" cy="2852737"/>
          </a:xfrm>
        </p:spPr>
        <p:txBody>
          <a:bodyPr>
            <a:normAutofit/>
          </a:bodyPr>
          <a:lstStyle/>
          <a:p>
            <a:pPr algn="ctr"/>
            <a:r>
              <a:rPr lang="en-US" sz="4400" dirty="0"/>
              <a:t>Introduction to Space Systems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A019EEE-5866-6D1E-225F-FDFD90FE6E3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Astro 331 Lab #1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3A3C286-AD7A-8753-CDDB-10500046E1F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3029B7-FE6B-4680-9049-80E8298A0825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8460681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5FBF489-0E50-218F-E040-B9D36D0FBCD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Systems Engineering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80016AA-AB32-9015-F1E5-81B07A8F809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US" dirty="0"/>
              <a:t>Course title: </a:t>
            </a:r>
            <a:r>
              <a:rPr lang="en-US" i="1" dirty="0"/>
              <a:t>Space Systems Engineering</a:t>
            </a:r>
            <a:endParaRPr lang="en-US" dirty="0"/>
          </a:p>
          <a:p>
            <a:pPr lvl="1"/>
            <a:r>
              <a:rPr lang="en-US" dirty="0"/>
              <a:t>This course will cover and combine 2 subjects:</a:t>
            </a:r>
          </a:p>
          <a:p>
            <a:pPr lvl="2"/>
            <a:r>
              <a:rPr lang="en-US" i="1" dirty="0"/>
              <a:t>Space Systems</a:t>
            </a:r>
          </a:p>
          <a:p>
            <a:pPr lvl="2"/>
            <a:r>
              <a:rPr lang="en-US" i="1" dirty="0"/>
              <a:t>Systems Engineering</a:t>
            </a:r>
            <a:endParaRPr lang="en-US" dirty="0"/>
          </a:p>
          <a:p>
            <a:pPr lvl="2"/>
            <a:endParaRPr lang="en-US" i="1" dirty="0"/>
          </a:p>
          <a:p>
            <a:r>
              <a:rPr lang="en-US" dirty="0"/>
              <a:t>What is Systems Engineering?</a:t>
            </a: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pPr lvl="1"/>
            <a:endParaRPr lang="en-US" dirty="0">
              <a:hlinkClick r:id="rId2"/>
            </a:endParaRPr>
          </a:p>
          <a:p>
            <a:pPr lvl="1"/>
            <a:endParaRPr lang="en-US" dirty="0">
              <a:hlinkClick r:id="rId2"/>
            </a:endParaRPr>
          </a:p>
          <a:p>
            <a:pPr lvl="1"/>
            <a:r>
              <a:rPr lang="en-US" dirty="0">
                <a:hlinkClick r:id="rId2"/>
              </a:rPr>
              <a:t>https://www.incose.org/</a:t>
            </a:r>
            <a:r>
              <a:rPr lang="en-US" dirty="0"/>
              <a:t> 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618B922-3F46-C763-B036-BB19A0EA5E7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Astro 331 Lab #1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6A6696B-A114-8B5C-7918-EDFFC365ABA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3029B7-FE6B-4680-9049-80E8298A0825}" type="slidenum">
              <a:rPr lang="en-US" smtClean="0"/>
              <a:t>8</a:t>
            </a:fld>
            <a:endParaRPr lang="en-US"/>
          </a:p>
        </p:txBody>
      </p:sp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D40CFC73-58CC-9DA9-77CA-44A6E4F8607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28761105"/>
              </p:ext>
            </p:extLst>
          </p:nvPr>
        </p:nvGraphicFramePr>
        <p:xfrm>
          <a:off x="360369" y="2853943"/>
          <a:ext cx="8472326" cy="2503840"/>
        </p:xfrm>
        <a:graphic>
          <a:graphicData uri="http://schemas.openxmlformats.org/drawingml/2006/table">
            <a:tbl>
              <a:tblPr/>
              <a:tblGrid>
                <a:gridCol w="1504856">
                  <a:extLst>
                    <a:ext uri="{9D8B030D-6E8A-4147-A177-3AD203B41FA5}">
                      <a16:colId xmlns:a16="http://schemas.microsoft.com/office/drawing/2014/main" val="2705160766"/>
                    </a:ext>
                  </a:extLst>
                </a:gridCol>
                <a:gridCol w="6967470">
                  <a:extLst>
                    <a:ext uri="{9D8B030D-6E8A-4147-A177-3AD203B41FA5}">
                      <a16:colId xmlns:a16="http://schemas.microsoft.com/office/drawing/2014/main" val="2279497444"/>
                    </a:ext>
                  </a:extLst>
                </a:gridCol>
              </a:tblGrid>
              <a:tr h="20484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 b="1">
                          <a:effectLst/>
                        </a:rPr>
                        <a:t>Source</a:t>
                      </a:r>
                    </a:p>
                  </a:txBody>
                  <a:tcPr marL="100273" marR="100273" marT="46280" marB="46280" anchor="ctr">
                    <a:lnL w="9525" cap="flat" cmpd="sng" algn="ctr">
                      <a:solidFill>
                        <a:srgbClr val="DF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 b="1">
                          <a:effectLst/>
                        </a:rPr>
                        <a:t>definition</a:t>
                      </a:r>
                    </a:p>
                  </a:txBody>
                  <a:tcPr marL="100273" marR="100273" marT="46280" marB="46280" anchor="ctr">
                    <a:lnL w="9525" cap="flat" cmpd="sng" algn="ctr">
                      <a:solidFill>
                        <a:srgbClr val="DF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05882435"/>
                  </a:ext>
                </a:extLst>
              </a:tr>
              <a:tr h="40344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 dirty="0">
                          <a:effectLst/>
                        </a:rPr>
                        <a:t>NASA SE handbook</a:t>
                      </a:r>
                    </a:p>
                  </a:txBody>
                  <a:tcPr marL="100273" marR="100273" marT="46280" marB="46280" anchor="ctr">
                    <a:lnL w="9525" cap="flat" cmpd="sng" algn="ctr">
                      <a:solidFill>
                        <a:srgbClr val="DF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 dirty="0">
                          <a:effectLst/>
                        </a:rPr>
                        <a:t>a methodical, multi-disciplinary approach for the design, realization, technical management, operations, and retirement of a system</a:t>
                      </a:r>
                    </a:p>
                  </a:txBody>
                  <a:tcPr marL="100273" marR="100273" marT="46280" marB="46280" anchor="ctr">
                    <a:lnL w="9525" cap="flat" cmpd="sng" algn="ctr">
                      <a:solidFill>
                        <a:srgbClr val="DF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09271523"/>
                  </a:ext>
                </a:extLst>
              </a:tr>
              <a:tr h="104458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 dirty="0">
                          <a:effectLst/>
                        </a:rPr>
                        <a:t>INCOSE</a:t>
                      </a:r>
                    </a:p>
                  </a:txBody>
                  <a:tcPr marL="100273" marR="100273" marT="46280" marB="46280" anchor="ctr">
                    <a:lnL w="9525" cap="flat" cmpd="sng" algn="ctr">
                      <a:solidFill>
                        <a:srgbClr val="DF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8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 dirty="0">
                          <a:effectLst/>
                        </a:rPr>
                        <a:t>transdisciplinary and integrative approach to enable the successful realization, use, and retirement of engineered systems, using systems principles and concepts, and scientific, technological, and management methods.</a:t>
                      </a:r>
                      <a:r>
                        <a:rPr lang="en-US" sz="1400" dirty="0">
                          <a:solidFill>
                            <a:srgbClr val="A7A7A7"/>
                          </a:solidFill>
                          <a:effectLst/>
                          <a:latin typeface="var(--monospace)"/>
                        </a:rPr>
                        <a:t> </a:t>
                      </a:r>
                      <a:r>
                        <a:rPr lang="en-US" sz="1400" dirty="0">
                          <a:effectLst/>
                        </a:rPr>
                        <a:t>We use the terms “engineering” and “engineered” in their widest sense: “the action of working artfully to bring something about”.</a:t>
                      </a:r>
                    </a:p>
                  </a:txBody>
                  <a:tcPr marL="100273" marR="100273" marT="46280" marB="46280" anchor="ctr">
                    <a:lnL w="9525" cap="flat" cmpd="sng" algn="ctr">
                      <a:solidFill>
                        <a:srgbClr val="DF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8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57097271"/>
                  </a:ext>
                </a:extLst>
              </a:tr>
              <a:tr h="495038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 dirty="0" err="1">
                          <a:effectLst/>
                        </a:rPr>
                        <a:t>wikipedia</a:t>
                      </a:r>
                      <a:endParaRPr lang="en-US" sz="1400" dirty="0">
                        <a:effectLst/>
                      </a:endParaRPr>
                    </a:p>
                  </a:txBody>
                  <a:tcPr marL="100273" marR="100273" marT="46280" marB="46280" anchor="ctr">
                    <a:lnL w="9525" cap="flat" cmpd="sng" algn="ctr">
                      <a:solidFill>
                        <a:srgbClr val="DF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 dirty="0">
                          <a:effectLst/>
                        </a:rPr>
                        <a:t>interdisciplinary field of engineering and engineering management that focuses on how to </a:t>
                      </a:r>
                      <a:r>
                        <a:rPr lang="en-US" sz="1400" b="1" dirty="0">
                          <a:effectLst/>
                        </a:rPr>
                        <a:t>design, integrate, and manage complex systems over their life cycles.</a:t>
                      </a:r>
                      <a:endParaRPr lang="en-US" sz="1400" dirty="0">
                        <a:effectLst/>
                      </a:endParaRPr>
                    </a:p>
                  </a:txBody>
                  <a:tcPr marL="100273" marR="100273" marT="46280" marB="46280" anchor="ctr">
                    <a:lnL w="9525" cap="flat" cmpd="sng" algn="ctr">
                      <a:solidFill>
                        <a:srgbClr val="DF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2975378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80933045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FEA7FD4-2B09-B431-72B9-6C35D83A457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28ACF2D-E209-D268-6B5C-D66FD45B11B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64844BB-5147-9DBF-D2EB-F7FD50F836D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Astro 331 Lab #1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BE62554-F44A-A47C-2ECC-600A22AD71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3029B7-FE6B-4680-9049-80E8298A0825}" type="slidenum">
              <a:rPr lang="en-US" smtClean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2531676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1EE9E88-12AB-AF2F-ED35-88D937EC4C1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Spacecraft Systems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6F8D770-D4B9-7FD4-DD24-623526A4831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Bus:</a:t>
            </a:r>
          </a:p>
          <a:p>
            <a:pPr lvl="1"/>
            <a:r>
              <a:rPr lang="en-US" dirty="0"/>
              <a:t>Electrical Power Subsystem (EPS)</a:t>
            </a:r>
          </a:p>
          <a:p>
            <a:pPr lvl="1"/>
            <a:r>
              <a:rPr lang="en-US" dirty="0"/>
              <a:t>Communication and Data Handling Subsystem (CDHS)</a:t>
            </a:r>
          </a:p>
          <a:p>
            <a:pPr lvl="1"/>
            <a:r>
              <a:rPr lang="en-US" dirty="0"/>
              <a:t>Attitude Determination and Control Subsystem (ADCS)</a:t>
            </a:r>
          </a:p>
          <a:p>
            <a:pPr lvl="1"/>
            <a:r>
              <a:rPr lang="en-US" dirty="0"/>
              <a:t>Thermal Control Subsystem (TCS)</a:t>
            </a:r>
          </a:p>
          <a:p>
            <a:pPr lvl="1"/>
            <a:r>
              <a:rPr lang="en-US" dirty="0" err="1"/>
              <a:t>Proulsion</a:t>
            </a:r>
            <a:r>
              <a:rPr lang="en-US" dirty="0"/>
              <a:t> Subsystem</a:t>
            </a:r>
          </a:p>
          <a:p>
            <a:pPr lvl="1"/>
            <a:r>
              <a:rPr lang="en-US" dirty="0"/>
              <a:t>Structure</a:t>
            </a:r>
          </a:p>
          <a:p>
            <a:pPr marL="457200" lvl="1" indent="0">
              <a:buNone/>
            </a:pPr>
            <a:endParaRPr lang="en-US" dirty="0"/>
          </a:p>
          <a:p>
            <a:r>
              <a:rPr lang="en-US" dirty="0"/>
              <a:t>Payload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335E727-66A7-CB92-CB2B-35220999006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Astro 331 Lab #1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8EDE206-F880-278E-A6F8-2718C64ECD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3029B7-FE6B-4680-9049-80E8298A0825}" type="slidenum">
              <a:rPr lang="en-US" smtClean="0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9097518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 Them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E0C902C3CBC54D4FA7075784AD88F5EC" ma:contentTypeVersion="21" ma:contentTypeDescription="Create a new document." ma:contentTypeScope="" ma:versionID="c08fcfd817066be31f8f1ca0ac65db2f">
  <xsd:schema xmlns:xsd="http://www.w3.org/2001/XMLSchema" xmlns:xs="http://www.w3.org/2001/XMLSchema" xmlns:p="http://schemas.microsoft.com/office/2006/metadata/properties" xmlns:ns1="http://schemas.microsoft.com/sharepoint/v3" xmlns:ns2="7584c457-6b5a-4caa-be47-be979cbe6555" xmlns:ns3="723aa48c-73f2-40da-86b1-f1ae286477fe" targetNamespace="http://schemas.microsoft.com/office/2006/metadata/properties" ma:root="true" ma:fieldsID="795b92cbcc638951d3b8bb33cdebaea5" ns1:_="" ns2:_="" ns3:_="">
    <xsd:import namespace="http://schemas.microsoft.com/sharepoint/v3"/>
    <xsd:import namespace="7584c457-6b5a-4caa-be47-be979cbe6555"/>
    <xsd:import namespace="723aa48c-73f2-40da-86b1-f1ae286477fe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1:_ip_UnifiedCompliancePolicyProperties" minOccurs="0"/>
                <xsd:element ref="ns1:_ip_UnifiedCompliancePolicyUIAction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2:MediaServiceAutoTags" minOccurs="0"/>
                <xsd:element ref="ns2:MediaServiceGenerationTime" minOccurs="0"/>
                <xsd:element ref="ns2:MediaServiceEventHashCode" minOccurs="0"/>
                <xsd:element ref="ns2:MediaServiceLocation" minOccurs="0"/>
                <xsd:element ref="ns2:MediaServiceOCR" minOccurs="0"/>
                <xsd:element ref="ns3:SharedWithUsers" minOccurs="0"/>
                <xsd:element ref="ns3:SharedWithDetails" minOccurs="0"/>
                <xsd:element ref="ns2:MediaLengthInSeconds" minOccurs="0"/>
                <xsd:element ref="ns2:lcf76f155ced4ddcb4097134ff3c332f" minOccurs="0"/>
                <xsd:element ref="ns3:TaxCatchAll" minOccurs="0"/>
                <xsd:element ref="ns2:MediaServiceObjectDetectorVersions" minOccurs="0"/>
                <xsd:element ref="ns2:MediaServiceSearchProperties" minOccurs="0"/>
                <xsd:element ref="ns2:MediaServiceBillingMetadata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3" elementFormDefault="qualified">
    <xsd:import namespace="http://schemas.microsoft.com/office/2006/documentManagement/types"/>
    <xsd:import namespace="http://schemas.microsoft.com/office/infopath/2007/PartnerControls"/>
    <xsd:element name="_ip_UnifiedCompliancePolicyProperties" ma:index="10" nillable="true" ma:displayName="Unified Compliance Policy Properties" ma:hidden="true" ma:internalName="_ip_UnifiedCompliancePolicyProperties">
      <xsd:simpleType>
        <xsd:restriction base="dms:Note"/>
      </xsd:simpleType>
    </xsd:element>
    <xsd:element name="_ip_UnifiedCompliancePolicyUIAction" ma:index="11" nillable="true" ma:displayName="Unified Compliance Policy UI Action" ma:hidden="true" ma:internalName="_ip_UnifiedCompliancePolicyUIAction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584c457-6b5a-4caa-be47-be979cbe6555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KeyPoints" ma:index="12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3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MediaServiceDateTaken" ma:index="14" nillable="true" ma:displayName="MediaServiceDateTaken" ma:hidden="true" ma:internalName="MediaServiceDateTaken" ma:readOnly="true">
      <xsd:simpleType>
        <xsd:restriction base="dms:Text"/>
      </xsd:simpleType>
    </xsd:element>
    <xsd:element name="MediaServiceAutoTags" ma:index="15" nillable="true" ma:displayName="Tags" ma:internalName="MediaServiceAutoTags" ma:readOnly="true">
      <xsd:simpleType>
        <xsd:restriction base="dms:Text"/>
      </xsd:simpleType>
    </xsd:element>
    <xsd:element name="MediaServiceGenerationTime" ma:index="16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7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Location" ma:index="18" nillable="true" ma:displayName="Location" ma:internalName="MediaServiceLocation" ma:readOnly="true">
      <xsd:simpleType>
        <xsd:restriction base="dms:Text"/>
      </xsd:simpleType>
    </xsd:element>
    <xsd:element name="MediaServiceOCR" ma:index="19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LengthInSeconds" ma:index="22" nillable="true" ma:displayName="Length (seconds)" ma:internalName="MediaLengthInSeconds" ma:readOnly="true">
      <xsd:simpleType>
        <xsd:restriction base="dms:Unknown"/>
      </xsd:simpleType>
    </xsd:element>
    <xsd:element name="lcf76f155ced4ddcb4097134ff3c332f" ma:index="24" nillable="true" ma:taxonomy="true" ma:internalName="lcf76f155ced4ddcb4097134ff3c332f" ma:taxonomyFieldName="MediaServiceImageTags" ma:displayName="Image Tags" ma:readOnly="false" ma:fieldId="{5cf76f15-5ced-4ddc-b409-7134ff3c332f}" ma:taxonomyMulti="true" ma:sspId="d16a427a-858a-487d-80a3-21f23792e061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bjectDetectorVersions" ma:index="26" nillable="true" ma:displayName="MediaServiceObjectDetectorVersions" ma:description="" ma:hidden="true" ma:indexed="true" ma:internalName="MediaServiceObjectDetectorVersions" ma:readOnly="true">
      <xsd:simpleType>
        <xsd:restriction base="dms:Text"/>
      </xsd:simpleType>
    </xsd:element>
    <xsd:element name="MediaServiceSearchProperties" ma:index="27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BillingMetadata" ma:index="28" nillable="true" ma:displayName="MediaServiceBillingMetadata" ma:hidden="true" ma:internalName="MediaServiceBillingMetadata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23aa48c-73f2-40da-86b1-f1ae286477fe" elementFormDefault="qualified">
    <xsd:import namespace="http://schemas.microsoft.com/office/2006/documentManagement/types"/>
    <xsd:import namespace="http://schemas.microsoft.com/office/infopath/2007/PartnerControls"/>
    <xsd:element name="SharedWithUsers" ma:index="20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21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  <xsd:element name="TaxCatchAll" ma:index="25" nillable="true" ma:displayName="Taxonomy Catch All Column" ma:hidden="true" ma:list="{18387b12-f69f-4719-8b38-c3231d645ace}" ma:internalName="TaxCatchAll" ma:showField="CatchAllData" ma:web="723aa48c-73f2-40da-86b1-f1ae286477fe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ip_UnifiedCompliancePolicyUIAction xmlns="http://schemas.microsoft.com/sharepoint/v3" xsi:nil="true"/>
    <_ip_UnifiedCompliancePolicyProperties xmlns="http://schemas.microsoft.com/sharepoint/v3" xsi:nil="true"/>
    <TaxCatchAll xmlns="723aa48c-73f2-40da-86b1-f1ae286477fe" xsi:nil="true"/>
    <lcf76f155ced4ddcb4097134ff3c332f xmlns="7584c457-6b5a-4caa-be47-be979cbe6555">
      <Terms xmlns="http://schemas.microsoft.com/office/infopath/2007/PartnerControls"/>
    </lcf76f155ced4ddcb4097134ff3c332f>
  </documentManagement>
</p:properties>
</file>

<file path=customXml/itemProps1.xml><?xml version="1.0" encoding="utf-8"?>
<ds:datastoreItem xmlns:ds="http://schemas.openxmlformats.org/officeDocument/2006/customXml" ds:itemID="{9EFDE758-CF92-41C0-A608-3E03C7EF3A87}"/>
</file>

<file path=customXml/itemProps2.xml><?xml version="1.0" encoding="utf-8"?>
<ds:datastoreItem xmlns:ds="http://schemas.openxmlformats.org/officeDocument/2006/customXml" ds:itemID="{C5950D57-7C8F-4E1C-B2CB-6281E9B21045}"/>
</file>

<file path=customXml/itemProps3.xml><?xml version="1.0" encoding="utf-8"?>
<ds:datastoreItem xmlns:ds="http://schemas.openxmlformats.org/officeDocument/2006/customXml" ds:itemID="{E446748C-55C9-46B7-B84F-953B1FFB6230}"/>
</file>

<file path=docMetadata/LabelInfo.xml><?xml version="1.0" encoding="utf-8"?>
<clbl:labelList xmlns:clbl="http://schemas.microsoft.com/office/2020/mipLabelMetadata">
  <clbl:label id="{7ab80a06-f029-45c0-84d1-7dad19ce3c61}" enabled="0" method="" siteId="{7ab80a06-f029-45c0-84d1-7dad19ce3c61}" removed="1"/>
</clbl:labelList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9191</TotalTime>
  <Words>396</Words>
  <Application>Microsoft Office PowerPoint</Application>
  <PresentationFormat>Letter Paper (8.5x11 in)</PresentationFormat>
  <Paragraphs>112</Paragraphs>
  <Slides>10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5" baseType="lpstr">
      <vt:lpstr>Aptos</vt:lpstr>
      <vt:lpstr>Arial</vt:lpstr>
      <vt:lpstr>Segoe UI</vt:lpstr>
      <vt:lpstr>var(--monospace)</vt:lpstr>
      <vt:lpstr>Office Theme</vt:lpstr>
      <vt:lpstr>Lesson 1</vt:lpstr>
      <vt:lpstr>Course Overview</vt:lpstr>
      <vt:lpstr>Course Overview</vt:lpstr>
      <vt:lpstr>Course Admin</vt:lpstr>
      <vt:lpstr>331 Labs</vt:lpstr>
      <vt:lpstr>Upcoming Graded Events</vt:lpstr>
      <vt:lpstr>Introduction to Space Systems</vt:lpstr>
      <vt:lpstr>Systems Engineering</vt:lpstr>
      <vt:lpstr>PowerPoint Presentation</vt:lpstr>
      <vt:lpstr>Spacecraft Systems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Harris, Wyatt J Lt Col USAF USAFA DF/DFAS</dc:creator>
  <cp:lastModifiedBy>Harris, Wyatt J Lt Col USAF USAFA DF/DFAS</cp:lastModifiedBy>
  <cp:revision>2</cp:revision>
  <cp:lastPrinted>2025-08-01T16:37:26Z</cp:lastPrinted>
  <dcterms:created xsi:type="dcterms:W3CDTF">2025-07-17T17:53:42Z</dcterms:created>
  <dcterms:modified xsi:type="dcterms:W3CDTF">2025-08-06T14:30:34Z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0x010100E0C902C3CBC54D4FA7075784AD88F5EC</vt:lpwstr>
  </property>
</Properties>
</file>